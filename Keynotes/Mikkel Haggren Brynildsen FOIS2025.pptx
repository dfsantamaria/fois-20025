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svgz" ContentType="image/svg+xml"/>
  <Default Extension="wdp" ContentType="image/vnd.ms-photo"/>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embedTrueTypeFonts="1">
  <p:sldMasterIdLst>
    <p:sldMasterId id="2147484013" r:id="rId1"/>
    <p:sldMasterId id="2147484067" r:id="rId2"/>
  </p:sldMasterIdLst>
  <p:notesMasterIdLst>
    <p:notesMasterId r:id="rId52"/>
  </p:notesMasterIdLst>
  <p:handoutMasterIdLst>
    <p:handoutMasterId r:id="rId53"/>
  </p:handoutMasterIdLst>
  <p:sldIdLst>
    <p:sldId id="339" r:id="rId3"/>
    <p:sldId id="2147483214" r:id="rId4"/>
    <p:sldId id="279" r:id="rId5"/>
    <p:sldId id="2147483165" r:id="rId6"/>
    <p:sldId id="2147483169" r:id="rId7"/>
    <p:sldId id="2147483171" r:id="rId8"/>
    <p:sldId id="7547" r:id="rId9"/>
    <p:sldId id="2147483170" r:id="rId10"/>
    <p:sldId id="2147483168" r:id="rId11"/>
    <p:sldId id="2147483173" r:id="rId12"/>
    <p:sldId id="2147472780" r:id="rId13"/>
    <p:sldId id="2147483198" r:id="rId14"/>
    <p:sldId id="2147483172" r:id="rId15"/>
    <p:sldId id="2147483174" r:id="rId16"/>
    <p:sldId id="2147483223" r:id="rId17"/>
    <p:sldId id="2147483191" r:id="rId18"/>
    <p:sldId id="2147483222" r:id="rId19"/>
    <p:sldId id="2147483199" r:id="rId20"/>
    <p:sldId id="2147483204" r:id="rId21"/>
    <p:sldId id="2147483175" r:id="rId22"/>
    <p:sldId id="2147483181" r:id="rId23"/>
    <p:sldId id="2147483225" r:id="rId24"/>
    <p:sldId id="2147483163" r:id="rId25"/>
    <p:sldId id="385" r:id="rId26"/>
    <p:sldId id="2147483164" r:id="rId27"/>
    <p:sldId id="376" r:id="rId28"/>
    <p:sldId id="2147483205" r:id="rId29"/>
    <p:sldId id="381" r:id="rId30"/>
    <p:sldId id="2147483189" r:id="rId31"/>
    <p:sldId id="2147483190" r:id="rId32"/>
    <p:sldId id="384" r:id="rId33"/>
    <p:sldId id="340" r:id="rId34"/>
    <p:sldId id="342" r:id="rId35"/>
    <p:sldId id="2147483182" r:id="rId36"/>
    <p:sldId id="2147483201" r:id="rId37"/>
    <p:sldId id="2147483193" r:id="rId38"/>
    <p:sldId id="2147483200" r:id="rId39"/>
    <p:sldId id="2147483179" r:id="rId40"/>
    <p:sldId id="2147483202" r:id="rId41"/>
    <p:sldId id="2147483183" r:id="rId42"/>
    <p:sldId id="2147483185" r:id="rId43"/>
    <p:sldId id="2147483184" r:id="rId44"/>
    <p:sldId id="2147483186" r:id="rId45"/>
    <p:sldId id="2147483187" r:id="rId46"/>
    <p:sldId id="2147483194" r:id="rId47"/>
    <p:sldId id="2147483212" r:id="rId48"/>
    <p:sldId id="2147483213" r:id="rId49"/>
    <p:sldId id="2147483210" r:id="rId50"/>
    <p:sldId id="2147483215" r:id="rId51"/>
  </p:sldIdLst>
  <p:sldSz cx="12192000" cy="6858000"/>
  <p:notesSz cx="6858000" cy="9144000"/>
  <p:embeddedFontLst>
    <p:embeddedFont>
      <p:font typeface="Cambria Math" panose="02040503050406030204" pitchFamily="18" charset="0"/>
      <p:regular r:id="rId54"/>
    </p:embeddedFont>
    <p:embeddedFont>
      <p:font typeface="Grundfos TheSans" panose="020B0502050302020203" pitchFamily="34" charset="0"/>
      <p:regular r:id="rId55"/>
      <p:bold r:id="rId56"/>
      <p:italic r:id="rId57"/>
      <p:boldItalic r:id="rId58"/>
    </p:embeddedFont>
    <p:embeddedFont>
      <p:font typeface="Grundfos TheSans Extd Black" panose="020B0805050302020203" pitchFamily="34" charset="0"/>
      <p:bold r:id="rId59"/>
    </p:embeddedFont>
    <p:embeddedFont>
      <p:font typeface="Grundfos TheSans ExtraBold" panose="020B0802050302020203" pitchFamily="34" charset="0"/>
      <p:bold r:id="rId60"/>
      <p:boldItalic r:id="rId61"/>
    </p:embeddedFont>
    <p:embeddedFont>
      <p:font typeface="Grundfos TheSans SemiLight" panose="020B0402050302020203" pitchFamily="34" charset="0"/>
      <p:regular r:id="rId62"/>
      <p:italic r:id="rId63"/>
    </p:embeddedFont>
  </p:embeddedFontLst>
  <p:defaultTextStyle>
    <a:defPPr>
      <a:defRPr lang="da-DK"/>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CF10769D-E332-4F0B-ADEE-2ADB4554A138}">
          <p14:sldIdLst>
            <p14:sldId id="339"/>
            <p14:sldId id="2147483214"/>
            <p14:sldId id="279"/>
            <p14:sldId id="2147483165"/>
            <p14:sldId id="2147483169"/>
            <p14:sldId id="2147483171"/>
            <p14:sldId id="7547"/>
            <p14:sldId id="2147483170"/>
            <p14:sldId id="2147483168"/>
            <p14:sldId id="2147483173"/>
            <p14:sldId id="2147472780"/>
            <p14:sldId id="2147483198"/>
            <p14:sldId id="2147483172"/>
            <p14:sldId id="2147483174"/>
            <p14:sldId id="2147483223"/>
            <p14:sldId id="2147483191"/>
            <p14:sldId id="2147483222"/>
            <p14:sldId id="2147483199"/>
            <p14:sldId id="2147483204"/>
            <p14:sldId id="2147483175"/>
            <p14:sldId id="2147483181"/>
            <p14:sldId id="2147483225"/>
            <p14:sldId id="2147483163"/>
            <p14:sldId id="385"/>
            <p14:sldId id="2147483164"/>
            <p14:sldId id="376"/>
            <p14:sldId id="2147483205"/>
            <p14:sldId id="381"/>
            <p14:sldId id="2147483189"/>
            <p14:sldId id="2147483190"/>
            <p14:sldId id="384"/>
            <p14:sldId id="340"/>
            <p14:sldId id="342"/>
            <p14:sldId id="2147483182"/>
            <p14:sldId id="2147483201"/>
            <p14:sldId id="2147483193"/>
            <p14:sldId id="2147483200"/>
            <p14:sldId id="2147483179"/>
            <p14:sldId id="2147483202"/>
            <p14:sldId id="2147483183"/>
            <p14:sldId id="2147483185"/>
            <p14:sldId id="2147483184"/>
            <p14:sldId id="2147483186"/>
            <p14:sldId id="2147483187"/>
            <p14:sldId id="2147483194"/>
            <p14:sldId id="2147483212"/>
            <p14:sldId id="2147483213"/>
            <p14:sldId id="2147483210"/>
            <p14:sldId id="2147483215"/>
          </p14:sldIdLst>
        </p14:section>
      </p14:sectionLst>
    </p:ext>
    <p:ext uri="{EFAFB233-063F-42B5-8137-9DF3F51BA10A}">
      <p15:sldGuideLst xmlns:p15="http://schemas.microsoft.com/office/powerpoint/2012/main"/>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8E8E8"/>
    <a:srgbClr val="4D4D4D"/>
    <a:srgbClr val="FFFFFF"/>
    <a:srgbClr val="969696"/>
    <a:srgbClr val="47A6FF"/>
    <a:srgbClr val="00C600"/>
    <a:srgbClr val="DDDDDD"/>
    <a:srgbClr val="5F5F5F"/>
    <a:srgbClr val="777777"/>
    <a:srgbClr val="C0C0C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651EF01-9B15-4960-8162-4DCDCB6EF23E}" v="241" dt="2025-09-11T21:36:30.12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548" autoAdjust="0"/>
    <p:restoredTop sz="94111" autoAdjust="0"/>
  </p:normalViewPr>
  <p:slideViewPr>
    <p:cSldViewPr snapToGrid="0" snapToObjects="1">
      <p:cViewPr varScale="1">
        <p:scale>
          <a:sx n="46" d="100"/>
          <a:sy n="46" d="100"/>
        </p:scale>
        <p:origin x="29" y="1080"/>
      </p:cViewPr>
      <p:guideLst/>
    </p:cSldViewPr>
  </p:slideViewPr>
  <p:notesTextViewPr>
    <p:cViewPr>
      <p:scale>
        <a:sx n="100" d="100"/>
        <a:sy n="100" d="100"/>
      </p:scale>
      <p:origin x="0" y="0"/>
    </p:cViewPr>
  </p:notesTextViewPr>
  <p:sorterViewPr>
    <p:cViewPr varScale="1">
      <p:scale>
        <a:sx n="1" d="1"/>
        <a:sy n="1" d="1"/>
      </p:scale>
      <p:origin x="0" y="0"/>
    </p:cViewPr>
  </p:sorterViewPr>
  <p:notesViewPr>
    <p:cSldViewPr snapToGrid="0" snapToObjects="1">
      <p:cViewPr varScale="1">
        <p:scale>
          <a:sx n="94" d="100"/>
          <a:sy n="94" d="100"/>
        </p:scale>
        <p:origin x="3606" y="66"/>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font" Target="fonts/font2.fntdata"/><Relationship Id="rId63" Type="http://schemas.openxmlformats.org/officeDocument/2006/relationships/font" Target="fonts/font10.fntdata"/><Relationship Id="rId68" Type="http://schemas.microsoft.com/office/2015/10/relationships/revisionInfo" Target="revisionInfo.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handoutMaster" Target="handoutMasters/handoutMaster1.xml"/><Relationship Id="rId58" Type="http://schemas.openxmlformats.org/officeDocument/2006/relationships/font" Target="fonts/font5.fntdata"/><Relationship Id="rId66" Type="http://schemas.openxmlformats.org/officeDocument/2006/relationships/theme" Target="theme/theme1.xml"/><Relationship Id="rId5" Type="http://schemas.openxmlformats.org/officeDocument/2006/relationships/slide" Target="slides/slide3.xml"/><Relationship Id="rId61" Type="http://schemas.openxmlformats.org/officeDocument/2006/relationships/font" Target="fonts/font8.fntdata"/><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font" Target="fonts/font3.fntdata"/><Relationship Id="rId64" Type="http://schemas.openxmlformats.org/officeDocument/2006/relationships/presProps" Target="presProps.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font" Target="fonts/font6.fntdata"/><Relationship Id="rId67" Type="http://schemas.openxmlformats.org/officeDocument/2006/relationships/tableStyles" Target="tableStyles.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font" Target="fonts/font1.fntdata"/><Relationship Id="rId62" Type="http://schemas.openxmlformats.org/officeDocument/2006/relationships/font" Target="fonts/font9.fntdata"/><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font" Target="fonts/font4.fntdata"/><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notesMaster" Target="notesMasters/notesMaster1.xml"/><Relationship Id="rId60" Type="http://schemas.openxmlformats.org/officeDocument/2006/relationships/font" Target="fonts/font7.fntdata"/><Relationship Id="rId65"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16BF6FD-1E32-4C22-8C3A-83201C879B99}" type="doc">
      <dgm:prSet loTypeId="urn:microsoft.com/office/officeart/2005/8/layout/orgChart1" loCatId="hierarchy" qsTypeId="urn:microsoft.com/office/officeart/2005/8/quickstyle/simple1" qsCatId="simple" csTypeId="urn:microsoft.com/office/officeart/2005/8/colors/accent1_2" csCatId="accent1" phldr="1"/>
      <dgm:spPr/>
      <dgm:t>
        <a:bodyPr/>
        <a:lstStyle/>
        <a:p>
          <a:endParaRPr lang="en-US"/>
        </a:p>
      </dgm:t>
    </dgm:pt>
    <dgm:pt modelId="{D84AD72E-0734-4255-A831-06370F21FBB3}">
      <dgm:prSet phldrT="[Text]" custT="1"/>
      <dgm:spPr/>
      <dgm:t>
        <a:bodyPr/>
        <a:lstStyle/>
        <a:p>
          <a:r>
            <a:rPr lang="en-US" sz="2000" dirty="0"/>
            <a:t>90030001</a:t>
          </a:r>
        </a:p>
      </dgm:t>
    </dgm:pt>
    <dgm:pt modelId="{309AC0C6-10D9-4279-984A-9EE5656EBB2B}" type="parTrans" cxnId="{29A6C501-7268-4221-9763-1036339FA271}">
      <dgm:prSet/>
      <dgm:spPr/>
      <dgm:t>
        <a:bodyPr/>
        <a:lstStyle/>
        <a:p>
          <a:endParaRPr lang="en-US" sz="2000"/>
        </a:p>
      </dgm:t>
    </dgm:pt>
    <dgm:pt modelId="{EEFADAA2-5C6D-4405-BF12-A5424D59DFB4}" type="sibTrans" cxnId="{29A6C501-7268-4221-9763-1036339FA271}">
      <dgm:prSet/>
      <dgm:spPr/>
      <dgm:t>
        <a:bodyPr/>
        <a:lstStyle/>
        <a:p>
          <a:endParaRPr lang="en-US" sz="2000"/>
        </a:p>
      </dgm:t>
    </dgm:pt>
    <dgm:pt modelId="{737DAF63-9649-4C9B-A40F-39B6E9FF7D92}">
      <dgm:prSet phldrT="[Text]" custT="1"/>
      <dgm:spPr/>
      <dgm:t>
        <a:bodyPr/>
        <a:lstStyle/>
        <a:p>
          <a:r>
            <a:rPr lang="en-US" sz="2000" dirty="0"/>
            <a:t>91294820</a:t>
          </a:r>
        </a:p>
      </dgm:t>
    </dgm:pt>
    <dgm:pt modelId="{3F65EA8D-BCCC-4C0D-AD6C-C9FAF7371DD2}" type="parTrans" cxnId="{36DE6E4F-91F7-477C-86AE-09917D6552F2}">
      <dgm:prSet/>
      <dgm:spPr/>
      <dgm:t>
        <a:bodyPr/>
        <a:lstStyle/>
        <a:p>
          <a:endParaRPr lang="en-US" sz="2000"/>
        </a:p>
      </dgm:t>
    </dgm:pt>
    <dgm:pt modelId="{1F21D694-8B4C-4B4F-B036-769CF9A33E32}" type="sibTrans" cxnId="{36DE6E4F-91F7-477C-86AE-09917D6552F2}">
      <dgm:prSet/>
      <dgm:spPr/>
      <dgm:t>
        <a:bodyPr/>
        <a:lstStyle/>
        <a:p>
          <a:endParaRPr lang="en-US" sz="2000"/>
        </a:p>
      </dgm:t>
    </dgm:pt>
    <dgm:pt modelId="{9E499611-3355-4808-8CC6-7FBE5BC44131}">
      <dgm:prSet phldrT="[Text]" custT="1"/>
      <dgm:spPr/>
      <dgm:t>
        <a:bodyPr/>
        <a:lstStyle/>
        <a:p>
          <a:r>
            <a:rPr lang="en-US" sz="2000" dirty="0"/>
            <a:t>90953891</a:t>
          </a:r>
        </a:p>
      </dgm:t>
    </dgm:pt>
    <dgm:pt modelId="{8E85749C-EC4C-4E65-9416-B2799412AC7E}" type="parTrans" cxnId="{7CF87081-F3A3-45A8-B964-DD5D008A484A}">
      <dgm:prSet/>
      <dgm:spPr/>
      <dgm:t>
        <a:bodyPr/>
        <a:lstStyle/>
        <a:p>
          <a:endParaRPr lang="en-US" sz="2000"/>
        </a:p>
      </dgm:t>
    </dgm:pt>
    <dgm:pt modelId="{5B23AE56-D81F-4B4A-9A6B-71EFE7CDA819}" type="sibTrans" cxnId="{7CF87081-F3A3-45A8-B964-DD5D008A484A}">
      <dgm:prSet/>
      <dgm:spPr/>
      <dgm:t>
        <a:bodyPr/>
        <a:lstStyle/>
        <a:p>
          <a:endParaRPr lang="en-US" sz="2000"/>
        </a:p>
      </dgm:t>
    </dgm:pt>
    <dgm:pt modelId="{70950003-D30E-4F66-A62B-06C9B1546442}">
      <dgm:prSet phldrT="[Text]" custT="1"/>
      <dgm:spPr/>
      <dgm:t>
        <a:bodyPr/>
        <a:lstStyle/>
        <a:p>
          <a:r>
            <a:rPr lang="en-US" sz="2000" dirty="0"/>
            <a:t>90125021</a:t>
          </a:r>
        </a:p>
      </dgm:t>
    </dgm:pt>
    <dgm:pt modelId="{43B2D3D0-BDCB-4D03-BC55-0478F286FBED}" type="parTrans" cxnId="{48FCA201-4600-47F5-ADAC-31BD8D28AF85}">
      <dgm:prSet/>
      <dgm:spPr/>
      <dgm:t>
        <a:bodyPr/>
        <a:lstStyle/>
        <a:p>
          <a:endParaRPr lang="en-US" sz="2000"/>
        </a:p>
      </dgm:t>
    </dgm:pt>
    <dgm:pt modelId="{B2A1894C-7B26-41D3-88D2-E84AD28C7D7F}" type="sibTrans" cxnId="{48FCA201-4600-47F5-ADAC-31BD8D28AF85}">
      <dgm:prSet/>
      <dgm:spPr/>
      <dgm:t>
        <a:bodyPr/>
        <a:lstStyle/>
        <a:p>
          <a:endParaRPr lang="en-US" sz="2000"/>
        </a:p>
      </dgm:t>
    </dgm:pt>
    <dgm:pt modelId="{7815C298-4854-4C75-9B83-95F34A265A5F}" type="pres">
      <dgm:prSet presAssocID="{B16BF6FD-1E32-4C22-8C3A-83201C879B99}" presName="hierChild1" presStyleCnt="0">
        <dgm:presLayoutVars>
          <dgm:orgChart val="1"/>
          <dgm:chPref val="1"/>
          <dgm:dir/>
          <dgm:animOne val="branch"/>
          <dgm:animLvl val="lvl"/>
          <dgm:resizeHandles/>
        </dgm:presLayoutVars>
      </dgm:prSet>
      <dgm:spPr/>
    </dgm:pt>
    <dgm:pt modelId="{CD12AA9E-DC5E-4D6D-B4CB-F90ED7E66446}" type="pres">
      <dgm:prSet presAssocID="{D84AD72E-0734-4255-A831-06370F21FBB3}" presName="hierRoot1" presStyleCnt="0">
        <dgm:presLayoutVars>
          <dgm:hierBranch val="init"/>
        </dgm:presLayoutVars>
      </dgm:prSet>
      <dgm:spPr/>
    </dgm:pt>
    <dgm:pt modelId="{B3E8AB32-71B5-4C45-AD4D-D9704A319FF1}" type="pres">
      <dgm:prSet presAssocID="{D84AD72E-0734-4255-A831-06370F21FBB3}" presName="rootComposite1" presStyleCnt="0"/>
      <dgm:spPr/>
    </dgm:pt>
    <dgm:pt modelId="{5F481728-F7FC-4045-A43C-6CAC37775EDE}" type="pres">
      <dgm:prSet presAssocID="{D84AD72E-0734-4255-A831-06370F21FBB3}" presName="rootText1" presStyleLbl="node0" presStyleIdx="0" presStyleCnt="1">
        <dgm:presLayoutVars>
          <dgm:chPref val="3"/>
        </dgm:presLayoutVars>
      </dgm:prSet>
      <dgm:spPr/>
    </dgm:pt>
    <dgm:pt modelId="{BAE76193-20C5-4EF4-96EB-23A6C2604232}" type="pres">
      <dgm:prSet presAssocID="{D84AD72E-0734-4255-A831-06370F21FBB3}" presName="rootConnector1" presStyleLbl="node1" presStyleIdx="0" presStyleCnt="0"/>
      <dgm:spPr/>
    </dgm:pt>
    <dgm:pt modelId="{B4FBA6AF-75F2-4E2E-A3D3-E0B0A49A985D}" type="pres">
      <dgm:prSet presAssocID="{D84AD72E-0734-4255-A831-06370F21FBB3}" presName="hierChild2" presStyleCnt="0"/>
      <dgm:spPr/>
    </dgm:pt>
    <dgm:pt modelId="{24E6EF63-0EFD-4F55-88EB-C8D073ABAFA0}" type="pres">
      <dgm:prSet presAssocID="{3F65EA8D-BCCC-4C0D-AD6C-C9FAF7371DD2}" presName="Name37" presStyleLbl="parChTrans1D2" presStyleIdx="0" presStyleCnt="2"/>
      <dgm:spPr/>
    </dgm:pt>
    <dgm:pt modelId="{622104BF-857D-459F-8071-00AC43953C7A}" type="pres">
      <dgm:prSet presAssocID="{737DAF63-9649-4C9B-A40F-39B6E9FF7D92}" presName="hierRoot2" presStyleCnt="0">
        <dgm:presLayoutVars>
          <dgm:hierBranch val="init"/>
        </dgm:presLayoutVars>
      </dgm:prSet>
      <dgm:spPr/>
    </dgm:pt>
    <dgm:pt modelId="{ABF0331C-631A-4E6F-AD69-3F3C7249131A}" type="pres">
      <dgm:prSet presAssocID="{737DAF63-9649-4C9B-A40F-39B6E9FF7D92}" presName="rootComposite" presStyleCnt="0"/>
      <dgm:spPr/>
    </dgm:pt>
    <dgm:pt modelId="{66FDCF8E-907C-464D-8306-C41D6128B2AB}" type="pres">
      <dgm:prSet presAssocID="{737DAF63-9649-4C9B-A40F-39B6E9FF7D92}" presName="rootText" presStyleLbl="node2" presStyleIdx="0" presStyleCnt="2">
        <dgm:presLayoutVars>
          <dgm:chPref val="3"/>
        </dgm:presLayoutVars>
      </dgm:prSet>
      <dgm:spPr/>
    </dgm:pt>
    <dgm:pt modelId="{B803919D-18D2-49C3-AF4E-5F2367ED0D26}" type="pres">
      <dgm:prSet presAssocID="{737DAF63-9649-4C9B-A40F-39B6E9FF7D92}" presName="rootConnector" presStyleLbl="node2" presStyleIdx="0" presStyleCnt="2"/>
      <dgm:spPr/>
    </dgm:pt>
    <dgm:pt modelId="{B38B4B41-47F3-4D1A-B1D9-463B124193CC}" type="pres">
      <dgm:prSet presAssocID="{737DAF63-9649-4C9B-A40F-39B6E9FF7D92}" presName="hierChild4" presStyleCnt="0"/>
      <dgm:spPr/>
    </dgm:pt>
    <dgm:pt modelId="{235EBC48-37F7-447E-A94D-2730879253DA}" type="pres">
      <dgm:prSet presAssocID="{737DAF63-9649-4C9B-A40F-39B6E9FF7D92}" presName="hierChild5" presStyleCnt="0"/>
      <dgm:spPr/>
    </dgm:pt>
    <dgm:pt modelId="{D2EF4239-DCDB-4DB5-B3EF-AE2A36212A51}" type="pres">
      <dgm:prSet presAssocID="{8E85749C-EC4C-4E65-9416-B2799412AC7E}" presName="Name37" presStyleLbl="parChTrans1D2" presStyleIdx="1" presStyleCnt="2"/>
      <dgm:spPr/>
    </dgm:pt>
    <dgm:pt modelId="{99245DA7-9360-494F-822E-A3C59BB7A680}" type="pres">
      <dgm:prSet presAssocID="{9E499611-3355-4808-8CC6-7FBE5BC44131}" presName="hierRoot2" presStyleCnt="0">
        <dgm:presLayoutVars>
          <dgm:hierBranch val="init"/>
        </dgm:presLayoutVars>
      </dgm:prSet>
      <dgm:spPr/>
    </dgm:pt>
    <dgm:pt modelId="{3B532A17-4A20-4AF6-A5C6-45FD4B76C8E5}" type="pres">
      <dgm:prSet presAssocID="{9E499611-3355-4808-8CC6-7FBE5BC44131}" presName="rootComposite" presStyleCnt="0"/>
      <dgm:spPr/>
    </dgm:pt>
    <dgm:pt modelId="{0519E900-0F0F-4657-B749-25A2DEE1B6D7}" type="pres">
      <dgm:prSet presAssocID="{9E499611-3355-4808-8CC6-7FBE5BC44131}" presName="rootText" presStyleLbl="node2" presStyleIdx="1" presStyleCnt="2" custLinFactNeighborX="12471" custLinFactNeighborY="-248">
        <dgm:presLayoutVars>
          <dgm:chPref val="3"/>
        </dgm:presLayoutVars>
      </dgm:prSet>
      <dgm:spPr/>
    </dgm:pt>
    <dgm:pt modelId="{683AF7F4-1C46-4F1B-BC7B-51A0C1402E6A}" type="pres">
      <dgm:prSet presAssocID="{9E499611-3355-4808-8CC6-7FBE5BC44131}" presName="rootConnector" presStyleLbl="node2" presStyleIdx="1" presStyleCnt="2"/>
      <dgm:spPr/>
    </dgm:pt>
    <dgm:pt modelId="{E554B03F-9B77-4ADF-8495-34B2E4D0309E}" type="pres">
      <dgm:prSet presAssocID="{9E499611-3355-4808-8CC6-7FBE5BC44131}" presName="hierChild4" presStyleCnt="0"/>
      <dgm:spPr/>
    </dgm:pt>
    <dgm:pt modelId="{48965417-BEC9-442B-9A80-12CF8DE34BBB}" type="pres">
      <dgm:prSet presAssocID="{43B2D3D0-BDCB-4D03-BC55-0478F286FBED}" presName="Name37" presStyleLbl="parChTrans1D3" presStyleIdx="0" presStyleCnt="1"/>
      <dgm:spPr/>
    </dgm:pt>
    <dgm:pt modelId="{628605D6-4029-4D48-9F1C-E51ECD8D1DA1}" type="pres">
      <dgm:prSet presAssocID="{70950003-D30E-4F66-A62B-06C9B1546442}" presName="hierRoot2" presStyleCnt="0">
        <dgm:presLayoutVars>
          <dgm:hierBranch val="init"/>
        </dgm:presLayoutVars>
      </dgm:prSet>
      <dgm:spPr/>
    </dgm:pt>
    <dgm:pt modelId="{15427A0D-3E38-46F1-BADB-32AC11034E5E}" type="pres">
      <dgm:prSet presAssocID="{70950003-D30E-4F66-A62B-06C9B1546442}" presName="rootComposite" presStyleCnt="0"/>
      <dgm:spPr/>
    </dgm:pt>
    <dgm:pt modelId="{A8A7212D-D1BF-40EA-A31C-F868B34756C6}" type="pres">
      <dgm:prSet presAssocID="{70950003-D30E-4F66-A62B-06C9B1546442}" presName="rootText" presStyleLbl="node3" presStyleIdx="0" presStyleCnt="1" custLinFactNeighborX="43916" custLinFactNeighborY="147">
        <dgm:presLayoutVars>
          <dgm:chPref val="3"/>
        </dgm:presLayoutVars>
      </dgm:prSet>
      <dgm:spPr/>
    </dgm:pt>
    <dgm:pt modelId="{EC3D4EDB-F62B-4E25-9F3C-CAF5724B1223}" type="pres">
      <dgm:prSet presAssocID="{70950003-D30E-4F66-A62B-06C9B1546442}" presName="rootConnector" presStyleLbl="node3" presStyleIdx="0" presStyleCnt="1"/>
      <dgm:spPr/>
    </dgm:pt>
    <dgm:pt modelId="{4960D238-FBEA-48A6-A847-9201D6549912}" type="pres">
      <dgm:prSet presAssocID="{70950003-D30E-4F66-A62B-06C9B1546442}" presName="hierChild4" presStyleCnt="0"/>
      <dgm:spPr/>
    </dgm:pt>
    <dgm:pt modelId="{156C3651-61DF-4DA1-86AA-B1968F7D7442}" type="pres">
      <dgm:prSet presAssocID="{70950003-D30E-4F66-A62B-06C9B1546442}" presName="hierChild5" presStyleCnt="0"/>
      <dgm:spPr/>
    </dgm:pt>
    <dgm:pt modelId="{0535BB86-3053-443D-BE4D-C9240502902B}" type="pres">
      <dgm:prSet presAssocID="{9E499611-3355-4808-8CC6-7FBE5BC44131}" presName="hierChild5" presStyleCnt="0"/>
      <dgm:spPr/>
    </dgm:pt>
    <dgm:pt modelId="{9C10ECFB-4AA2-454D-B5FA-23FAAF3D8A37}" type="pres">
      <dgm:prSet presAssocID="{D84AD72E-0734-4255-A831-06370F21FBB3}" presName="hierChild3" presStyleCnt="0"/>
      <dgm:spPr/>
    </dgm:pt>
  </dgm:ptLst>
  <dgm:cxnLst>
    <dgm:cxn modelId="{48FCA201-4600-47F5-ADAC-31BD8D28AF85}" srcId="{9E499611-3355-4808-8CC6-7FBE5BC44131}" destId="{70950003-D30E-4F66-A62B-06C9B1546442}" srcOrd="0" destOrd="0" parTransId="{43B2D3D0-BDCB-4D03-BC55-0478F286FBED}" sibTransId="{B2A1894C-7B26-41D3-88D2-E84AD28C7D7F}"/>
    <dgm:cxn modelId="{29A6C501-7268-4221-9763-1036339FA271}" srcId="{B16BF6FD-1E32-4C22-8C3A-83201C879B99}" destId="{D84AD72E-0734-4255-A831-06370F21FBB3}" srcOrd="0" destOrd="0" parTransId="{309AC0C6-10D9-4279-984A-9EE5656EBB2B}" sibTransId="{EEFADAA2-5C6D-4405-BF12-A5424D59DFB4}"/>
    <dgm:cxn modelId="{EC47471E-C255-4DD3-AEC0-AFA5BCED99E0}" type="presOf" srcId="{737DAF63-9649-4C9B-A40F-39B6E9FF7D92}" destId="{B803919D-18D2-49C3-AF4E-5F2367ED0D26}" srcOrd="1" destOrd="0" presId="urn:microsoft.com/office/officeart/2005/8/layout/orgChart1"/>
    <dgm:cxn modelId="{E866915D-C255-47D9-A8F7-991826A97E21}" type="presOf" srcId="{737DAF63-9649-4C9B-A40F-39B6E9FF7D92}" destId="{66FDCF8E-907C-464D-8306-C41D6128B2AB}" srcOrd="0" destOrd="0" presId="urn:microsoft.com/office/officeart/2005/8/layout/orgChart1"/>
    <dgm:cxn modelId="{0D8E1141-3622-4AD1-953B-03DEE93BE148}" type="presOf" srcId="{9E499611-3355-4808-8CC6-7FBE5BC44131}" destId="{0519E900-0F0F-4657-B749-25A2DEE1B6D7}" srcOrd="0" destOrd="0" presId="urn:microsoft.com/office/officeart/2005/8/layout/orgChart1"/>
    <dgm:cxn modelId="{B3644964-466C-405F-A834-BB075A6DFEBC}" type="presOf" srcId="{8E85749C-EC4C-4E65-9416-B2799412AC7E}" destId="{D2EF4239-DCDB-4DB5-B3EF-AE2A36212A51}" srcOrd="0" destOrd="0" presId="urn:microsoft.com/office/officeart/2005/8/layout/orgChart1"/>
    <dgm:cxn modelId="{DB915B4A-95E9-4744-96BA-ECE4D7637A42}" type="presOf" srcId="{9E499611-3355-4808-8CC6-7FBE5BC44131}" destId="{683AF7F4-1C46-4F1B-BC7B-51A0C1402E6A}" srcOrd="1" destOrd="0" presId="urn:microsoft.com/office/officeart/2005/8/layout/orgChart1"/>
    <dgm:cxn modelId="{5BF3786E-ED96-4A5C-906C-FACB93AB92DA}" type="presOf" srcId="{D84AD72E-0734-4255-A831-06370F21FBB3}" destId="{BAE76193-20C5-4EF4-96EB-23A6C2604232}" srcOrd="1" destOrd="0" presId="urn:microsoft.com/office/officeart/2005/8/layout/orgChart1"/>
    <dgm:cxn modelId="{532C196F-2265-43AC-9599-F43A3D8455E8}" type="presOf" srcId="{B16BF6FD-1E32-4C22-8C3A-83201C879B99}" destId="{7815C298-4854-4C75-9B83-95F34A265A5F}" srcOrd="0" destOrd="0" presId="urn:microsoft.com/office/officeart/2005/8/layout/orgChart1"/>
    <dgm:cxn modelId="{36DE6E4F-91F7-477C-86AE-09917D6552F2}" srcId="{D84AD72E-0734-4255-A831-06370F21FBB3}" destId="{737DAF63-9649-4C9B-A40F-39B6E9FF7D92}" srcOrd="0" destOrd="0" parTransId="{3F65EA8D-BCCC-4C0D-AD6C-C9FAF7371DD2}" sibTransId="{1F21D694-8B4C-4B4F-B036-769CF9A33E32}"/>
    <dgm:cxn modelId="{17490258-E6A8-4073-8C79-2FB3A946CD5D}" type="presOf" srcId="{70950003-D30E-4F66-A62B-06C9B1546442}" destId="{EC3D4EDB-F62B-4E25-9F3C-CAF5724B1223}" srcOrd="1" destOrd="0" presId="urn:microsoft.com/office/officeart/2005/8/layout/orgChart1"/>
    <dgm:cxn modelId="{C11B727A-8042-426D-B38D-596034756720}" type="presOf" srcId="{43B2D3D0-BDCB-4D03-BC55-0478F286FBED}" destId="{48965417-BEC9-442B-9A80-12CF8DE34BBB}" srcOrd="0" destOrd="0" presId="urn:microsoft.com/office/officeart/2005/8/layout/orgChart1"/>
    <dgm:cxn modelId="{7CF87081-F3A3-45A8-B964-DD5D008A484A}" srcId="{D84AD72E-0734-4255-A831-06370F21FBB3}" destId="{9E499611-3355-4808-8CC6-7FBE5BC44131}" srcOrd="1" destOrd="0" parTransId="{8E85749C-EC4C-4E65-9416-B2799412AC7E}" sibTransId="{5B23AE56-D81F-4B4A-9A6B-71EFE7CDA819}"/>
    <dgm:cxn modelId="{2A3E1594-EB8D-4482-B13F-5DDD125605B0}" type="presOf" srcId="{70950003-D30E-4F66-A62B-06C9B1546442}" destId="{A8A7212D-D1BF-40EA-A31C-F868B34756C6}" srcOrd="0" destOrd="0" presId="urn:microsoft.com/office/officeart/2005/8/layout/orgChart1"/>
    <dgm:cxn modelId="{929C65C2-4F9D-4238-A38D-38D52CEA3937}" type="presOf" srcId="{3F65EA8D-BCCC-4C0D-AD6C-C9FAF7371DD2}" destId="{24E6EF63-0EFD-4F55-88EB-C8D073ABAFA0}" srcOrd="0" destOrd="0" presId="urn:microsoft.com/office/officeart/2005/8/layout/orgChart1"/>
    <dgm:cxn modelId="{779FB4EE-2624-454B-9CA4-C291C3F9BEFB}" type="presOf" srcId="{D84AD72E-0734-4255-A831-06370F21FBB3}" destId="{5F481728-F7FC-4045-A43C-6CAC37775EDE}" srcOrd="0" destOrd="0" presId="urn:microsoft.com/office/officeart/2005/8/layout/orgChart1"/>
    <dgm:cxn modelId="{9C36330C-7E34-432C-92A3-6E7861332215}" type="presParOf" srcId="{7815C298-4854-4C75-9B83-95F34A265A5F}" destId="{CD12AA9E-DC5E-4D6D-B4CB-F90ED7E66446}" srcOrd="0" destOrd="0" presId="urn:microsoft.com/office/officeart/2005/8/layout/orgChart1"/>
    <dgm:cxn modelId="{4DD95C5B-4C32-4DFC-96E9-6D58C5E0C650}" type="presParOf" srcId="{CD12AA9E-DC5E-4D6D-B4CB-F90ED7E66446}" destId="{B3E8AB32-71B5-4C45-AD4D-D9704A319FF1}" srcOrd="0" destOrd="0" presId="urn:microsoft.com/office/officeart/2005/8/layout/orgChart1"/>
    <dgm:cxn modelId="{FE2311B1-461B-4834-8199-5D06637962A6}" type="presParOf" srcId="{B3E8AB32-71B5-4C45-AD4D-D9704A319FF1}" destId="{5F481728-F7FC-4045-A43C-6CAC37775EDE}" srcOrd="0" destOrd="0" presId="urn:microsoft.com/office/officeart/2005/8/layout/orgChart1"/>
    <dgm:cxn modelId="{1238E816-DEF3-403B-9906-CC95BEEED51F}" type="presParOf" srcId="{B3E8AB32-71B5-4C45-AD4D-D9704A319FF1}" destId="{BAE76193-20C5-4EF4-96EB-23A6C2604232}" srcOrd="1" destOrd="0" presId="urn:microsoft.com/office/officeart/2005/8/layout/orgChart1"/>
    <dgm:cxn modelId="{D4DE01A8-5759-44FF-BC7A-F83A8B0E7272}" type="presParOf" srcId="{CD12AA9E-DC5E-4D6D-B4CB-F90ED7E66446}" destId="{B4FBA6AF-75F2-4E2E-A3D3-E0B0A49A985D}" srcOrd="1" destOrd="0" presId="urn:microsoft.com/office/officeart/2005/8/layout/orgChart1"/>
    <dgm:cxn modelId="{91EBD406-8157-47A4-89C2-7B1F12F46CC2}" type="presParOf" srcId="{B4FBA6AF-75F2-4E2E-A3D3-E0B0A49A985D}" destId="{24E6EF63-0EFD-4F55-88EB-C8D073ABAFA0}" srcOrd="0" destOrd="0" presId="urn:microsoft.com/office/officeart/2005/8/layout/orgChart1"/>
    <dgm:cxn modelId="{6CF2358B-EA79-48EA-85B4-BC1840B27AEE}" type="presParOf" srcId="{B4FBA6AF-75F2-4E2E-A3D3-E0B0A49A985D}" destId="{622104BF-857D-459F-8071-00AC43953C7A}" srcOrd="1" destOrd="0" presId="urn:microsoft.com/office/officeart/2005/8/layout/orgChart1"/>
    <dgm:cxn modelId="{2FA3F957-33CC-4FAA-9D9E-8806F806339C}" type="presParOf" srcId="{622104BF-857D-459F-8071-00AC43953C7A}" destId="{ABF0331C-631A-4E6F-AD69-3F3C7249131A}" srcOrd="0" destOrd="0" presId="urn:microsoft.com/office/officeart/2005/8/layout/orgChart1"/>
    <dgm:cxn modelId="{5EBD3E28-5D5E-408E-8277-57632D243909}" type="presParOf" srcId="{ABF0331C-631A-4E6F-AD69-3F3C7249131A}" destId="{66FDCF8E-907C-464D-8306-C41D6128B2AB}" srcOrd="0" destOrd="0" presId="urn:microsoft.com/office/officeart/2005/8/layout/orgChart1"/>
    <dgm:cxn modelId="{ED5045FA-344E-4105-BFC6-B4E61912C05A}" type="presParOf" srcId="{ABF0331C-631A-4E6F-AD69-3F3C7249131A}" destId="{B803919D-18D2-49C3-AF4E-5F2367ED0D26}" srcOrd="1" destOrd="0" presId="urn:microsoft.com/office/officeart/2005/8/layout/orgChart1"/>
    <dgm:cxn modelId="{6774E6AC-6493-4802-A0C5-264AA675D1C7}" type="presParOf" srcId="{622104BF-857D-459F-8071-00AC43953C7A}" destId="{B38B4B41-47F3-4D1A-B1D9-463B124193CC}" srcOrd="1" destOrd="0" presId="urn:microsoft.com/office/officeart/2005/8/layout/orgChart1"/>
    <dgm:cxn modelId="{5963CFFE-B6CC-45F1-9AC6-EAA0A9BFF2C0}" type="presParOf" srcId="{622104BF-857D-459F-8071-00AC43953C7A}" destId="{235EBC48-37F7-447E-A94D-2730879253DA}" srcOrd="2" destOrd="0" presId="urn:microsoft.com/office/officeart/2005/8/layout/orgChart1"/>
    <dgm:cxn modelId="{CD115B27-2E73-49A8-9168-317CCF739A17}" type="presParOf" srcId="{B4FBA6AF-75F2-4E2E-A3D3-E0B0A49A985D}" destId="{D2EF4239-DCDB-4DB5-B3EF-AE2A36212A51}" srcOrd="2" destOrd="0" presId="urn:microsoft.com/office/officeart/2005/8/layout/orgChart1"/>
    <dgm:cxn modelId="{E0C5E284-8320-42F5-9DA3-C7D22E82B5C7}" type="presParOf" srcId="{B4FBA6AF-75F2-4E2E-A3D3-E0B0A49A985D}" destId="{99245DA7-9360-494F-822E-A3C59BB7A680}" srcOrd="3" destOrd="0" presId="urn:microsoft.com/office/officeart/2005/8/layout/orgChart1"/>
    <dgm:cxn modelId="{E160146B-56F9-4987-9979-1391D310CCB3}" type="presParOf" srcId="{99245DA7-9360-494F-822E-A3C59BB7A680}" destId="{3B532A17-4A20-4AF6-A5C6-45FD4B76C8E5}" srcOrd="0" destOrd="0" presId="urn:microsoft.com/office/officeart/2005/8/layout/orgChart1"/>
    <dgm:cxn modelId="{4F9A7A12-EA83-4DCB-A0AF-231751C5537B}" type="presParOf" srcId="{3B532A17-4A20-4AF6-A5C6-45FD4B76C8E5}" destId="{0519E900-0F0F-4657-B749-25A2DEE1B6D7}" srcOrd="0" destOrd="0" presId="urn:microsoft.com/office/officeart/2005/8/layout/orgChart1"/>
    <dgm:cxn modelId="{0D8A1158-5C72-497E-8658-5F283D0FF1AB}" type="presParOf" srcId="{3B532A17-4A20-4AF6-A5C6-45FD4B76C8E5}" destId="{683AF7F4-1C46-4F1B-BC7B-51A0C1402E6A}" srcOrd="1" destOrd="0" presId="urn:microsoft.com/office/officeart/2005/8/layout/orgChart1"/>
    <dgm:cxn modelId="{8D8429AA-15E5-45C8-86A3-9392565E4380}" type="presParOf" srcId="{99245DA7-9360-494F-822E-A3C59BB7A680}" destId="{E554B03F-9B77-4ADF-8495-34B2E4D0309E}" srcOrd="1" destOrd="0" presId="urn:microsoft.com/office/officeart/2005/8/layout/orgChart1"/>
    <dgm:cxn modelId="{A45519E6-3BAF-465D-BF60-A0C71DCF0501}" type="presParOf" srcId="{E554B03F-9B77-4ADF-8495-34B2E4D0309E}" destId="{48965417-BEC9-442B-9A80-12CF8DE34BBB}" srcOrd="0" destOrd="0" presId="urn:microsoft.com/office/officeart/2005/8/layout/orgChart1"/>
    <dgm:cxn modelId="{5AF60BA5-79F2-48F9-B8DC-4D14F979574F}" type="presParOf" srcId="{E554B03F-9B77-4ADF-8495-34B2E4D0309E}" destId="{628605D6-4029-4D48-9F1C-E51ECD8D1DA1}" srcOrd="1" destOrd="0" presId="urn:microsoft.com/office/officeart/2005/8/layout/orgChart1"/>
    <dgm:cxn modelId="{05553CDF-FD00-4889-A573-46694042A5B5}" type="presParOf" srcId="{628605D6-4029-4D48-9F1C-E51ECD8D1DA1}" destId="{15427A0D-3E38-46F1-BADB-32AC11034E5E}" srcOrd="0" destOrd="0" presId="urn:microsoft.com/office/officeart/2005/8/layout/orgChart1"/>
    <dgm:cxn modelId="{11804522-E81B-4DED-82EC-57F89574391D}" type="presParOf" srcId="{15427A0D-3E38-46F1-BADB-32AC11034E5E}" destId="{A8A7212D-D1BF-40EA-A31C-F868B34756C6}" srcOrd="0" destOrd="0" presId="urn:microsoft.com/office/officeart/2005/8/layout/orgChart1"/>
    <dgm:cxn modelId="{39E4EA46-021C-4A93-8903-3768A8B9E44B}" type="presParOf" srcId="{15427A0D-3E38-46F1-BADB-32AC11034E5E}" destId="{EC3D4EDB-F62B-4E25-9F3C-CAF5724B1223}" srcOrd="1" destOrd="0" presId="urn:microsoft.com/office/officeart/2005/8/layout/orgChart1"/>
    <dgm:cxn modelId="{2F34BDE0-3B00-400F-B4E3-C6241E40E360}" type="presParOf" srcId="{628605D6-4029-4D48-9F1C-E51ECD8D1DA1}" destId="{4960D238-FBEA-48A6-A847-9201D6549912}" srcOrd="1" destOrd="0" presId="urn:microsoft.com/office/officeart/2005/8/layout/orgChart1"/>
    <dgm:cxn modelId="{EFE9074C-1131-4122-9BDD-306B06415FE4}" type="presParOf" srcId="{628605D6-4029-4D48-9F1C-E51ECD8D1DA1}" destId="{156C3651-61DF-4DA1-86AA-B1968F7D7442}" srcOrd="2" destOrd="0" presId="urn:microsoft.com/office/officeart/2005/8/layout/orgChart1"/>
    <dgm:cxn modelId="{0D621B02-70B2-4B40-A4BF-7EEBF976BC41}" type="presParOf" srcId="{99245DA7-9360-494F-822E-A3C59BB7A680}" destId="{0535BB86-3053-443D-BE4D-C9240502902B}" srcOrd="2" destOrd="0" presId="urn:microsoft.com/office/officeart/2005/8/layout/orgChart1"/>
    <dgm:cxn modelId="{3225C9FF-1316-4220-9429-C73B1052E930}" type="presParOf" srcId="{CD12AA9E-DC5E-4D6D-B4CB-F90ED7E66446}" destId="{9C10ECFB-4AA2-454D-B5FA-23FAAF3D8A37}" srcOrd="2" destOrd="0" presId="urn:microsoft.com/office/officeart/2005/8/layout/orgChar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8965417-BEC9-442B-9A80-12CF8DE34BBB}">
      <dsp:nvSpPr>
        <dsp:cNvPr id="0" name=""/>
        <dsp:cNvSpPr/>
      </dsp:nvSpPr>
      <dsp:spPr>
        <a:xfrm>
          <a:off x="2258283" y="1692152"/>
          <a:ext cx="287091" cy="646110"/>
        </a:xfrm>
        <a:custGeom>
          <a:avLst/>
          <a:gdLst/>
          <a:ahLst/>
          <a:cxnLst/>
          <a:rect l="0" t="0" r="0" b="0"/>
          <a:pathLst>
            <a:path>
              <a:moveTo>
                <a:pt x="0" y="0"/>
              </a:moveTo>
              <a:lnTo>
                <a:pt x="0" y="646110"/>
              </a:lnTo>
              <a:lnTo>
                <a:pt x="287091" y="646110"/>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D2EF4239-DCDB-4DB5-B3EF-AE2A36212A51}">
      <dsp:nvSpPr>
        <dsp:cNvPr id="0" name=""/>
        <dsp:cNvSpPr/>
      </dsp:nvSpPr>
      <dsp:spPr>
        <a:xfrm>
          <a:off x="1797156" y="700892"/>
          <a:ext cx="1020560" cy="291968"/>
        </a:xfrm>
        <a:custGeom>
          <a:avLst/>
          <a:gdLst/>
          <a:ahLst/>
          <a:cxnLst/>
          <a:rect l="0" t="0" r="0" b="0"/>
          <a:pathLst>
            <a:path>
              <a:moveTo>
                <a:pt x="0" y="0"/>
              </a:moveTo>
              <a:lnTo>
                <a:pt x="0" y="145117"/>
              </a:lnTo>
              <a:lnTo>
                <a:pt x="1020560" y="145117"/>
              </a:lnTo>
              <a:lnTo>
                <a:pt x="1020560" y="291968"/>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4E6EF63-0EFD-4F55-88EB-C8D073ABAFA0}">
      <dsp:nvSpPr>
        <dsp:cNvPr id="0" name=""/>
        <dsp:cNvSpPr/>
      </dsp:nvSpPr>
      <dsp:spPr>
        <a:xfrm>
          <a:off x="951012" y="700892"/>
          <a:ext cx="846143" cy="293702"/>
        </a:xfrm>
        <a:custGeom>
          <a:avLst/>
          <a:gdLst/>
          <a:ahLst/>
          <a:cxnLst/>
          <a:rect l="0" t="0" r="0" b="0"/>
          <a:pathLst>
            <a:path>
              <a:moveTo>
                <a:pt x="846143" y="0"/>
              </a:moveTo>
              <a:lnTo>
                <a:pt x="846143" y="146851"/>
              </a:lnTo>
              <a:lnTo>
                <a:pt x="0" y="146851"/>
              </a:lnTo>
              <a:lnTo>
                <a:pt x="0" y="293702"/>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5F481728-F7FC-4045-A43C-6CAC37775EDE}">
      <dsp:nvSpPr>
        <dsp:cNvPr id="0" name=""/>
        <dsp:cNvSpPr/>
      </dsp:nvSpPr>
      <dsp:spPr>
        <a:xfrm>
          <a:off x="1097864" y="1600"/>
          <a:ext cx="1398583" cy="699291"/>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kern="1200" dirty="0"/>
            <a:t>90030001</a:t>
          </a:r>
        </a:p>
      </dsp:txBody>
      <dsp:txXfrm>
        <a:off x="1097864" y="1600"/>
        <a:ext cx="1398583" cy="699291"/>
      </dsp:txXfrm>
    </dsp:sp>
    <dsp:sp modelId="{66FDCF8E-907C-464D-8306-C41D6128B2AB}">
      <dsp:nvSpPr>
        <dsp:cNvPr id="0" name=""/>
        <dsp:cNvSpPr/>
      </dsp:nvSpPr>
      <dsp:spPr>
        <a:xfrm>
          <a:off x="251721" y="994595"/>
          <a:ext cx="1398583" cy="699291"/>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kern="1200" dirty="0"/>
            <a:t>91294820</a:t>
          </a:r>
        </a:p>
      </dsp:txBody>
      <dsp:txXfrm>
        <a:off x="251721" y="994595"/>
        <a:ext cx="1398583" cy="699291"/>
      </dsp:txXfrm>
    </dsp:sp>
    <dsp:sp modelId="{0519E900-0F0F-4657-B749-25A2DEE1B6D7}">
      <dsp:nvSpPr>
        <dsp:cNvPr id="0" name=""/>
        <dsp:cNvSpPr/>
      </dsp:nvSpPr>
      <dsp:spPr>
        <a:xfrm>
          <a:off x="2118424" y="992860"/>
          <a:ext cx="1398583" cy="699291"/>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kern="1200" dirty="0"/>
            <a:t>90953891</a:t>
          </a:r>
        </a:p>
      </dsp:txBody>
      <dsp:txXfrm>
        <a:off x="2118424" y="992860"/>
        <a:ext cx="1398583" cy="699291"/>
      </dsp:txXfrm>
    </dsp:sp>
    <dsp:sp modelId="{A8A7212D-D1BF-40EA-A31C-F868B34756C6}">
      <dsp:nvSpPr>
        <dsp:cNvPr id="0" name=""/>
        <dsp:cNvSpPr/>
      </dsp:nvSpPr>
      <dsp:spPr>
        <a:xfrm>
          <a:off x="2545374" y="1988617"/>
          <a:ext cx="1398583" cy="699291"/>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kern="1200" dirty="0"/>
            <a:t>90125021</a:t>
          </a:r>
        </a:p>
      </dsp:txBody>
      <dsp:txXfrm>
        <a:off x="2545374" y="1988617"/>
        <a:ext cx="1398583" cy="699291"/>
      </dsp:txXfrm>
    </dsp:sp>
  </dsp:spTree>
</dsp:drawing>
</file>

<file path=ppt/diagrams/layout1.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GB">
              <a:latin typeface="Grundfos TheSans SemiLight" panose="020B0402050302020203" pitchFamily="34" charset="0"/>
            </a:endParaRPr>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41358CCC-6F56-43DD-8E6C-EA1D04BE9FE9}" type="datetimeFigureOut">
              <a:rPr lang="en-GB" smtClean="0">
                <a:latin typeface="Grundfos TheSans SemiLight" panose="020B0402050302020203" pitchFamily="34" charset="0"/>
              </a:rPr>
              <a:t>12/09/2025</a:t>
            </a:fld>
            <a:endParaRPr lang="en-GB">
              <a:latin typeface="Grundfos TheSans SemiLight" panose="020B0402050302020203" pitchFamily="34" charset="0"/>
            </a:endParaRPr>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GB">
              <a:latin typeface="Grundfos TheSans SemiLight" panose="020B0402050302020203" pitchFamily="34" charset="0"/>
            </a:endParaRPr>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AF0EAB28-5B9C-4697-8701-0D3AA7BAFD03}" type="slidenum">
              <a:rPr lang="en-GB" smtClean="0">
                <a:latin typeface="Grundfos TheSans SemiLight" panose="020B0402050302020203" pitchFamily="34" charset="0"/>
              </a:rPr>
              <a:t>‹#›</a:t>
            </a:fld>
            <a:endParaRPr lang="en-GB">
              <a:latin typeface="Grundfos TheSans SemiLight" panose="020B0402050302020203" pitchFamily="34" charset="0"/>
            </a:endParaRPr>
          </a:p>
        </p:txBody>
      </p:sp>
    </p:spTree>
    <p:extLst>
      <p:ext uri="{BB962C8B-B14F-4D97-AF65-F5344CB8AC3E}">
        <p14:creationId xmlns:p14="http://schemas.microsoft.com/office/powerpoint/2010/main" val="216349014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Grundfos TheSans SemiLight" panose="020B0402050302020203" pitchFamily="34" charset="0"/>
              </a:defRPr>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Grundfos TheSans SemiLight" panose="020B0402050302020203" pitchFamily="34" charset="0"/>
              </a:defRPr>
            </a:lvl1pPr>
          </a:lstStyle>
          <a:p>
            <a:fld id="{2B48A068-4DD0-45F4-94E7-C55B9B1640CE}" type="datetimeFigureOut">
              <a:rPr lang="en-GB" smtClean="0"/>
              <a:pPr/>
              <a:t>12/09/2025</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Grundfos TheSans SemiLight" panose="020B0402050302020203" pitchFamily="34" charset="0"/>
              </a:defRPr>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Grundfos TheSans SemiLight" panose="020B0402050302020203" pitchFamily="34" charset="0"/>
              </a:defRPr>
            </a:lvl1pPr>
          </a:lstStyle>
          <a:p>
            <a:fld id="{B0B3AEDA-FA2C-4C5B-8D07-E10DAED930C6}" type="slidenum">
              <a:rPr lang="en-GB" smtClean="0"/>
              <a:pPr/>
              <a:t>‹#›</a:t>
            </a:fld>
            <a:endParaRPr lang="en-GB"/>
          </a:p>
        </p:txBody>
      </p:sp>
    </p:spTree>
    <p:extLst>
      <p:ext uri="{BB962C8B-B14F-4D97-AF65-F5344CB8AC3E}">
        <p14:creationId xmlns:p14="http://schemas.microsoft.com/office/powerpoint/2010/main" val="70284089"/>
      </p:ext>
    </p:extLst>
  </p:cSld>
  <p:clrMap bg1="lt1" tx1="dk1" bg2="lt2" tx2="dk2" accent1="accent1" accent2="accent2" accent3="accent3" accent4="accent4" accent5="accent5" accent6="accent6" hlink="hlink" folHlink="folHlink"/>
  <p:notesStyle>
    <a:lvl1pPr marL="0" algn="l" defTabSz="1219170" rtl="0" eaLnBrk="1" latinLnBrk="0" hangingPunct="1">
      <a:defRPr sz="1600" kern="1200">
        <a:solidFill>
          <a:schemeClr val="tx1"/>
        </a:solidFill>
        <a:latin typeface="Grundfos TheSans SemiLight" panose="020B0402050302020203" pitchFamily="34" charset="0"/>
        <a:ea typeface="+mn-ea"/>
        <a:cs typeface="+mn-cs"/>
      </a:defRPr>
    </a:lvl1pPr>
    <a:lvl2pPr marL="609585" algn="l" defTabSz="1219170" rtl="0" eaLnBrk="1" latinLnBrk="0" hangingPunct="1">
      <a:defRPr sz="1600" kern="1200">
        <a:solidFill>
          <a:schemeClr val="tx1"/>
        </a:solidFill>
        <a:latin typeface="Grundfos TheSans SemiLight" panose="020B0402050302020203" pitchFamily="34" charset="0"/>
        <a:ea typeface="+mn-ea"/>
        <a:cs typeface="+mn-cs"/>
      </a:defRPr>
    </a:lvl2pPr>
    <a:lvl3pPr marL="1219170" algn="l" defTabSz="1219170" rtl="0" eaLnBrk="1" latinLnBrk="0" hangingPunct="1">
      <a:defRPr sz="1600" kern="1200">
        <a:solidFill>
          <a:schemeClr val="tx1"/>
        </a:solidFill>
        <a:latin typeface="Grundfos TheSans SemiLight" panose="020B0402050302020203" pitchFamily="34" charset="0"/>
        <a:ea typeface="+mn-ea"/>
        <a:cs typeface="+mn-cs"/>
      </a:defRPr>
    </a:lvl3pPr>
    <a:lvl4pPr marL="1828754" algn="l" defTabSz="1219170" rtl="0" eaLnBrk="1" latinLnBrk="0" hangingPunct="1">
      <a:defRPr sz="1600" kern="1200">
        <a:solidFill>
          <a:schemeClr val="tx1"/>
        </a:solidFill>
        <a:latin typeface="Grundfos TheSans SemiLight" panose="020B0402050302020203" pitchFamily="34" charset="0"/>
        <a:ea typeface="+mn-ea"/>
        <a:cs typeface="+mn-cs"/>
      </a:defRPr>
    </a:lvl4pPr>
    <a:lvl5pPr marL="2438339" algn="l" defTabSz="1219170" rtl="0" eaLnBrk="1" latinLnBrk="0" hangingPunct="1">
      <a:defRPr sz="1600" kern="1200">
        <a:solidFill>
          <a:schemeClr val="tx1"/>
        </a:solidFill>
        <a:latin typeface="Grundfos TheSans SemiLight" panose="020B0402050302020203" pitchFamily="34" charset="0"/>
        <a:ea typeface="+mn-ea"/>
        <a:cs typeface="+mn-cs"/>
      </a:defRPr>
    </a:lvl5pPr>
    <a:lvl6pPr marL="3047924" algn="l" defTabSz="1219170" rtl="0" eaLnBrk="1" latinLnBrk="0" hangingPunct="1">
      <a:defRPr sz="1600" kern="1200">
        <a:solidFill>
          <a:schemeClr val="tx1"/>
        </a:solidFill>
        <a:latin typeface="+mn-lt"/>
        <a:ea typeface="+mn-ea"/>
        <a:cs typeface="+mn-cs"/>
      </a:defRPr>
    </a:lvl6pPr>
    <a:lvl7pPr marL="3657509" algn="l" defTabSz="1219170" rtl="0" eaLnBrk="1" latinLnBrk="0" hangingPunct="1">
      <a:defRPr sz="1600" kern="1200">
        <a:solidFill>
          <a:schemeClr val="tx1"/>
        </a:solidFill>
        <a:latin typeface="+mn-lt"/>
        <a:ea typeface="+mn-ea"/>
        <a:cs typeface="+mn-cs"/>
      </a:defRPr>
    </a:lvl7pPr>
    <a:lvl8pPr marL="4267093" algn="l" defTabSz="1219170" rtl="0" eaLnBrk="1" latinLnBrk="0" hangingPunct="1">
      <a:defRPr sz="1600" kern="1200">
        <a:solidFill>
          <a:schemeClr val="tx1"/>
        </a:solidFill>
        <a:latin typeface="+mn-lt"/>
        <a:ea typeface="+mn-ea"/>
        <a:cs typeface="+mn-cs"/>
      </a:defRPr>
    </a:lvl8pPr>
    <a:lvl9pPr marL="4876678" algn="l" defTabSz="1219170"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DK" dirty="0"/>
          </a:p>
        </p:txBody>
      </p:sp>
      <p:sp>
        <p:nvSpPr>
          <p:cNvPr id="4" name="Slide Number Placeholder 3"/>
          <p:cNvSpPr>
            <a:spLocks noGrp="1"/>
          </p:cNvSpPr>
          <p:nvPr>
            <p:ph type="sldNum" sz="quarter" idx="5"/>
          </p:nvPr>
        </p:nvSpPr>
        <p:spPr/>
        <p:txBody>
          <a:bodyPr/>
          <a:lstStyle/>
          <a:p>
            <a:fld id="{B0B3AEDA-FA2C-4C5B-8D07-E10DAED930C6}" type="slidenum">
              <a:rPr lang="en-GB" smtClean="0"/>
              <a:pPr/>
              <a:t>1</a:t>
            </a:fld>
            <a:endParaRPr lang="en-GB"/>
          </a:p>
        </p:txBody>
      </p:sp>
    </p:spTree>
    <p:extLst>
      <p:ext uri="{BB962C8B-B14F-4D97-AF65-F5344CB8AC3E}">
        <p14:creationId xmlns:p14="http://schemas.microsoft.com/office/powerpoint/2010/main" val="228985947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DK" dirty="0"/>
          </a:p>
        </p:txBody>
      </p:sp>
      <p:sp>
        <p:nvSpPr>
          <p:cNvPr id="4" name="Slide Number Placeholder 3"/>
          <p:cNvSpPr>
            <a:spLocks noGrp="1"/>
          </p:cNvSpPr>
          <p:nvPr>
            <p:ph type="sldNum" sz="quarter" idx="5"/>
          </p:nvPr>
        </p:nvSpPr>
        <p:spPr/>
        <p:txBody>
          <a:bodyPr/>
          <a:lstStyle/>
          <a:p>
            <a:fld id="{B0B3AEDA-FA2C-4C5B-8D07-E10DAED930C6}" type="slidenum">
              <a:rPr lang="en-GB" smtClean="0"/>
              <a:pPr/>
              <a:t>2</a:t>
            </a:fld>
            <a:endParaRPr lang="en-GB"/>
          </a:p>
        </p:txBody>
      </p:sp>
    </p:spTree>
    <p:extLst>
      <p:ext uri="{BB962C8B-B14F-4D97-AF65-F5344CB8AC3E}">
        <p14:creationId xmlns:p14="http://schemas.microsoft.com/office/powerpoint/2010/main" val="256136985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DK" dirty="0"/>
          </a:p>
        </p:txBody>
      </p:sp>
      <p:sp>
        <p:nvSpPr>
          <p:cNvPr id="4" name="Slide Number Placeholder 3"/>
          <p:cNvSpPr>
            <a:spLocks noGrp="1"/>
          </p:cNvSpPr>
          <p:nvPr>
            <p:ph type="sldNum" sz="quarter" idx="5"/>
          </p:nvPr>
        </p:nvSpPr>
        <p:spPr/>
        <p:txBody>
          <a:bodyPr/>
          <a:lstStyle/>
          <a:p>
            <a:fld id="{B0B3AEDA-FA2C-4C5B-8D07-E10DAED930C6}" type="slidenum">
              <a:rPr lang="en-GB" smtClean="0"/>
              <a:pPr/>
              <a:t>3</a:t>
            </a:fld>
            <a:endParaRPr lang="en-GB"/>
          </a:p>
        </p:txBody>
      </p:sp>
    </p:spTree>
    <p:extLst>
      <p:ext uri="{BB962C8B-B14F-4D97-AF65-F5344CB8AC3E}">
        <p14:creationId xmlns:p14="http://schemas.microsoft.com/office/powerpoint/2010/main" val="160542436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DK" dirty="0"/>
          </a:p>
        </p:txBody>
      </p:sp>
      <p:sp>
        <p:nvSpPr>
          <p:cNvPr id="4" name="Slide Number Placeholder 3"/>
          <p:cNvSpPr>
            <a:spLocks noGrp="1"/>
          </p:cNvSpPr>
          <p:nvPr>
            <p:ph type="sldNum" sz="quarter" idx="5"/>
          </p:nvPr>
        </p:nvSpPr>
        <p:spPr/>
        <p:txBody>
          <a:bodyPr/>
          <a:lstStyle/>
          <a:p>
            <a:fld id="{B0B3AEDA-FA2C-4C5B-8D07-E10DAED930C6}" type="slidenum">
              <a:rPr lang="en-GB" smtClean="0"/>
              <a:pPr/>
              <a:t>4</a:t>
            </a:fld>
            <a:endParaRPr lang="en-GB"/>
          </a:p>
        </p:txBody>
      </p:sp>
    </p:spTree>
    <p:extLst>
      <p:ext uri="{BB962C8B-B14F-4D97-AF65-F5344CB8AC3E}">
        <p14:creationId xmlns:p14="http://schemas.microsoft.com/office/powerpoint/2010/main" val="141975308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DK" dirty="0"/>
          </a:p>
        </p:txBody>
      </p:sp>
      <p:sp>
        <p:nvSpPr>
          <p:cNvPr id="4" name="Slide Number Placeholder 3"/>
          <p:cNvSpPr>
            <a:spLocks noGrp="1"/>
          </p:cNvSpPr>
          <p:nvPr>
            <p:ph type="sldNum" sz="quarter" idx="5"/>
          </p:nvPr>
        </p:nvSpPr>
        <p:spPr/>
        <p:txBody>
          <a:bodyPr/>
          <a:lstStyle/>
          <a:p>
            <a:fld id="{B0B3AEDA-FA2C-4C5B-8D07-E10DAED930C6}" type="slidenum">
              <a:rPr lang="en-GB" smtClean="0"/>
              <a:pPr/>
              <a:t>5</a:t>
            </a:fld>
            <a:endParaRPr lang="en-GB"/>
          </a:p>
        </p:txBody>
      </p:sp>
    </p:spTree>
    <p:extLst>
      <p:ext uri="{BB962C8B-B14F-4D97-AF65-F5344CB8AC3E}">
        <p14:creationId xmlns:p14="http://schemas.microsoft.com/office/powerpoint/2010/main" val="111299242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DK" dirty="0"/>
          </a:p>
        </p:txBody>
      </p:sp>
      <p:sp>
        <p:nvSpPr>
          <p:cNvPr id="4" name="Slide Number Placeholder 3"/>
          <p:cNvSpPr>
            <a:spLocks noGrp="1"/>
          </p:cNvSpPr>
          <p:nvPr>
            <p:ph type="sldNum" sz="quarter" idx="5"/>
          </p:nvPr>
        </p:nvSpPr>
        <p:spPr/>
        <p:txBody>
          <a:bodyPr/>
          <a:lstStyle/>
          <a:p>
            <a:fld id="{B0B3AEDA-FA2C-4C5B-8D07-E10DAED930C6}" type="slidenum">
              <a:rPr lang="en-GB" smtClean="0"/>
              <a:pPr/>
              <a:t>6</a:t>
            </a:fld>
            <a:endParaRPr lang="en-GB"/>
          </a:p>
        </p:txBody>
      </p:sp>
    </p:spTree>
    <p:extLst>
      <p:ext uri="{BB962C8B-B14F-4D97-AF65-F5344CB8AC3E}">
        <p14:creationId xmlns:p14="http://schemas.microsoft.com/office/powerpoint/2010/main" val="190518645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u="none" dirty="0"/>
          </a:p>
        </p:txBody>
      </p:sp>
      <p:sp>
        <p:nvSpPr>
          <p:cNvPr id="4" name="Slide Number Placeholder 3"/>
          <p:cNvSpPr>
            <a:spLocks noGrp="1"/>
          </p:cNvSpPr>
          <p:nvPr>
            <p:ph type="sldNum" sz="quarter" idx="10"/>
          </p:nvPr>
        </p:nvSpPr>
        <p:spPr/>
        <p:txBody>
          <a:bodyPr/>
          <a:lstStyle/>
          <a:p>
            <a:fld id="{B0B3AEDA-FA2C-4C5B-8D07-E10DAED930C6}" type="slidenum">
              <a:rPr lang="en-GB" smtClean="0"/>
              <a:t>7</a:t>
            </a:fld>
            <a:endParaRPr lang="en-GB"/>
          </a:p>
        </p:txBody>
      </p:sp>
    </p:spTree>
    <p:extLst>
      <p:ext uri="{BB962C8B-B14F-4D97-AF65-F5344CB8AC3E}">
        <p14:creationId xmlns:p14="http://schemas.microsoft.com/office/powerpoint/2010/main" val="48393348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DK" dirty="0"/>
          </a:p>
        </p:txBody>
      </p:sp>
      <p:sp>
        <p:nvSpPr>
          <p:cNvPr id="4" name="Slide Number Placeholder 3"/>
          <p:cNvSpPr>
            <a:spLocks noGrp="1"/>
          </p:cNvSpPr>
          <p:nvPr>
            <p:ph type="sldNum" sz="quarter" idx="5"/>
          </p:nvPr>
        </p:nvSpPr>
        <p:spPr/>
        <p:txBody>
          <a:bodyPr/>
          <a:lstStyle/>
          <a:p>
            <a:fld id="{B0B3AEDA-FA2C-4C5B-8D07-E10DAED930C6}" type="slidenum">
              <a:rPr lang="en-GB" smtClean="0"/>
              <a:pPr/>
              <a:t>8</a:t>
            </a:fld>
            <a:endParaRPr lang="en-GB"/>
          </a:p>
        </p:txBody>
      </p:sp>
    </p:spTree>
    <p:extLst>
      <p:ext uri="{BB962C8B-B14F-4D97-AF65-F5344CB8AC3E}">
        <p14:creationId xmlns:p14="http://schemas.microsoft.com/office/powerpoint/2010/main" val="146749569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DK" dirty="0"/>
          </a:p>
        </p:txBody>
      </p:sp>
      <p:sp>
        <p:nvSpPr>
          <p:cNvPr id="4" name="Slide Number Placeholder 3"/>
          <p:cNvSpPr>
            <a:spLocks noGrp="1"/>
          </p:cNvSpPr>
          <p:nvPr>
            <p:ph type="sldNum" sz="quarter" idx="5"/>
          </p:nvPr>
        </p:nvSpPr>
        <p:spPr/>
        <p:txBody>
          <a:bodyPr/>
          <a:lstStyle/>
          <a:p>
            <a:fld id="{B0B3AEDA-FA2C-4C5B-8D07-E10DAED930C6}" type="slidenum">
              <a:rPr lang="en-GB" smtClean="0"/>
              <a:pPr/>
              <a:t>9</a:t>
            </a:fld>
            <a:endParaRPr lang="en-GB"/>
          </a:p>
        </p:txBody>
      </p:sp>
    </p:spTree>
    <p:extLst>
      <p:ext uri="{BB962C8B-B14F-4D97-AF65-F5344CB8AC3E}">
        <p14:creationId xmlns:p14="http://schemas.microsoft.com/office/powerpoint/2010/main" val="343523155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DK" dirty="0"/>
          </a:p>
        </p:txBody>
      </p:sp>
      <p:sp>
        <p:nvSpPr>
          <p:cNvPr id="4" name="Slide Number Placeholder 3"/>
          <p:cNvSpPr>
            <a:spLocks noGrp="1"/>
          </p:cNvSpPr>
          <p:nvPr>
            <p:ph type="sldNum" sz="quarter" idx="5"/>
          </p:nvPr>
        </p:nvSpPr>
        <p:spPr/>
        <p:txBody>
          <a:bodyPr/>
          <a:lstStyle/>
          <a:p>
            <a:fld id="{B0B3AEDA-FA2C-4C5B-8D07-E10DAED930C6}" type="slidenum">
              <a:rPr lang="en-GB" smtClean="0"/>
              <a:pPr/>
              <a:t>10</a:t>
            </a:fld>
            <a:endParaRPr lang="en-GB"/>
          </a:p>
        </p:txBody>
      </p:sp>
    </p:spTree>
    <p:extLst>
      <p:ext uri="{BB962C8B-B14F-4D97-AF65-F5344CB8AC3E}">
        <p14:creationId xmlns:p14="http://schemas.microsoft.com/office/powerpoint/2010/main" val="154870491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DK" dirty="0"/>
          </a:p>
        </p:txBody>
      </p:sp>
      <p:sp>
        <p:nvSpPr>
          <p:cNvPr id="4" name="Slide Number Placeholder 3"/>
          <p:cNvSpPr>
            <a:spLocks noGrp="1"/>
          </p:cNvSpPr>
          <p:nvPr>
            <p:ph type="sldNum" sz="quarter" idx="5"/>
          </p:nvPr>
        </p:nvSpPr>
        <p:spPr/>
        <p:txBody>
          <a:bodyPr/>
          <a:lstStyle/>
          <a:p>
            <a:fld id="{B0B3AEDA-FA2C-4C5B-8D07-E10DAED930C6}" type="slidenum">
              <a:rPr lang="en-GB" smtClean="0"/>
              <a:pPr/>
              <a:t>11</a:t>
            </a:fld>
            <a:endParaRPr lang="en-GB"/>
          </a:p>
        </p:txBody>
      </p:sp>
    </p:spTree>
    <p:extLst>
      <p:ext uri="{BB962C8B-B14F-4D97-AF65-F5344CB8AC3E}">
        <p14:creationId xmlns:p14="http://schemas.microsoft.com/office/powerpoint/2010/main" val="223009258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237814-D5C4-ADF3-754B-0A9737F0E08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F45976D-C4E4-F867-8E2C-75549928289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53789E7-30CC-E78E-C43B-88AA6AB646E4}"/>
              </a:ext>
            </a:extLst>
          </p:cNvPr>
          <p:cNvSpPr>
            <a:spLocks noGrp="1"/>
          </p:cNvSpPr>
          <p:nvPr>
            <p:ph type="body" idx="1"/>
          </p:nvPr>
        </p:nvSpPr>
        <p:spPr/>
        <p:txBody>
          <a:bodyPr/>
          <a:lstStyle/>
          <a:p>
            <a:endParaRPr lang="en-DK" dirty="0"/>
          </a:p>
        </p:txBody>
      </p:sp>
      <p:sp>
        <p:nvSpPr>
          <p:cNvPr id="4" name="Slide Number Placeholder 3">
            <a:extLst>
              <a:ext uri="{FF2B5EF4-FFF2-40B4-BE49-F238E27FC236}">
                <a16:creationId xmlns:a16="http://schemas.microsoft.com/office/drawing/2014/main" id="{15762447-341C-5061-6B8A-8E093812D7FB}"/>
              </a:ext>
            </a:extLst>
          </p:cNvPr>
          <p:cNvSpPr>
            <a:spLocks noGrp="1"/>
          </p:cNvSpPr>
          <p:nvPr>
            <p:ph type="sldNum" sz="quarter" idx="5"/>
          </p:nvPr>
        </p:nvSpPr>
        <p:spPr/>
        <p:txBody>
          <a:bodyPr/>
          <a:lstStyle/>
          <a:p>
            <a:fld id="{B0B3AEDA-FA2C-4C5B-8D07-E10DAED930C6}" type="slidenum">
              <a:rPr lang="en-GB" smtClean="0"/>
              <a:pPr/>
              <a:t>12</a:t>
            </a:fld>
            <a:endParaRPr lang="en-GB"/>
          </a:p>
        </p:txBody>
      </p:sp>
    </p:spTree>
    <p:extLst>
      <p:ext uri="{BB962C8B-B14F-4D97-AF65-F5344CB8AC3E}">
        <p14:creationId xmlns:p14="http://schemas.microsoft.com/office/powerpoint/2010/main" val="334096975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DK" dirty="0"/>
          </a:p>
        </p:txBody>
      </p:sp>
      <p:sp>
        <p:nvSpPr>
          <p:cNvPr id="4" name="Slide Number Placeholder 3"/>
          <p:cNvSpPr>
            <a:spLocks noGrp="1"/>
          </p:cNvSpPr>
          <p:nvPr>
            <p:ph type="sldNum" sz="quarter" idx="5"/>
          </p:nvPr>
        </p:nvSpPr>
        <p:spPr/>
        <p:txBody>
          <a:bodyPr/>
          <a:lstStyle/>
          <a:p>
            <a:fld id="{B0B3AEDA-FA2C-4C5B-8D07-E10DAED930C6}" type="slidenum">
              <a:rPr lang="en-GB" smtClean="0"/>
              <a:pPr/>
              <a:t>13</a:t>
            </a:fld>
            <a:endParaRPr lang="en-GB"/>
          </a:p>
        </p:txBody>
      </p:sp>
    </p:spTree>
    <p:extLst>
      <p:ext uri="{BB962C8B-B14F-4D97-AF65-F5344CB8AC3E}">
        <p14:creationId xmlns:p14="http://schemas.microsoft.com/office/powerpoint/2010/main" val="292179832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DK" dirty="0"/>
          </a:p>
        </p:txBody>
      </p:sp>
      <p:sp>
        <p:nvSpPr>
          <p:cNvPr id="4" name="Slide Number Placeholder 3"/>
          <p:cNvSpPr>
            <a:spLocks noGrp="1"/>
          </p:cNvSpPr>
          <p:nvPr>
            <p:ph type="sldNum" sz="quarter" idx="5"/>
          </p:nvPr>
        </p:nvSpPr>
        <p:spPr/>
        <p:txBody>
          <a:bodyPr/>
          <a:lstStyle/>
          <a:p>
            <a:fld id="{B0B3AEDA-FA2C-4C5B-8D07-E10DAED930C6}" type="slidenum">
              <a:rPr lang="en-GB" smtClean="0"/>
              <a:pPr/>
              <a:t>14</a:t>
            </a:fld>
            <a:endParaRPr lang="en-GB"/>
          </a:p>
        </p:txBody>
      </p:sp>
    </p:spTree>
    <p:extLst>
      <p:ext uri="{BB962C8B-B14F-4D97-AF65-F5344CB8AC3E}">
        <p14:creationId xmlns:p14="http://schemas.microsoft.com/office/powerpoint/2010/main" val="18678478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DK" dirty="0"/>
          </a:p>
        </p:txBody>
      </p:sp>
      <p:sp>
        <p:nvSpPr>
          <p:cNvPr id="4" name="Slide Number Placeholder 3"/>
          <p:cNvSpPr>
            <a:spLocks noGrp="1"/>
          </p:cNvSpPr>
          <p:nvPr>
            <p:ph type="sldNum" sz="quarter" idx="5"/>
          </p:nvPr>
        </p:nvSpPr>
        <p:spPr/>
        <p:txBody>
          <a:bodyPr/>
          <a:lstStyle/>
          <a:p>
            <a:fld id="{B0B3AEDA-FA2C-4C5B-8D07-E10DAED930C6}" type="slidenum">
              <a:rPr lang="en-GB" smtClean="0"/>
              <a:pPr/>
              <a:t>15</a:t>
            </a:fld>
            <a:endParaRPr lang="en-GB"/>
          </a:p>
        </p:txBody>
      </p:sp>
    </p:spTree>
    <p:extLst>
      <p:ext uri="{BB962C8B-B14F-4D97-AF65-F5344CB8AC3E}">
        <p14:creationId xmlns:p14="http://schemas.microsoft.com/office/powerpoint/2010/main" val="390317973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0B3AEDA-FA2C-4C5B-8D07-E10DAED930C6}" type="slidenum">
              <a:rPr lang="en-GB" smtClean="0"/>
              <a:pPr/>
              <a:t>16</a:t>
            </a:fld>
            <a:endParaRPr lang="en-GB"/>
          </a:p>
        </p:txBody>
      </p:sp>
    </p:spTree>
    <p:extLst>
      <p:ext uri="{BB962C8B-B14F-4D97-AF65-F5344CB8AC3E}">
        <p14:creationId xmlns:p14="http://schemas.microsoft.com/office/powerpoint/2010/main" val="361184424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DK" dirty="0"/>
          </a:p>
        </p:txBody>
      </p:sp>
      <p:sp>
        <p:nvSpPr>
          <p:cNvPr id="4" name="Slide Number Placeholder 3"/>
          <p:cNvSpPr>
            <a:spLocks noGrp="1"/>
          </p:cNvSpPr>
          <p:nvPr>
            <p:ph type="sldNum" sz="quarter" idx="5"/>
          </p:nvPr>
        </p:nvSpPr>
        <p:spPr/>
        <p:txBody>
          <a:bodyPr/>
          <a:lstStyle/>
          <a:p>
            <a:fld id="{B0B3AEDA-FA2C-4C5B-8D07-E10DAED930C6}" type="slidenum">
              <a:rPr lang="en-GB" smtClean="0"/>
              <a:pPr/>
              <a:t>17</a:t>
            </a:fld>
            <a:endParaRPr lang="en-GB"/>
          </a:p>
        </p:txBody>
      </p:sp>
    </p:spTree>
    <p:extLst>
      <p:ext uri="{BB962C8B-B14F-4D97-AF65-F5344CB8AC3E}">
        <p14:creationId xmlns:p14="http://schemas.microsoft.com/office/powerpoint/2010/main" val="331410185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DK" dirty="0"/>
          </a:p>
        </p:txBody>
      </p:sp>
      <p:sp>
        <p:nvSpPr>
          <p:cNvPr id="4" name="Slide Number Placeholder 3"/>
          <p:cNvSpPr>
            <a:spLocks noGrp="1"/>
          </p:cNvSpPr>
          <p:nvPr>
            <p:ph type="sldNum" sz="quarter" idx="5"/>
          </p:nvPr>
        </p:nvSpPr>
        <p:spPr/>
        <p:txBody>
          <a:bodyPr/>
          <a:lstStyle/>
          <a:p>
            <a:fld id="{B0B3AEDA-FA2C-4C5B-8D07-E10DAED930C6}" type="slidenum">
              <a:rPr lang="en-GB" smtClean="0"/>
              <a:pPr/>
              <a:t>18</a:t>
            </a:fld>
            <a:endParaRPr lang="en-GB"/>
          </a:p>
        </p:txBody>
      </p:sp>
    </p:spTree>
    <p:extLst>
      <p:ext uri="{BB962C8B-B14F-4D97-AF65-F5344CB8AC3E}">
        <p14:creationId xmlns:p14="http://schemas.microsoft.com/office/powerpoint/2010/main" val="1453748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6535EB-FF6B-4385-D71B-3EFC7BE01CF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60218A7-2D6A-21B6-F36D-F57097D21D0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E62E954-8388-C60F-1683-CC1333A888B9}"/>
              </a:ext>
            </a:extLst>
          </p:cNvPr>
          <p:cNvSpPr>
            <a:spLocks noGrp="1"/>
          </p:cNvSpPr>
          <p:nvPr>
            <p:ph type="body" idx="1"/>
          </p:nvPr>
        </p:nvSpPr>
        <p:spPr/>
        <p:txBody>
          <a:bodyPr/>
          <a:lstStyle/>
          <a:p>
            <a:endParaRPr lang="en-DK" dirty="0"/>
          </a:p>
        </p:txBody>
      </p:sp>
      <p:sp>
        <p:nvSpPr>
          <p:cNvPr id="4" name="Slide Number Placeholder 3">
            <a:extLst>
              <a:ext uri="{FF2B5EF4-FFF2-40B4-BE49-F238E27FC236}">
                <a16:creationId xmlns:a16="http://schemas.microsoft.com/office/drawing/2014/main" id="{37FE373D-0AA8-C062-4C65-47598B388A84}"/>
              </a:ext>
            </a:extLst>
          </p:cNvPr>
          <p:cNvSpPr>
            <a:spLocks noGrp="1"/>
          </p:cNvSpPr>
          <p:nvPr>
            <p:ph type="sldNum" sz="quarter" idx="5"/>
          </p:nvPr>
        </p:nvSpPr>
        <p:spPr/>
        <p:txBody>
          <a:bodyPr/>
          <a:lstStyle/>
          <a:p>
            <a:fld id="{B0B3AEDA-FA2C-4C5B-8D07-E10DAED930C6}" type="slidenum">
              <a:rPr lang="en-GB" smtClean="0"/>
              <a:pPr/>
              <a:t>19</a:t>
            </a:fld>
            <a:endParaRPr lang="en-GB"/>
          </a:p>
        </p:txBody>
      </p:sp>
    </p:spTree>
    <p:extLst>
      <p:ext uri="{BB962C8B-B14F-4D97-AF65-F5344CB8AC3E}">
        <p14:creationId xmlns:p14="http://schemas.microsoft.com/office/powerpoint/2010/main" val="300504496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DK" dirty="0"/>
          </a:p>
        </p:txBody>
      </p:sp>
      <p:sp>
        <p:nvSpPr>
          <p:cNvPr id="4" name="Slide Number Placeholder 3"/>
          <p:cNvSpPr>
            <a:spLocks noGrp="1"/>
          </p:cNvSpPr>
          <p:nvPr>
            <p:ph type="sldNum" sz="quarter" idx="5"/>
          </p:nvPr>
        </p:nvSpPr>
        <p:spPr/>
        <p:txBody>
          <a:bodyPr/>
          <a:lstStyle/>
          <a:p>
            <a:fld id="{B0B3AEDA-FA2C-4C5B-8D07-E10DAED930C6}" type="slidenum">
              <a:rPr lang="en-GB" smtClean="0"/>
              <a:pPr/>
              <a:t>20</a:t>
            </a:fld>
            <a:endParaRPr lang="en-GB"/>
          </a:p>
        </p:txBody>
      </p:sp>
    </p:spTree>
    <p:extLst>
      <p:ext uri="{BB962C8B-B14F-4D97-AF65-F5344CB8AC3E}">
        <p14:creationId xmlns:p14="http://schemas.microsoft.com/office/powerpoint/2010/main" val="395229281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DK" dirty="0"/>
          </a:p>
        </p:txBody>
      </p:sp>
      <p:sp>
        <p:nvSpPr>
          <p:cNvPr id="4" name="Slide Number Placeholder 3"/>
          <p:cNvSpPr>
            <a:spLocks noGrp="1"/>
          </p:cNvSpPr>
          <p:nvPr>
            <p:ph type="sldNum" sz="quarter" idx="5"/>
          </p:nvPr>
        </p:nvSpPr>
        <p:spPr/>
        <p:txBody>
          <a:bodyPr/>
          <a:lstStyle/>
          <a:p>
            <a:fld id="{B0B3AEDA-FA2C-4C5B-8D07-E10DAED930C6}" type="slidenum">
              <a:rPr lang="en-GB" smtClean="0"/>
              <a:pPr/>
              <a:t>21</a:t>
            </a:fld>
            <a:endParaRPr lang="en-GB"/>
          </a:p>
        </p:txBody>
      </p:sp>
    </p:spTree>
    <p:extLst>
      <p:ext uri="{BB962C8B-B14F-4D97-AF65-F5344CB8AC3E}">
        <p14:creationId xmlns:p14="http://schemas.microsoft.com/office/powerpoint/2010/main" val="34707428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7264E1-668E-67B1-7DCA-D5000713C6D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94111DB-BE90-C06A-2F80-D9408711E46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8E152E3-B5DF-1687-5B43-8D3AD6FD2FA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07309C9-9F75-118B-91B7-8CD84B5ED024}"/>
              </a:ext>
            </a:extLst>
          </p:cNvPr>
          <p:cNvSpPr>
            <a:spLocks noGrp="1"/>
          </p:cNvSpPr>
          <p:nvPr>
            <p:ph type="sldNum" sz="quarter" idx="10"/>
          </p:nvPr>
        </p:nvSpPr>
        <p:spPr/>
        <p:txBody>
          <a:bodyPr/>
          <a:lstStyle/>
          <a:p>
            <a:fld id="{B0B3AEDA-FA2C-4C5B-8D07-E10DAED930C6}" type="slidenum">
              <a:rPr lang="en-GB" smtClean="0"/>
              <a:t>22</a:t>
            </a:fld>
            <a:endParaRPr lang="en-GB"/>
          </a:p>
        </p:txBody>
      </p:sp>
    </p:spTree>
    <p:extLst>
      <p:ext uri="{BB962C8B-B14F-4D97-AF65-F5344CB8AC3E}">
        <p14:creationId xmlns:p14="http://schemas.microsoft.com/office/powerpoint/2010/main" val="255598353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DK" dirty="0"/>
          </a:p>
        </p:txBody>
      </p:sp>
      <p:sp>
        <p:nvSpPr>
          <p:cNvPr id="4" name="Slide Number Placeholder 3"/>
          <p:cNvSpPr>
            <a:spLocks noGrp="1"/>
          </p:cNvSpPr>
          <p:nvPr>
            <p:ph type="sldNum" sz="quarter" idx="5"/>
          </p:nvPr>
        </p:nvSpPr>
        <p:spPr/>
        <p:txBody>
          <a:bodyPr/>
          <a:lstStyle/>
          <a:p>
            <a:fld id="{B0B3AEDA-FA2C-4C5B-8D07-E10DAED930C6}" type="slidenum">
              <a:rPr lang="en-GB" smtClean="0"/>
              <a:pPr/>
              <a:t>23</a:t>
            </a:fld>
            <a:endParaRPr lang="en-GB"/>
          </a:p>
        </p:txBody>
      </p:sp>
    </p:spTree>
    <p:extLst>
      <p:ext uri="{BB962C8B-B14F-4D97-AF65-F5344CB8AC3E}">
        <p14:creationId xmlns:p14="http://schemas.microsoft.com/office/powerpoint/2010/main" val="341434798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lang="en-DK" dirty="0"/>
          </a:p>
        </p:txBody>
      </p:sp>
      <p:sp>
        <p:nvSpPr>
          <p:cNvPr id="4" name="Slide Number Placeholder 3"/>
          <p:cNvSpPr>
            <a:spLocks noGrp="1"/>
          </p:cNvSpPr>
          <p:nvPr>
            <p:ph type="sldNum" sz="quarter" idx="5"/>
          </p:nvPr>
        </p:nvSpPr>
        <p:spPr/>
        <p:txBody>
          <a:bodyPr/>
          <a:lstStyle/>
          <a:p>
            <a:fld id="{B0B3AEDA-FA2C-4C5B-8D07-E10DAED930C6}" type="slidenum">
              <a:rPr lang="en-GB" smtClean="0"/>
              <a:pPr/>
              <a:t>24</a:t>
            </a:fld>
            <a:endParaRPr lang="en-GB"/>
          </a:p>
        </p:txBody>
      </p:sp>
    </p:spTree>
    <p:extLst>
      <p:ext uri="{BB962C8B-B14F-4D97-AF65-F5344CB8AC3E}">
        <p14:creationId xmlns:p14="http://schemas.microsoft.com/office/powerpoint/2010/main" val="158976720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DK" dirty="0"/>
          </a:p>
        </p:txBody>
      </p:sp>
      <p:sp>
        <p:nvSpPr>
          <p:cNvPr id="4" name="Slide Number Placeholder 3"/>
          <p:cNvSpPr>
            <a:spLocks noGrp="1"/>
          </p:cNvSpPr>
          <p:nvPr>
            <p:ph type="sldNum" sz="quarter" idx="5"/>
          </p:nvPr>
        </p:nvSpPr>
        <p:spPr/>
        <p:txBody>
          <a:bodyPr/>
          <a:lstStyle/>
          <a:p>
            <a:fld id="{B0B3AEDA-FA2C-4C5B-8D07-E10DAED930C6}" type="slidenum">
              <a:rPr lang="en-GB" smtClean="0"/>
              <a:pPr/>
              <a:t>25</a:t>
            </a:fld>
            <a:endParaRPr lang="en-GB"/>
          </a:p>
        </p:txBody>
      </p:sp>
    </p:spTree>
    <p:extLst>
      <p:ext uri="{BB962C8B-B14F-4D97-AF65-F5344CB8AC3E}">
        <p14:creationId xmlns:p14="http://schemas.microsoft.com/office/powerpoint/2010/main" val="352273145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DK" dirty="0"/>
          </a:p>
        </p:txBody>
      </p:sp>
      <p:sp>
        <p:nvSpPr>
          <p:cNvPr id="4" name="Slide Number Placeholder 3"/>
          <p:cNvSpPr>
            <a:spLocks noGrp="1"/>
          </p:cNvSpPr>
          <p:nvPr>
            <p:ph type="sldNum" sz="quarter" idx="5"/>
          </p:nvPr>
        </p:nvSpPr>
        <p:spPr/>
        <p:txBody>
          <a:bodyPr/>
          <a:lstStyle/>
          <a:p>
            <a:fld id="{B0B3AEDA-FA2C-4C5B-8D07-E10DAED930C6}" type="slidenum">
              <a:rPr lang="en-GB" smtClean="0"/>
              <a:pPr/>
              <a:t>26</a:t>
            </a:fld>
            <a:endParaRPr lang="en-GB"/>
          </a:p>
        </p:txBody>
      </p:sp>
    </p:spTree>
    <p:extLst>
      <p:ext uri="{BB962C8B-B14F-4D97-AF65-F5344CB8AC3E}">
        <p14:creationId xmlns:p14="http://schemas.microsoft.com/office/powerpoint/2010/main" val="80218938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DK" dirty="0"/>
          </a:p>
        </p:txBody>
      </p:sp>
      <p:sp>
        <p:nvSpPr>
          <p:cNvPr id="4" name="Slide Number Placeholder 3"/>
          <p:cNvSpPr>
            <a:spLocks noGrp="1"/>
          </p:cNvSpPr>
          <p:nvPr>
            <p:ph type="sldNum" sz="quarter" idx="5"/>
          </p:nvPr>
        </p:nvSpPr>
        <p:spPr/>
        <p:txBody>
          <a:bodyPr/>
          <a:lstStyle/>
          <a:p>
            <a:fld id="{B0B3AEDA-FA2C-4C5B-8D07-E10DAED930C6}" type="slidenum">
              <a:rPr lang="en-GB" smtClean="0"/>
              <a:pPr/>
              <a:t>27</a:t>
            </a:fld>
            <a:endParaRPr lang="en-GB"/>
          </a:p>
        </p:txBody>
      </p:sp>
    </p:spTree>
    <p:extLst>
      <p:ext uri="{BB962C8B-B14F-4D97-AF65-F5344CB8AC3E}">
        <p14:creationId xmlns:p14="http://schemas.microsoft.com/office/powerpoint/2010/main" val="291653854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DK" dirty="0"/>
          </a:p>
        </p:txBody>
      </p:sp>
      <p:sp>
        <p:nvSpPr>
          <p:cNvPr id="4" name="Slide Number Placeholder 3"/>
          <p:cNvSpPr>
            <a:spLocks noGrp="1"/>
          </p:cNvSpPr>
          <p:nvPr>
            <p:ph type="sldNum" sz="quarter" idx="5"/>
          </p:nvPr>
        </p:nvSpPr>
        <p:spPr/>
        <p:txBody>
          <a:bodyPr/>
          <a:lstStyle/>
          <a:p>
            <a:fld id="{B0B3AEDA-FA2C-4C5B-8D07-E10DAED930C6}" type="slidenum">
              <a:rPr lang="en-GB" smtClean="0"/>
              <a:pPr/>
              <a:t>28</a:t>
            </a:fld>
            <a:endParaRPr lang="en-GB"/>
          </a:p>
        </p:txBody>
      </p:sp>
    </p:spTree>
    <p:extLst>
      <p:ext uri="{BB962C8B-B14F-4D97-AF65-F5344CB8AC3E}">
        <p14:creationId xmlns:p14="http://schemas.microsoft.com/office/powerpoint/2010/main" val="248995429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lang="en-DK" dirty="0"/>
          </a:p>
        </p:txBody>
      </p:sp>
      <p:sp>
        <p:nvSpPr>
          <p:cNvPr id="4" name="Slide Number Placeholder 3"/>
          <p:cNvSpPr>
            <a:spLocks noGrp="1"/>
          </p:cNvSpPr>
          <p:nvPr>
            <p:ph type="sldNum" sz="quarter" idx="5"/>
          </p:nvPr>
        </p:nvSpPr>
        <p:spPr/>
        <p:txBody>
          <a:bodyPr/>
          <a:lstStyle/>
          <a:p>
            <a:fld id="{B0B3AEDA-FA2C-4C5B-8D07-E10DAED930C6}" type="slidenum">
              <a:rPr lang="en-GB" smtClean="0"/>
              <a:pPr/>
              <a:t>29</a:t>
            </a:fld>
            <a:endParaRPr lang="en-GB"/>
          </a:p>
        </p:txBody>
      </p:sp>
    </p:spTree>
    <p:extLst>
      <p:ext uri="{BB962C8B-B14F-4D97-AF65-F5344CB8AC3E}">
        <p14:creationId xmlns:p14="http://schemas.microsoft.com/office/powerpoint/2010/main" val="291100274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DK" dirty="0"/>
          </a:p>
        </p:txBody>
      </p:sp>
      <p:sp>
        <p:nvSpPr>
          <p:cNvPr id="4" name="Slide Number Placeholder 3"/>
          <p:cNvSpPr>
            <a:spLocks noGrp="1"/>
          </p:cNvSpPr>
          <p:nvPr>
            <p:ph type="sldNum" sz="quarter" idx="5"/>
          </p:nvPr>
        </p:nvSpPr>
        <p:spPr/>
        <p:txBody>
          <a:bodyPr/>
          <a:lstStyle/>
          <a:p>
            <a:fld id="{B0B3AEDA-FA2C-4C5B-8D07-E10DAED930C6}" type="slidenum">
              <a:rPr lang="en-GB" smtClean="0"/>
              <a:pPr/>
              <a:t>30</a:t>
            </a:fld>
            <a:endParaRPr lang="en-GB"/>
          </a:p>
        </p:txBody>
      </p:sp>
    </p:spTree>
    <p:extLst>
      <p:ext uri="{BB962C8B-B14F-4D97-AF65-F5344CB8AC3E}">
        <p14:creationId xmlns:p14="http://schemas.microsoft.com/office/powerpoint/2010/main" val="425749561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DK" dirty="0"/>
          </a:p>
        </p:txBody>
      </p:sp>
      <p:sp>
        <p:nvSpPr>
          <p:cNvPr id="4" name="Slide Number Placeholder 3"/>
          <p:cNvSpPr>
            <a:spLocks noGrp="1"/>
          </p:cNvSpPr>
          <p:nvPr>
            <p:ph type="sldNum" sz="quarter" idx="5"/>
          </p:nvPr>
        </p:nvSpPr>
        <p:spPr/>
        <p:txBody>
          <a:bodyPr/>
          <a:lstStyle/>
          <a:p>
            <a:fld id="{B0B3AEDA-FA2C-4C5B-8D07-E10DAED930C6}" type="slidenum">
              <a:rPr lang="en-GB" smtClean="0"/>
              <a:pPr/>
              <a:t>31</a:t>
            </a:fld>
            <a:endParaRPr lang="en-GB"/>
          </a:p>
        </p:txBody>
      </p:sp>
    </p:spTree>
    <p:extLst>
      <p:ext uri="{BB962C8B-B14F-4D97-AF65-F5344CB8AC3E}">
        <p14:creationId xmlns:p14="http://schemas.microsoft.com/office/powerpoint/2010/main" val="386918654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DK" dirty="0"/>
          </a:p>
        </p:txBody>
      </p:sp>
      <p:sp>
        <p:nvSpPr>
          <p:cNvPr id="4" name="Slide Number Placeholder 3"/>
          <p:cNvSpPr>
            <a:spLocks noGrp="1"/>
          </p:cNvSpPr>
          <p:nvPr>
            <p:ph type="sldNum" sz="quarter" idx="5"/>
          </p:nvPr>
        </p:nvSpPr>
        <p:spPr/>
        <p:txBody>
          <a:bodyPr/>
          <a:lstStyle/>
          <a:p>
            <a:fld id="{B0B3AEDA-FA2C-4C5B-8D07-E10DAED930C6}" type="slidenum">
              <a:rPr lang="en-GB" smtClean="0"/>
              <a:pPr/>
              <a:t>33</a:t>
            </a:fld>
            <a:endParaRPr lang="en-GB"/>
          </a:p>
        </p:txBody>
      </p:sp>
    </p:spTree>
    <p:extLst>
      <p:ext uri="{BB962C8B-B14F-4D97-AF65-F5344CB8AC3E}">
        <p14:creationId xmlns:p14="http://schemas.microsoft.com/office/powerpoint/2010/main" val="298287155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0B3AEDA-FA2C-4C5B-8D07-E10DAED930C6}" type="slidenum">
              <a:rPr lang="en-GB" smtClean="0"/>
              <a:pPr/>
              <a:t>34</a:t>
            </a:fld>
            <a:endParaRPr lang="en-GB"/>
          </a:p>
        </p:txBody>
      </p:sp>
    </p:spTree>
    <p:extLst>
      <p:ext uri="{BB962C8B-B14F-4D97-AF65-F5344CB8AC3E}">
        <p14:creationId xmlns:p14="http://schemas.microsoft.com/office/powerpoint/2010/main" val="67145776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903030-75BF-207F-1231-E092EBB9258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4705ABA-532A-653F-A53E-B07D9D5676E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EB561A2-7859-CD0F-0231-2557266B6E64}"/>
              </a:ext>
            </a:extLst>
          </p:cNvPr>
          <p:cNvSpPr>
            <a:spLocks noGrp="1"/>
          </p:cNvSpPr>
          <p:nvPr>
            <p:ph type="body" idx="1"/>
          </p:nvPr>
        </p:nvSpPr>
        <p:spPr/>
        <p:txBody>
          <a:bodyPr/>
          <a:lstStyle/>
          <a:p>
            <a:endParaRPr lang="en-DK" dirty="0"/>
          </a:p>
        </p:txBody>
      </p:sp>
      <p:sp>
        <p:nvSpPr>
          <p:cNvPr id="4" name="Slide Number Placeholder 3">
            <a:extLst>
              <a:ext uri="{FF2B5EF4-FFF2-40B4-BE49-F238E27FC236}">
                <a16:creationId xmlns:a16="http://schemas.microsoft.com/office/drawing/2014/main" id="{AA759109-8E09-B42A-A94C-7FA39D0AC448}"/>
              </a:ext>
            </a:extLst>
          </p:cNvPr>
          <p:cNvSpPr>
            <a:spLocks noGrp="1"/>
          </p:cNvSpPr>
          <p:nvPr>
            <p:ph type="sldNum" sz="quarter" idx="5"/>
          </p:nvPr>
        </p:nvSpPr>
        <p:spPr/>
        <p:txBody>
          <a:bodyPr/>
          <a:lstStyle/>
          <a:p>
            <a:fld id="{B0B3AEDA-FA2C-4C5B-8D07-E10DAED930C6}" type="slidenum">
              <a:rPr lang="en-GB" smtClean="0"/>
              <a:pPr/>
              <a:t>35</a:t>
            </a:fld>
            <a:endParaRPr lang="en-GB"/>
          </a:p>
        </p:txBody>
      </p:sp>
    </p:spTree>
    <p:extLst>
      <p:ext uri="{BB962C8B-B14F-4D97-AF65-F5344CB8AC3E}">
        <p14:creationId xmlns:p14="http://schemas.microsoft.com/office/powerpoint/2010/main" val="267233288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DK" dirty="0"/>
          </a:p>
        </p:txBody>
      </p:sp>
      <p:sp>
        <p:nvSpPr>
          <p:cNvPr id="4" name="Slide Number Placeholder 3"/>
          <p:cNvSpPr>
            <a:spLocks noGrp="1"/>
          </p:cNvSpPr>
          <p:nvPr>
            <p:ph type="sldNum" sz="quarter" idx="5"/>
          </p:nvPr>
        </p:nvSpPr>
        <p:spPr/>
        <p:txBody>
          <a:bodyPr/>
          <a:lstStyle/>
          <a:p>
            <a:fld id="{B0B3AEDA-FA2C-4C5B-8D07-E10DAED930C6}" type="slidenum">
              <a:rPr lang="en-GB" smtClean="0"/>
              <a:pPr/>
              <a:t>36</a:t>
            </a:fld>
            <a:endParaRPr lang="en-GB"/>
          </a:p>
        </p:txBody>
      </p:sp>
    </p:spTree>
    <p:extLst>
      <p:ext uri="{BB962C8B-B14F-4D97-AF65-F5344CB8AC3E}">
        <p14:creationId xmlns:p14="http://schemas.microsoft.com/office/powerpoint/2010/main" val="28969597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DK" dirty="0"/>
          </a:p>
        </p:txBody>
      </p:sp>
      <p:sp>
        <p:nvSpPr>
          <p:cNvPr id="4" name="Slide Number Placeholder 3"/>
          <p:cNvSpPr>
            <a:spLocks noGrp="1"/>
          </p:cNvSpPr>
          <p:nvPr>
            <p:ph type="sldNum" sz="quarter" idx="5"/>
          </p:nvPr>
        </p:nvSpPr>
        <p:spPr/>
        <p:txBody>
          <a:bodyPr/>
          <a:lstStyle/>
          <a:p>
            <a:fld id="{B0B3AEDA-FA2C-4C5B-8D07-E10DAED930C6}" type="slidenum">
              <a:rPr lang="en-GB" smtClean="0"/>
              <a:pPr/>
              <a:t>38</a:t>
            </a:fld>
            <a:endParaRPr lang="en-GB"/>
          </a:p>
        </p:txBody>
      </p:sp>
    </p:spTree>
    <p:extLst>
      <p:ext uri="{BB962C8B-B14F-4D97-AF65-F5344CB8AC3E}">
        <p14:creationId xmlns:p14="http://schemas.microsoft.com/office/powerpoint/2010/main" val="266605900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DK" dirty="0"/>
          </a:p>
        </p:txBody>
      </p:sp>
      <p:sp>
        <p:nvSpPr>
          <p:cNvPr id="4" name="Slide Number Placeholder 3"/>
          <p:cNvSpPr>
            <a:spLocks noGrp="1"/>
          </p:cNvSpPr>
          <p:nvPr>
            <p:ph type="sldNum" sz="quarter" idx="5"/>
          </p:nvPr>
        </p:nvSpPr>
        <p:spPr/>
        <p:txBody>
          <a:bodyPr/>
          <a:lstStyle/>
          <a:p>
            <a:fld id="{B0B3AEDA-FA2C-4C5B-8D07-E10DAED930C6}" type="slidenum">
              <a:rPr lang="en-GB" smtClean="0"/>
              <a:pPr/>
              <a:t>40</a:t>
            </a:fld>
            <a:endParaRPr lang="en-GB"/>
          </a:p>
        </p:txBody>
      </p:sp>
    </p:spTree>
    <p:extLst>
      <p:ext uri="{BB962C8B-B14F-4D97-AF65-F5344CB8AC3E}">
        <p14:creationId xmlns:p14="http://schemas.microsoft.com/office/powerpoint/2010/main" val="257929504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0B3AEDA-FA2C-4C5B-8D07-E10DAED930C6}" type="slidenum">
              <a:rPr lang="en-GB" smtClean="0"/>
              <a:pPr/>
              <a:t>41</a:t>
            </a:fld>
            <a:endParaRPr lang="en-GB"/>
          </a:p>
        </p:txBody>
      </p:sp>
    </p:spTree>
    <p:extLst>
      <p:ext uri="{BB962C8B-B14F-4D97-AF65-F5344CB8AC3E}">
        <p14:creationId xmlns:p14="http://schemas.microsoft.com/office/powerpoint/2010/main" val="407084055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DK" dirty="0"/>
          </a:p>
        </p:txBody>
      </p:sp>
      <p:sp>
        <p:nvSpPr>
          <p:cNvPr id="4" name="Slide Number Placeholder 3"/>
          <p:cNvSpPr>
            <a:spLocks noGrp="1"/>
          </p:cNvSpPr>
          <p:nvPr>
            <p:ph type="sldNum" sz="quarter" idx="5"/>
          </p:nvPr>
        </p:nvSpPr>
        <p:spPr/>
        <p:txBody>
          <a:bodyPr/>
          <a:lstStyle/>
          <a:p>
            <a:fld id="{B0B3AEDA-FA2C-4C5B-8D07-E10DAED930C6}" type="slidenum">
              <a:rPr lang="en-GB" smtClean="0"/>
              <a:pPr/>
              <a:t>42</a:t>
            </a:fld>
            <a:endParaRPr lang="en-GB"/>
          </a:p>
        </p:txBody>
      </p:sp>
    </p:spTree>
    <p:extLst>
      <p:ext uri="{BB962C8B-B14F-4D97-AF65-F5344CB8AC3E}">
        <p14:creationId xmlns:p14="http://schemas.microsoft.com/office/powerpoint/2010/main" val="2097647114"/>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DK" dirty="0"/>
          </a:p>
        </p:txBody>
      </p:sp>
      <p:sp>
        <p:nvSpPr>
          <p:cNvPr id="4" name="Slide Number Placeholder 3"/>
          <p:cNvSpPr>
            <a:spLocks noGrp="1"/>
          </p:cNvSpPr>
          <p:nvPr>
            <p:ph type="sldNum" sz="quarter" idx="5"/>
          </p:nvPr>
        </p:nvSpPr>
        <p:spPr/>
        <p:txBody>
          <a:bodyPr/>
          <a:lstStyle/>
          <a:p>
            <a:fld id="{B0B3AEDA-FA2C-4C5B-8D07-E10DAED930C6}" type="slidenum">
              <a:rPr lang="en-GB" smtClean="0"/>
              <a:pPr/>
              <a:t>43</a:t>
            </a:fld>
            <a:endParaRPr lang="en-GB"/>
          </a:p>
        </p:txBody>
      </p:sp>
    </p:spTree>
    <p:extLst>
      <p:ext uri="{BB962C8B-B14F-4D97-AF65-F5344CB8AC3E}">
        <p14:creationId xmlns:p14="http://schemas.microsoft.com/office/powerpoint/2010/main" val="378515147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AEB8A3-DCE1-7493-8562-44E23EA0ACD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C5D388D-9737-8DAC-7137-916A302E7EC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DF624FA-35D6-5372-81F7-A9B36DA4C87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86759D7-D46E-3F1A-D8D0-8EA8D96A44F9}"/>
              </a:ext>
            </a:extLst>
          </p:cNvPr>
          <p:cNvSpPr>
            <a:spLocks noGrp="1"/>
          </p:cNvSpPr>
          <p:nvPr>
            <p:ph type="sldNum" sz="quarter" idx="5"/>
          </p:nvPr>
        </p:nvSpPr>
        <p:spPr/>
        <p:txBody>
          <a:bodyPr/>
          <a:lstStyle/>
          <a:p>
            <a:fld id="{B0B3AEDA-FA2C-4C5B-8D07-E10DAED930C6}" type="slidenum">
              <a:rPr lang="en-GB" smtClean="0"/>
              <a:pPr/>
              <a:t>44</a:t>
            </a:fld>
            <a:endParaRPr lang="en-GB"/>
          </a:p>
        </p:txBody>
      </p:sp>
    </p:spTree>
    <p:extLst>
      <p:ext uri="{BB962C8B-B14F-4D97-AF65-F5344CB8AC3E}">
        <p14:creationId xmlns:p14="http://schemas.microsoft.com/office/powerpoint/2010/main" val="104557908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CB826B-EF3D-9B36-0998-99373D8956E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7161411-B74B-0259-14E0-392C0D42B7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F5CA367-85A7-C1E3-ED63-5F806E92007E}"/>
              </a:ext>
            </a:extLst>
          </p:cNvPr>
          <p:cNvSpPr>
            <a:spLocks noGrp="1"/>
          </p:cNvSpPr>
          <p:nvPr>
            <p:ph type="body" idx="1"/>
          </p:nvPr>
        </p:nvSpPr>
        <p:spPr/>
        <p:txBody>
          <a:bodyPr/>
          <a:lstStyle/>
          <a:p>
            <a:endParaRPr lang="en-DK" dirty="0"/>
          </a:p>
        </p:txBody>
      </p:sp>
      <p:sp>
        <p:nvSpPr>
          <p:cNvPr id="4" name="Slide Number Placeholder 3">
            <a:extLst>
              <a:ext uri="{FF2B5EF4-FFF2-40B4-BE49-F238E27FC236}">
                <a16:creationId xmlns:a16="http://schemas.microsoft.com/office/drawing/2014/main" id="{A426630B-2CC9-E9BE-FBD4-DAE3AE1A24A3}"/>
              </a:ext>
            </a:extLst>
          </p:cNvPr>
          <p:cNvSpPr>
            <a:spLocks noGrp="1"/>
          </p:cNvSpPr>
          <p:nvPr>
            <p:ph type="sldNum" sz="quarter" idx="5"/>
          </p:nvPr>
        </p:nvSpPr>
        <p:spPr/>
        <p:txBody>
          <a:bodyPr/>
          <a:lstStyle/>
          <a:p>
            <a:fld id="{B0B3AEDA-FA2C-4C5B-8D07-E10DAED930C6}" type="slidenum">
              <a:rPr lang="en-GB" smtClean="0"/>
              <a:pPr/>
              <a:t>45</a:t>
            </a:fld>
            <a:endParaRPr lang="en-GB"/>
          </a:p>
        </p:txBody>
      </p:sp>
    </p:spTree>
    <p:extLst>
      <p:ext uri="{BB962C8B-B14F-4D97-AF65-F5344CB8AC3E}">
        <p14:creationId xmlns:p14="http://schemas.microsoft.com/office/powerpoint/2010/main" val="2694098824"/>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DK" dirty="0"/>
          </a:p>
        </p:txBody>
      </p:sp>
      <p:sp>
        <p:nvSpPr>
          <p:cNvPr id="4" name="Slide Number Placeholder 3"/>
          <p:cNvSpPr>
            <a:spLocks noGrp="1"/>
          </p:cNvSpPr>
          <p:nvPr>
            <p:ph type="sldNum" sz="quarter" idx="5"/>
          </p:nvPr>
        </p:nvSpPr>
        <p:spPr/>
        <p:txBody>
          <a:bodyPr/>
          <a:lstStyle/>
          <a:p>
            <a:fld id="{B0B3AEDA-FA2C-4C5B-8D07-E10DAED930C6}" type="slidenum">
              <a:rPr lang="en-GB" smtClean="0"/>
              <a:pPr/>
              <a:t>47</a:t>
            </a:fld>
            <a:endParaRPr lang="en-GB"/>
          </a:p>
        </p:txBody>
      </p:sp>
    </p:spTree>
    <p:extLst>
      <p:ext uri="{BB962C8B-B14F-4D97-AF65-F5344CB8AC3E}">
        <p14:creationId xmlns:p14="http://schemas.microsoft.com/office/powerpoint/2010/main" val="4127280209"/>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DK" dirty="0"/>
          </a:p>
        </p:txBody>
      </p:sp>
      <p:sp>
        <p:nvSpPr>
          <p:cNvPr id="4" name="Slide Number Placeholder 3"/>
          <p:cNvSpPr>
            <a:spLocks noGrp="1"/>
          </p:cNvSpPr>
          <p:nvPr>
            <p:ph type="sldNum" sz="quarter" idx="5"/>
          </p:nvPr>
        </p:nvSpPr>
        <p:spPr/>
        <p:txBody>
          <a:bodyPr/>
          <a:lstStyle/>
          <a:p>
            <a:fld id="{B0B3AEDA-FA2C-4C5B-8D07-E10DAED930C6}" type="slidenum">
              <a:rPr lang="en-GB" smtClean="0"/>
              <a:pPr/>
              <a:t>48</a:t>
            </a:fld>
            <a:endParaRPr lang="en-GB"/>
          </a:p>
        </p:txBody>
      </p:sp>
    </p:spTree>
    <p:extLst>
      <p:ext uri="{BB962C8B-B14F-4D97-AF65-F5344CB8AC3E}">
        <p14:creationId xmlns:p14="http://schemas.microsoft.com/office/powerpoint/2010/main" val="358016986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 Id="rId4" Type="http://schemas.openxmlformats.org/officeDocument/2006/relationships/image" Target="../media/image5.sv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8.png"/><Relationship Id="rId1" Type="http://schemas.openxmlformats.org/officeDocument/2006/relationships/slideMaster" Target="../slideMasters/slideMaster2.xml"/><Relationship Id="rId4" Type="http://schemas.openxmlformats.org/officeDocument/2006/relationships/image" Target="../media/image19.svg"/></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8.png"/><Relationship Id="rId1" Type="http://schemas.openxmlformats.org/officeDocument/2006/relationships/slideMaster" Target="../slideMasters/slideMaster2.xml"/><Relationship Id="rId4" Type="http://schemas.openxmlformats.org/officeDocument/2006/relationships/image" Target="../media/image19.svg"/></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8.png"/><Relationship Id="rId1" Type="http://schemas.openxmlformats.org/officeDocument/2006/relationships/slideMaster" Target="../slideMasters/slideMaster2.xml"/><Relationship Id="rId4" Type="http://schemas.openxmlformats.org/officeDocument/2006/relationships/image" Target="../media/image19.svg"/></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8.png"/><Relationship Id="rId1" Type="http://schemas.openxmlformats.org/officeDocument/2006/relationships/slideMaster" Target="../slideMasters/slideMaster2.xml"/><Relationship Id="rId4" Type="http://schemas.openxmlformats.org/officeDocument/2006/relationships/image" Target="../media/image19.svg"/></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Master" Target="../slideMasters/slideMaster2.xml"/><Relationship Id="rId5" Type="http://schemas.openxmlformats.org/officeDocument/2006/relationships/image" Target="../media/image19.svg"/><Relationship Id="rId4" Type="http://schemas.openxmlformats.org/officeDocument/2006/relationships/image" Target="../media/image4.png"/></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1.png"/><Relationship Id="rId1" Type="http://schemas.openxmlformats.org/officeDocument/2006/relationships/slideMaster" Target="../slideMasters/slideMaster2.xml"/><Relationship Id="rId4" Type="http://schemas.openxmlformats.org/officeDocument/2006/relationships/image" Target="../media/image19.svg"/></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8.png"/><Relationship Id="rId1" Type="http://schemas.openxmlformats.org/officeDocument/2006/relationships/slideMaster" Target="../slideMasters/slideMaster2.xml"/><Relationship Id="rId4" Type="http://schemas.openxmlformats.org/officeDocument/2006/relationships/image" Target="../media/image19.svg"/></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8" name="Picture Placeholder 6">
            <a:extLst>
              <a:ext uri="{FF2B5EF4-FFF2-40B4-BE49-F238E27FC236}">
                <a16:creationId xmlns:a16="http://schemas.microsoft.com/office/drawing/2014/main" id="{CCCC2525-3CE9-49D4-98A5-EB1809CB25EB}"/>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a:stretch/>
        </p:blipFill>
        <p:spPr>
          <a:xfrm>
            <a:off x="0" y="0"/>
            <a:ext cx="12191999" cy="6858000"/>
          </a:xfrm>
          <a:prstGeom prst="rect">
            <a:avLst/>
          </a:prstGeom>
        </p:spPr>
      </p:pic>
      <p:sp>
        <p:nvSpPr>
          <p:cNvPr id="2" name="Title 1">
            <a:extLst>
              <a:ext uri="{FF2B5EF4-FFF2-40B4-BE49-F238E27FC236}">
                <a16:creationId xmlns:a16="http://schemas.microsoft.com/office/drawing/2014/main" id="{EF1DF524-76FF-4A6E-BDCF-3FC6DDF0BDCF}"/>
              </a:ext>
            </a:extLst>
          </p:cNvPr>
          <p:cNvSpPr>
            <a:spLocks noGrp="1"/>
          </p:cNvSpPr>
          <p:nvPr>
            <p:ph type="ctrTitle" hasCustomPrompt="1"/>
          </p:nvPr>
        </p:nvSpPr>
        <p:spPr>
          <a:xfrm>
            <a:off x="529200" y="1328400"/>
            <a:ext cx="8499600" cy="1749600"/>
          </a:xfrm>
        </p:spPr>
        <p:txBody>
          <a:bodyPr anchor="b"/>
          <a:lstStyle>
            <a:lvl1pPr algn="l">
              <a:defRPr sz="5400">
                <a:solidFill>
                  <a:srgbClr val="E9F1F7"/>
                </a:solidFill>
              </a:defRPr>
            </a:lvl1pPr>
          </a:lstStyle>
          <a:p>
            <a:r>
              <a:rPr lang="en-US"/>
              <a:t>Click to add your title slide headline</a:t>
            </a:r>
            <a:endParaRPr lang="da-DK"/>
          </a:p>
        </p:txBody>
      </p:sp>
      <p:sp>
        <p:nvSpPr>
          <p:cNvPr id="3" name="Subtitle 2">
            <a:extLst>
              <a:ext uri="{FF2B5EF4-FFF2-40B4-BE49-F238E27FC236}">
                <a16:creationId xmlns:a16="http://schemas.microsoft.com/office/drawing/2014/main" id="{8D3C0CC1-F0E7-4F53-BA42-3CD94A7B7B23}"/>
              </a:ext>
            </a:extLst>
          </p:cNvPr>
          <p:cNvSpPr>
            <a:spLocks noGrp="1"/>
          </p:cNvSpPr>
          <p:nvPr>
            <p:ph type="subTitle" idx="1" hasCustomPrompt="1"/>
          </p:nvPr>
        </p:nvSpPr>
        <p:spPr>
          <a:xfrm>
            <a:off x="529200" y="3312000"/>
            <a:ext cx="4957200" cy="583200"/>
          </a:xfrm>
        </p:spPr>
        <p:txBody>
          <a:bodyPr/>
          <a:lstStyle>
            <a:lvl1pPr marL="0" indent="0" algn="l">
              <a:buNone/>
              <a:defRPr sz="22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a support text</a:t>
            </a:r>
            <a:endParaRPr lang="da-DK"/>
          </a:p>
        </p:txBody>
      </p:sp>
      <p:sp>
        <p:nvSpPr>
          <p:cNvPr id="4" name="Date Placeholder 3">
            <a:extLst>
              <a:ext uri="{FF2B5EF4-FFF2-40B4-BE49-F238E27FC236}">
                <a16:creationId xmlns:a16="http://schemas.microsoft.com/office/drawing/2014/main" id="{64659C24-B636-4B48-9BF9-4D691D37B9C3}"/>
              </a:ext>
            </a:extLst>
          </p:cNvPr>
          <p:cNvSpPr>
            <a:spLocks noGrp="1"/>
          </p:cNvSpPr>
          <p:nvPr>
            <p:ph type="dt" sz="half" idx="10"/>
          </p:nvPr>
        </p:nvSpPr>
        <p:spPr/>
        <p:txBody>
          <a:bodyPr/>
          <a:lstStyle>
            <a:lvl1pPr>
              <a:defRPr>
                <a:solidFill>
                  <a:schemeClr val="bg1"/>
                </a:solidFill>
              </a:defRPr>
            </a:lvl1pPr>
          </a:lstStyle>
          <a:p>
            <a:fld id="{D0A92B78-1DD2-45FA-A79C-EB831B78FEC1}" type="datetime1">
              <a:rPr lang="da-DK" smtClean="0"/>
              <a:pPr/>
              <a:t>12-09-2025</a:t>
            </a:fld>
            <a:endParaRPr lang="en-GB"/>
          </a:p>
        </p:txBody>
      </p:sp>
      <p:sp>
        <p:nvSpPr>
          <p:cNvPr id="5" name="Footer Placeholder 4">
            <a:extLst>
              <a:ext uri="{FF2B5EF4-FFF2-40B4-BE49-F238E27FC236}">
                <a16:creationId xmlns:a16="http://schemas.microsoft.com/office/drawing/2014/main" id="{8A11D626-B802-4443-96A4-EDF171022B3C}"/>
              </a:ext>
            </a:extLst>
          </p:cNvPr>
          <p:cNvSpPr>
            <a:spLocks noGrp="1"/>
          </p:cNvSpPr>
          <p:nvPr>
            <p:ph type="ftr" sz="quarter" idx="11"/>
          </p:nvPr>
        </p:nvSpPr>
        <p:spPr/>
        <p:txBody>
          <a:bodyPr/>
          <a:lstStyle>
            <a:lvl1pPr>
              <a:defRPr>
                <a:solidFill>
                  <a:schemeClr val="bg1"/>
                </a:solidFill>
              </a:defRPr>
            </a:lvl1pPr>
          </a:lstStyle>
          <a:p>
            <a:r>
              <a:rPr lang="en-US"/>
              <a:t>© 2022 Grundfos Holding A/S</a:t>
            </a:r>
            <a:endParaRPr lang="en-GB"/>
          </a:p>
        </p:txBody>
      </p:sp>
      <p:pic>
        <p:nvPicPr>
          <p:cNvPr id="10" name="Graphic 9">
            <a:extLst>
              <a:ext uri="{FF2B5EF4-FFF2-40B4-BE49-F238E27FC236}">
                <a16:creationId xmlns:a16="http://schemas.microsoft.com/office/drawing/2014/main" id="{A9BBFFC0-D474-43FF-9F0E-5829FF1EF4F3}"/>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028800" y="5626800"/>
            <a:ext cx="2631600" cy="725317"/>
          </a:xfrm>
          <a:prstGeom prst="rect">
            <a:avLst/>
          </a:prstGeom>
        </p:spPr>
      </p:pic>
    </p:spTree>
    <p:extLst>
      <p:ext uri="{BB962C8B-B14F-4D97-AF65-F5344CB8AC3E}">
        <p14:creationId xmlns:p14="http://schemas.microsoft.com/office/powerpoint/2010/main" val="20369480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 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F3E43F-0FA8-4601-A802-4F3323201245}"/>
              </a:ext>
            </a:extLst>
          </p:cNvPr>
          <p:cNvSpPr>
            <a:spLocks noGrp="1"/>
          </p:cNvSpPr>
          <p:nvPr>
            <p:ph type="title" hasCustomPrompt="1"/>
          </p:nvPr>
        </p:nvSpPr>
        <p:spPr/>
        <p:txBody>
          <a:bodyPr/>
          <a:lstStyle>
            <a:lvl1pPr>
              <a:defRPr/>
            </a:lvl1pPr>
          </a:lstStyle>
          <a:p>
            <a:r>
              <a:rPr lang="en-US"/>
              <a:t>Click to add your slide headline</a:t>
            </a:r>
            <a:endParaRPr lang="da-DK"/>
          </a:p>
        </p:txBody>
      </p:sp>
      <p:sp>
        <p:nvSpPr>
          <p:cNvPr id="3" name="Content Placeholder 2">
            <a:extLst>
              <a:ext uri="{FF2B5EF4-FFF2-40B4-BE49-F238E27FC236}">
                <a16:creationId xmlns:a16="http://schemas.microsoft.com/office/drawing/2014/main" id="{8B43C548-D133-42CA-9DBD-ABF4169141F7}"/>
              </a:ext>
            </a:extLst>
          </p:cNvPr>
          <p:cNvSpPr>
            <a:spLocks noGrp="1"/>
          </p:cNvSpPr>
          <p:nvPr>
            <p:ph idx="1" hasCustomPrompt="1"/>
          </p:nvPr>
        </p:nvSpPr>
        <p:spPr/>
        <p:txBody>
          <a:bodyPr/>
          <a:lstStyle>
            <a:lvl1pPr>
              <a:defRPr/>
            </a:lvl1pPr>
          </a:lstStyle>
          <a:p>
            <a:pPr lvl="0"/>
            <a:r>
              <a:rPr lang="en-US"/>
              <a:t>Click to add your body text</a:t>
            </a:r>
          </a:p>
          <a:p>
            <a:pPr lvl="1"/>
            <a:r>
              <a:rPr lang="en-US"/>
              <a:t>Second level</a:t>
            </a:r>
          </a:p>
          <a:p>
            <a:pPr lvl="2"/>
            <a:r>
              <a:rPr lang="en-US"/>
              <a:t>Third level</a:t>
            </a:r>
          </a:p>
          <a:p>
            <a:pPr lvl="3"/>
            <a:r>
              <a:rPr lang="en-US"/>
              <a:t>Fourth level</a:t>
            </a:r>
          </a:p>
          <a:p>
            <a:pPr lvl="4"/>
            <a:r>
              <a:rPr lang="en-US"/>
              <a:t>Fifth level</a:t>
            </a:r>
            <a:endParaRPr lang="da-DK"/>
          </a:p>
        </p:txBody>
      </p:sp>
      <p:sp>
        <p:nvSpPr>
          <p:cNvPr id="4" name="Date Placeholder 3">
            <a:extLst>
              <a:ext uri="{FF2B5EF4-FFF2-40B4-BE49-F238E27FC236}">
                <a16:creationId xmlns:a16="http://schemas.microsoft.com/office/drawing/2014/main" id="{3BC10572-9948-42F2-B15A-10072A068FE4}"/>
              </a:ext>
            </a:extLst>
          </p:cNvPr>
          <p:cNvSpPr>
            <a:spLocks noGrp="1"/>
          </p:cNvSpPr>
          <p:nvPr>
            <p:ph type="dt" sz="half" idx="10"/>
          </p:nvPr>
        </p:nvSpPr>
        <p:spPr/>
        <p:txBody>
          <a:bodyPr/>
          <a:lstStyle/>
          <a:p>
            <a:fld id="{D0A92B78-1DD2-45FA-A79C-EB831B78FEC1}" type="datetime1">
              <a:rPr lang="da-DK" smtClean="0"/>
              <a:t>12-09-2025</a:t>
            </a:fld>
            <a:endParaRPr lang="en-GB"/>
          </a:p>
        </p:txBody>
      </p:sp>
      <p:sp>
        <p:nvSpPr>
          <p:cNvPr id="5" name="Footer Placeholder 4">
            <a:extLst>
              <a:ext uri="{FF2B5EF4-FFF2-40B4-BE49-F238E27FC236}">
                <a16:creationId xmlns:a16="http://schemas.microsoft.com/office/drawing/2014/main" id="{DD627C32-F155-4F9A-BBAC-5A04D047CCE3}"/>
              </a:ext>
            </a:extLst>
          </p:cNvPr>
          <p:cNvSpPr>
            <a:spLocks noGrp="1"/>
          </p:cNvSpPr>
          <p:nvPr>
            <p:ph type="ftr" sz="quarter" idx="11"/>
          </p:nvPr>
        </p:nvSpPr>
        <p:spPr/>
        <p:txBody>
          <a:bodyPr/>
          <a:lstStyle/>
          <a:p>
            <a:r>
              <a:rPr lang="en-US"/>
              <a:t>© 2022 Grundfos Holding A/S</a:t>
            </a:r>
            <a:endParaRPr lang="en-GB"/>
          </a:p>
        </p:txBody>
      </p:sp>
      <p:sp>
        <p:nvSpPr>
          <p:cNvPr id="6" name="Slide Number Placeholder 5">
            <a:extLst>
              <a:ext uri="{FF2B5EF4-FFF2-40B4-BE49-F238E27FC236}">
                <a16:creationId xmlns:a16="http://schemas.microsoft.com/office/drawing/2014/main" id="{93EFC399-DCD9-4778-BCF4-B07B75C5ECA5}"/>
              </a:ext>
            </a:extLst>
          </p:cNvPr>
          <p:cNvSpPr>
            <a:spLocks noGrp="1"/>
          </p:cNvSpPr>
          <p:nvPr>
            <p:ph type="sldNum" sz="quarter" idx="12"/>
          </p:nvPr>
        </p:nvSpPr>
        <p:spPr/>
        <p:txBody>
          <a:bodyPr/>
          <a:lstStyle/>
          <a:p>
            <a:fld id="{85D19AB6-A39C-F648-8673-AE723FC1C93C}" type="slidenum">
              <a:rPr lang="en-GB" smtClean="0"/>
              <a:pPr/>
              <a:t>‹#›</a:t>
            </a:fld>
            <a:endParaRPr lang="en-GB"/>
          </a:p>
        </p:txBody>
      </p:sp>
    </p:spTree>
    <p:extLst>
      <p:ext uri="{BB962C8B-B14F-4D97-AF65-F5344CB8AC3E}">
        <p14:creationId xmlns:p14="http://schemas.microsoft.com/office/powerpoint/2010/main" val="30542666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A08A97-49F0-40BE-B7FD-48230B7F5DE5}"/>
              </a:ext>
            </a:extLst>
          </p:cNvPr>
          <p:cNvSpPr>
            <a:spLocks noGrp="1"/>
          </p:cNvSpPr>
          <p:nvPr>
            <p:ph type="title" hasCustomPrompt="1"/>
          </p:nvPr>
        </p:nvSpPr>
        <p:spPr/>
        <p:txBody>
          <a:bodyPr/>
          <a:lstStyle/>
          <a:p>
            <a:r>
              <a:rPr lang="en-US"/>
              <a:t>Click to add your slide headline</a:t>
            </a:r>
            <a:endParaRPr lang="en-GB"/>
          </a:p>
        </p:txBody>
      </p:sp>
      <p:sp>
        <p:nvSpPr>
          <p:cNvPr id="3" name="Date Placeholder 2">
            <a:extLst>
              <a:ext uri="{FF2B5EF4-FFF2-40B4-BE49-F238E27FC236}">
                <a16:creationId xmlns:a16="http://schemas.microsoft.com/office/drawing/2014/main" id="{EF34B75F-7EA2-4C0C-AE94-81CFDCDA4D9F}"/>
              </a:ext>
            </a:extLst>
          </p:cNvPr>
          <p:cNvSpPr>
            <a:spLocks noGrp="1"/>
          </p:cNvSpPr>
          <p:nvPr>
            <p:ph type="dt" sz="half" idx="10"/>
          </p:nvPr>
        </p:nvSpPr>
        <p:spPr/>
        <p:txBody>
          <a:bodyPr/>
          <a:lstStyle/>
          <a:p>
            <a:fld id="{D0A92B78-1DD2-45FA-A79C-EB831B78FEC1}" type="datetime1">
              <a:rPr lang="da-DK" smtClean="0"/>
              <a:t>12-09-2025</a:t>
            </a:fld>
            <a:endParaRPr lang="en-GB"/>
          </a:p>
        </p:txBody>
      </p:sp>
      <p:sp>
        <p:nvSpPr>
          <p:cNvPr id="8" name="Footer Placeholder 7">
            <a:extLst>
              <a:ext uri="{FF2B5EF4-FFF2-40B4-BE49-F238E27FC236}">
                <a16:creationId xmlns:a16="http://schemas.microsoft.com/office/drawing/2014/main" id="{E3C8BB3A-1455-4293-BE70-2820BF8F02D6}"/>
              </a:ext>
            </a:extLst>
          </p:cNvPr>
          <p:cNvSpPr>
            <a:spLocks noGrp="1"/>
          </p:cNvSpPr>
          <p:nvPr>
            <p:ph type="ftr" sz="quarter" idx="11"/>
          </p:nvPr>
        </p:nvSpPr>
        <p:spPr/>
        <p:txBody>
          <a:bodyPr/>
          <a:lstStyle/>
          <a:p>
            <a:r>
              <a:rPr lang="en-US"/>
              <a:t>© 2022 Grundfos Holding A/S</a:t>
            </a:r>
            <a:endParaRPr lang="en-GB"/>
          </a:p>
        </p:txBody>
      </p:sp>
      <p:sp>
        <p:nvSpPr>
          <p:cNvPr id="10" name="Slide Number Placeholder 9">
            <a:extLst>
              <a:ext uri="{FF2B5EF4-FFF2-40B4-BE49-F238E27FC236}">
                <a16:creationId xmlns:a16="http://schemas.microsoft.com/office/drawing/2014/main" id="{7AE97AB2-C3B4-4071-B457-82ED66EB8CE6}"/>
              </a:ext>
            </a:extLst>
          </p:cNvPr>
          <p:cNvSpPr>
            <a:spLocks noGrp="1"/>
          </p:cNvSpPr>
          <p:nvPr>
            <p:ph type="sldNum" sz="quarter" idx="12"/>
          </p:nvPr>
        </p:nvSpPr>
        <p:spPr/>
        <p:txBody>
          <a:bodyPr/>
          <a:lstStyle/>
          <a:p>
            <a:fld id="{85D19AB6-A39C-F648-8673-AE723FC1C93C}" type="slidenum">
              <a:rPr lang="en-GB" smtClean="0"/>
              <a:pPr/>
              <a:t>‹#›</a:t>
            </a:fld>
            <a:endParaRPr lang="en-GB"/>
          </a:p>
        </p:txBody>
      </p:sp>
    </p:spTree>
    <p:extLst>
      <p:ext uri="{BB962C8B-B14F-4D97-AF65-F5344CB8AC3E}">
        <p14:creationId xmlns:p14="http://schemas.microsoft.com/office/powerpoint/2010/main" val="11497667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BD77188-65DB-47DA-8DD4-1D20DA7B4403}"/>
              </a:ext>
            </a:extLst>
          </p:cNvPr>
          <p:cNvSpPr>
            <a:spLocks noGrp="1"/>
          </p:cNvSpPr>
          <p:nvPr>
            <p:ph type="dt" sz="half" idx="10"/>
          </p:nvPr>
        </p:nvSpPr>
        <p:spPr/>
        <p:txBody>
          <a:bodyPr/>
          <a:lstStyle/>
          <a:p>
            <a:fld id="{D0A92B78-1DD2-45FA-A79C-EB831B78FEC1}" type="datetime1">
              <a:rPr lang="da-DK" smtClean="0"/>
              <a:t>12-09-2025</a:t>
            </a:fld>
            <a:endParaRPr lang="en-GB"/>
          </a:p>
        </p:txBody>
      </p:sp>
      <p:sp>
        <p:nvSpPr>
          <p:cNvPr id="3" name="Footer Placeholder 2">
            <a:extLst>
              <a:ext uri="{FF2B5EF4-FFF2-40B4-BE49-F238E27FC236}">
                <a16:creationId xmlns:a16="http://schemas.microsoft.com/office/drawing/2014/main" id="{E165BBBC-933F-4DF0-8FA4-8FE4450A26CD}"/>
              </a:ext>
            </a:extLst>
          </p:cNvPr>
          <p:cNvSpPr>
            <a:spLocks noGrp="1"/>
          </p:cNvSpPr>
          <p:nvPr>
            <p:ph type="ftr" sz="quarter" idx="11"/>
          </p:nvPr>
        </p:nvSpPr>
        <p:spPr/>
        <p:txBody>
          <a:bodyPr/>
          <a:lstStyle/>
          <a:p>
            <a:r>
              <a:rPr lang="en-US"/>
              <a:t>© 2022 Grundfos Holding A/S</a:t>
            </a:r>
            <a:endParaRPr lang="en-GB"/>
          </a:p>
        </p:txBody>
      </p:sp>
      <p:sp>
        <p:nvSpPr>
          <p:cNvPr id="4" name="Slide Number Placeholder 3">
            <a:extLst>
              <a:ext uri="{FF2B5EF4-FFF2-40B4-BE49-F238E27FC236}">
                <a16:creationId xmlns:a16="http://schemas.microsoft.com/office/drawing/2014/main" id="{8E2A5EC9-3C45-4A95-A6B9-BB43B174539E}"/>
              </a:ext>
            </a:extLst>
          </p:cNvPr>
          <p:cNvSpPr>
            <a:spLocks noGrp="1"/>
          </p:cNvSpPr>
          <p:nvPr>
            <p:ph type="sldNum" sz="quarter" idx="12"/>
          </p:nvPr>
        </p:nvSpPr>
        <p:spPr/>
        <p:txBody>
          <a:bodyPr/>
          <a:lstStyle/>
          <a:p>
            <a:fld id="{85D19AB6-A39C-F648-8673-AE723FC1C93C}" type="slidenum">
              <a:rPr lang="en-GB" smtClean="0"/>
              <a:pPr/>
              <a:t>‹#›</a:t>
            </a:fld>
            <a:endParaRPr lang="en-GB"/>
          </a:p>
        </p:txBody>
      </p:sp>
    </p:spTree>
    <p:extLst>
      <p:ext uri="{BB962C8B-B14F-4D97-AF65-F5344CB8AC3E}">
        <p14:creationId xmlns:p14="http://schemas.microsoft.com/office/powerpoint/2010/main" val="18350299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Half text and image">
    <p:spTree>
      <p:nvGrpSpPr>
        <p:cNvPr id="1" name=""/>
        <p:cNvGrpSpPr/>
        <p:nvPr/>
      </p:nvGrpSpPr>
      <p:grpSpPr>
        <a:xfrm>
          <a:off x="0" y="0"/>
          <a:ext cx="0" cy="0"/>
          <a:chOff x="0" y="0"/>
          <a:chExt cx="0" cy="0"/>
        </a:xfrm>
      </p:grpSpPr>
      <p:sp>
        <p:nvSpPr>
          <p:cNvPr id="10" name="Text Placeholder 6">
            <a:extLst>
              <a:ext uri="{FF2B5EF4-FFF2-40B4-BE49-F238E27FC236}">
                <a16:creationId xmlns:a16="http://schemas.microsoft.com/office/drawing/2014/main" id="{B80B4696-1525-4F2D-BF0A-078EED009AF9}"/>
              </a:ext>
            </a:extLst>
          </p:cNvPr>
          <p:cNvSpPr>
            <a:spLocks noGrp="1"/>
          </p:cNvSpPr>
          <p:nvPr>
            <p:ph type="body" sz="quarter" idx="13" hasCustomPrompt="1"/>
          </p:nvPr>
        </p:nvSpPr>
        <p:spPr>
          <a:xfrm>
            <a:off x="530225" y="1196975"/>
            <a:ext cx="5464175" cy="5129212"/>
          </a:xfrm>
        </p:spPr>
        <p:txBody>
          <a:bodyPr/>
          <a:lstStyle>
            <a:lvl1pPr marL="182563" indent="-182563">
              <a:buFont typeface="Arial" panose="020B0604020202020204" pitchFamily="34" charset="0"/>
              <a:buChar char="•"/>
              <a:defRPr/>
            </a:lvl1pPr>
          </a:lstStyle>
          <a:p>
            <a:pPr lvl="0"/>
            <a:r>
              <a:rPr lang="en-US"/>
              <a:t>Click to add your body text</a:t>
            </a:r>
          </a:p>
          <a:p>
            <a:pPr lvl="1"/>
            <a:r>
              <a:rPr lang="en-US"/>
              <a:t>Second level</a:t>
            </a:r>
          </a:p>
          <a:p>
            <a:pPr lvl="2"/>
            <a:r>
              <a:rPr lang="en-US"/>
              <a:t>Third level</a:t>
            </a:r>
          </a:p>
          <a:p>
            <a:pPr lvl="3"/>
            <a:r>
              <a:rPr lang="en-US"/>
              <a:t>Fourth level</a:t>
            </a:r>
          </a:p>
          <a:p>
            <a:pPr lvl="4"/>
            <a:r>
              <a:rPr lang="en-US"/>
              <a:t>Fifth level</a:t>
            </a:r>
          </a:p>
        </p:txBody>
      </p:sp>
      <p:sp>
        <p:nvSpPr>
          <p:cNvPr id="11" name="Pladsholder til billede 56">
            <a:extLst>
              <a:ext uri="{FF2B5EF4-FFF2-40B4-BE49-F238E27FC236}">
                <a16:creationId xmlns:a16="http://schemas.microsoft.com/office/drawing/2014/main" id="{92E460C4-BBDF-41A7-BC52-24EE73E04F6E}"/>
              </a:ext>
            </a:extLst>
          </p:cNvPr>
          <p:cNvSpPr>
            <a:spLocks noGrp="1"/>
          </p:cNvSpPr>
          <p:nvPr>
            <p:ph type="pic" sz="quarter" idx="15" hasCustomPrompt="1"/>
          </p:nvPr>
        </p:nvSpPr>
        <p:spPr>
          <a:xfrm>
            <a:off x="6197600" y="1196974"/>
            <a:ext cx="5462588" cy="5129213"/>
          </a:xfrm>
          <a:solidFill>
            <a:srgbClr val="969696"/>
          </a:solidFill>
        </p:spPr>
        <p:txBody>
          <a:bodyPr tIns="900000" bIns="0" anchor="ctr" anchorCtr="0">
            <a:normAutofit/>
          </a:bodyPr>
          <a:lstStyle>
            <a:lvl1pPr marL="0" indent="0" algn="ctr">
              <a:buFontTx/>
              <a:buNone/>
              <a:defRPr sz="1200" b="0">
                <a:solidFill>
                  <a:srgbClr val="FFFF00"/>
                </a:solidFill>
              </a:defRPr>
            </a:lvl1pPr>
          </a:lstStyle>
          <a:p>
            <a:r>
              <a:rPr lang="en-GB"/>
              <a:t>Click to place a picture</a:t>
            </a:r>
          </a:p>
        </p:txBody>
      </p:sp>
      <p:sp>
        <p:nvSpPr>
          <p:cNvPr id="2" name="Title 1">
            <a:extLst>
              <a:ext uri="{FF2B5EF4-FFF2-40B4-BE49-F238E27FC236}">
                <a16:creationId xmlns:a16="http://schemas.microsoft.com/office/drawing/2014/main" id="{758BD11B-4B42-4924-88B8-41A7B11D970C}"/>
              </a:ext>
            </a:extLst>
          </p:cNvPr>
          <p:cNvSpPr>
            <a:spLocks noGrp="1"/>
          </p:cNvSpPr>
          <p:nvPr>
            <p:ph type="title" hasCustomPrompt="1"/>
          </p:nvPr>
        </p:nvSpPr>
        <p:spPr/>
        <p:txBody>
          <a:bodyPr/>
          <a:lstStyle/>
          <a:p>
            <a:r>
              <a:rPr lang="en-US"/>
              <a:t>Click to add your slide headline</a:t>
            </a:r>
            <a:endParaRPr lang="en-GB"/>
          </a:p>
        </p:txBody>
      </p:sp>
      <p:sp>
        <p:nvSpPr>
          <p:cNvPr id="3" name="Date Placeholder 2">
            <a:extLst>
              <a:ext uri="{FF2B5EF4-FFF2-40B4-BE49-F238E27FC236}">
                <a16:creationId xmlns:a16="http://schemas.microsoft.com/office/drawing/2014/main" id="{0737283A-90F6-4EE5-B4E1-2257A410F51E}"/>
              </a:ext>
            </a:extLst>
          </p:cNvPr>
          <p:cNvSpPr>
            <a:spLocks noGrp="1"/>
          </p:cNvSpPr>
          <p:nvPr>
            <p:ph type="dt" sz="half" idx="16"/>
          </p:nvPr>
        </p:nvSpPr>
        <p:spPr/>
        <p:txBody>
          <a:bodyPr/>
          <a:lstStyle/>
          <a:p>
            <a:fld id="{D0A92B78-1DD2-45FA-A79C-EB831B78FEC1}" type="datetime1">
              <a:rPr lang="da-DK" smtClean="0"/>
              <a:t>12-09-2025</a:t>
            </a:fld>
            <a:endParaRPr lang="en-GB"/>
          </a:p>
        </p:txBody>
      </p:sp>
      <p:sp>
        <p:nvSpPr>
          <p:cNvPr id="7" name="Footer Placeholder 6">
            <a:extLst>
              <a:ext uri="{FF2B5EF4-FFF2-40B4-BE49-F238E27FC236}">
                <a16:creationId xmlns:a16="http://schemas.microsoft.com/office/drawing/2014/main" id="{50322AE4-FA22-4D7B-B890-30694D877C9A}"/>
              </a:ext>
            </a:extLst>
          </p:cNvPr>
          <p:cNvSpPr>
            <a:spLocks noGrp="1"/>
          </p:cNvSpPr>
          <p:nvPr>
            <p:ph type="ftr" sz="quarter" idx="17"/>
          </p:nvPr>
        </p:nvSpPr>
        <p:spPr/>
        <p:txBody>
          <a:bodyPr/>
          <a:lstStyle/>
          <a:p>
            <a:r>
              <a:rPr lang="en-US"/>
              <a:t>© 2022 Grundfos Holding A/S</a:t>
            </a:r>
            <a:endParaRPr lang="en-GB"/>
          </a:p>
        </p:txBody>
      </p:sp>
      <p:sp>
        <p:nvSpPr>
          <p:cNvPr id="8" name="Slide Number Placeholder 7">
            <a:extLst>
              <a:ext uri="{FF2B5EF4-FFF2-40B4-BE49-F238E27FC236}">
                <a16:creationId xmlns:a16="http://schemas.microsoft.com/office/drawing/2014/main" id="{583409EC-1921-47B0-8107-850DB60EC1C8}"/>
              </a:ext>
            </a:extLst>
          </p:cNvPr>
          <p:cNvSpPr>
            <a:spLocks noGrp="1"/>
          </p:cNvSpPr>
          <p:nvPr>
            <p:ph type="sldNum" sz="quarter" idx="18"/>
          </p:nvPr>
        </p:nvSpPr>
        <p:spPr/>
        <p:txBody>
          <a:bodyPr/>
          <a:lstStyle/>
          <a:p>
            <a:fld id="{85D19AB6-A39C-F648-8673-AE723FC1C93C}" type="slidenum">
              <a:rPr lang="en-GB" smtClean="0"/>
              <a:pPr/>
              <a:t>‹#›</a:t>
            </a:fld>
            <a:endParaRPr lang="en-GB"/>
          </a:p>
        </p:txBody>
      </p:sp>
    </p:spTree>
    <p:extLst>
      <p:ext uri="{BB962C8B-B14F-4D97-AF65-F5344CB8AC3E}">
        <p14:creationId xmlns:p14="http://schemas.microsoft.com/office/powerpoint/2010/main" val="42577856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wo sections text">
    <p:spTree>
      <p:nvGrpSpPr>
        <p:cNvPr id="1" name=""/>
        <p:cNvGrpSpPr/>
        <p:nvPr/>
      </p:nvGrpSpPr>
      <p:grpSpPr>
        <a:xfrm>
          <a:off x="0" y="0"/>
          <a:ext cx="0" cy="0"/>
          <a:chOff x="0" y="0"/>
          <a:chExt cx="0" cy="0"/>
        </a:xfrm>
      </p:grpSpPr>
      <p:sp>
        <p:nvSpPr>
          <p:cNvPr id="10" name="Text Placeholder 6">
            <a:extLst>
              <a:ext uri="{FF2B5EF4-FFF2-40B4-BE49-F238E27FC236}">
                <a16:creationId xmlns:a16="http://schemas.microsoft.com/office/drawing/2014/main" id="{B80B4696-1525-4F2D-BF0A-078EED009AF9}"/>
              </a:ext>
            </a:extLst>
          </p:cNvPr>
          <p:cNvSpPr>
            <a:spLocks noGrp="1"/>
          </p:cNvSpPr>
          <p:nvPr>
            <p:ph type="body" sz="quarter" idx="13" hasCustomPrompt="1"/>
          </p:nvPr>
        </p:nvSpPr>
        <p:spPr>
          <a:xfrm>
            <a:off x="528637" y="1198800"/>
            <a:ext cx="5464175" cy="5130000"/>
          </a:xfrm>
        </p:spPr>
        <p:txBody>
          <a:bodyPr>
            <a:normAutofit/>
          </a:bodyPr>
          <a:lstStyle>
            <a:lvl1pPr marL="182563" indent="-182563">
              <a:buFont typeface="Arial" panose="020B0604020202020204" pitchFamily="34" charset="0"/>
              <a:buChar char="•"/>
              <a:defRPr/>
            </a:lvl1pPr>
          </a:lstStyle>
          <a:p>
            <a:pPr lvl="0"/>
            <a:r>
              <a:rPr lang="en-US"/>
              <a:t>Click to add your body text</a:t>
            </a:r>
          </a:p>
          <a:p>
            <a:pPr lvl="1"/>
            <a:r>
              <a:rPr lang="en-US"/>
              <a:t>Second level</a:t>
            </a:r>
          </a:p>
          <a:p>
            <a:pPr lvl="2"/>
            <a:r>
              <a:rPr lang="en-US"/>
              <a:t>Third level</a:t>
            </a:r>
          </a:p>
          <a:p>
            <a:pPr lvl="3"/>
            <a:r>
              <a:rPr lang="en-US"/>
              <a:t>Fourth level</a:t>
            </a:r>
          </a:p>
          <a:p>
            <a:pPr lvl="4"/>
            <a:r>
              <a:rPr lang="en-US"/>
              <a:t>Fifth level</a:t>
            </a:r>
          </a:p>
        </p:txBody>
      </p:sp>
      <p:sp>
        <p:nvSpPr>
          <p:cNvPr id="13" name="Text Placeholder 6">
            <a:extLst>
              <a:ext uri="{FF2B5EF4-FFF2-40B4-BE49-F238E27FC236}">
                <a16:creationId xmlns:a16="http://schemas.microsoft.com/office/drawing/2014/main" id="{0097DCCC-B5F5-4E66-87BE-4B9952C6CA72}"/>
              </a:ext>
            </a:extLst>
          </p:cNvPr>
          <p:cNvSpPr>
            <a:spLocks noGrp="1"/>
          </p:cNvSpPr>
          <p:nvPr>
            <p:ph type="body" sz="quarter" idx="19" hasCustomPrompt="1"/>
          </p:nvPr>
        </p:nvSpPr>
        <p:spPr>
          <a:xfrm>
            <a:off x="6197600" y="1198800"/>
            <a:ext cx="5464175" cy="5130000"/>
          </a:xfrm>
        </p:spPr>
        <p:txBody>
          <a:bodyPr>
            <a:noAutofit/>
          </a:bodyPr>
          <a:lstStyle>
            <a:lvl1pPr marL="182563" indent="-182563">
              <a:buFont typeface="Arial" panose="020B0604020202020204" pitchFamily="34" charset="0"/>
              <a:buChar char="•"/>
              <a:defRPr>
                <a:solidFill>
                  <a:srgbClr val="11497B"/>
                </a:solidFill>
              </a:defRPr>
            </a:lvl1pPr>
            <a:lvl2pPr>
              <a:defRPr>
                <a:solidFill>
                  <a:srgbClr val="11497B"/>
                </a:solidFill>
              </a:defRPr>
            </a:lvl2pPr>
            <a:lvl3pPr>
              <a:defRPr>
                <a:solidFill>
                  <a:srgbClr val="11497B"/>
                </a:solidFill>
              </a:defRPr>
            </a:lvl3pPr>
            <a:lvl4pPr>
              <a:defRPr>
                <a:solidFill>
                  <a:srgbClr val="11497B"/>
                </a:solidFill>
              </a:defRPr>
            </a:lvl4pPr>
            <a:lvl5pPr>
              <a:defRPr>
                <a:solidFill>
                  <a:srgbClr val="11497B"/>
                </a:solidFill>
              </a:defRPr>
            </a:lvl5pPr>
          </a:lstStyle>
          <a:p>
            <a:pPr lvl="0"/>
            <a:r>
              <a:rPr lang="en-US"/>
              <a:t>Click to add your body text</a:t>
            </a:r>
          </a:p>
          <a:p>
            <a:pPr lvl="1"/>
            <a:r>
              <a:rPr lang="en-US"/>
              <a:t>Second level</a:t>
            </a:r>
          </a:p>
          <a:p>
            <a:pPr lvl="2"/>
            <a:r>
              <a:rPr lang="en-US"/>
              <a:t>Third level</a:t>
            </a:r>
          </a:p>
          <a:p>
            <a:pPr lvl="3"/>
            <a:r>
              <a:rPr lang="en-US"/>
              <a:t>Fourth level</a:t>
            </a:r>
          </a:p>
          <a:p>
            <a:pPr lvl="4"/>
            <a:r>
              <a:rPr lang="en-US"/>
              <a:t>Fifth level</a:t>
            </a:r>
          </a:p>
        </p:txBody>
      </p:sp>
      <p:sp>
        <p:nvSpPr>
          <p:cNvPr id="2" name="Date Placeholder 1">
            <a:extLst>
              <a:ext uri="{FF2B5EF4-FFF2-40B4-BE49-F238E27FC236}">
                <a16:creationId xmlns:a16="http://schemas.microsoft.com/office/drawing/2014/main" id="{DA6E6D05-B367-4226-81A0-007D960B92F5}"/>
              </a:ext>
            </a:extLst>
          </p:cNvPr>
          <p:cNvSpPr>
            <a:spLocks noGrp="1"/>
          </p:cNvSpPr>
          <p:nvPr>
            <p:ph type="dt" sz="half" idx="20"/>
          </p:nvPr>
        </p:nvSpPr>
        <p:spPr/>
        <p:txBody>
          <a:bodyPr/>
          <a:lstStyle/>
          <a:p>
            <a:fld id="{D0A92B78-1DD2-45FA-A79C-EB831B78FEC1}" type="datetime1">
              <a:rPr lang="da-DK" smtClean="0"/>
              <a:t>12-09-2025</a:t>
            </a:fld>
            <a:endParaRPr lang="en-GB"/>
          </a:p>
        </p:txBody>
      </p:sp>
      <p:sp>
        <p:nvSpPr>
          <p:cNvPr id="3" name="Footer Placeholder 2">
            <a:extLst>
              <a:ext uri="{FF2B5EF4-FFF2-40B4-BE49-F238E27FC236}">
                <a16:creationId xmlns:a16="http://schemas.microsoft.com/office/drawing/2014/main" id="{600C3047-8086-409D-B248-FEBBDA3928C6}"/>
              </a:ext>
            </a:extLst>
          </p:cNvPr>
          <p:cNvSpPr>
            <a:spLocks noGrp="1"/>
          </p:cNvSpPr>
          <p:nvPr>
            <p:ph type="ftr" sz="quarter" idx="21"/>
          </p:nvPr>
        </p:nvSpPr>
        <p:spPr/>
        <p:txBody>
          <a:bodyPr/>
          <a:lstStyle/>
          <a:p>
            <a:r>
              <a:rPr lang="en-US"/>
              <a:t>© 2022 Grundfos Holding A/S</a:t>
            </a:r>
            <a:endParaRPr lang="en-GB"/>
          </a:p>
        </p:txBody>
      </p:sp>
      <p:sp>
        <p:nvSpPr>
          <p:cNvPr id="7" name="Slide Number Placeholder 6">
            <a:extLst>
              <a:ext uri="{FF2B5EF4-FFF2-40B4-BE49-F238E27FC236}">
                <a16:creationId xmlns:a16="http://schemas.microsoft.com/office/drawing/2014/main" id="{AF68AA62-0084-4E91-B591-68375C212F55}"/>
              </a:ext>
            </a:extLst>
          </p:cNvPr>
          <p:cNvSpPr>
            <a:spLocks noGrp="1"/>
          </p:cNvSpPr>
          <p:nvPr>
            <p:ph type="sldNum" sz="quarter" idx="22"/>
          </p:nvPr>
        </p:nvSpPr>
        <p:spPr/>
        <p:txBody>
          <a:bodyPr/>
          <a:lstStyle/>
          <a:p>
            <a:fld id="{85D19AB6-A39C-F648-8673-AE723FC1C93C}" type="slidenum">
              <a:rPr lang="en-GB" smtClean="0"/>
              <a:pPr/>
              <a:t>‹#›</a:t>
            </a:fld>
            <a:endParaRPr lang="en-GB"/>
          </a:p>
        </p:txBody>
      </p:sp>
      <p:sp>
        <p:nvSpPr>
          <p:cNvPr id="4" name="Title 3">
            <a:extLst>
              <a:ext uri="{FF2B5EF4-FFF2-40B4-BE49-F238E27FC236}">
                <a16:creationId xmlns:a16="http://schemas.microsoft.com/office/drawing/2014/main" id="{F312CF0E-45F1-40F8-8795-EC613CD46013}"/>
              </a:ext>
            </a:extLst>
          </p:cNvPr>
          <p:cNvSpPr>
            <a:spLocks noGrp="1"/>
          </p:cNvSpPr>
          <p:nvPr>
            <p:ph type="title" hasCustomPrompt="1"/>
          </p:nvPr>
        </p:nvSpPr>
        <p:spPr/>
        <p:txBody>
          <a:bodyPr/>
          <a:lstStyle/>
          <a:p>
            <a:r>
              <a:rPr lang="en-US"/>
              <a:t>Click to add your slide headline</a:t>
            </a:r>
            <a:endParaRPr lang="en-GB"/>
          </a:p>
        </p:txBody>
      </p:sp>
    </p:spTree>
    <p:extLst>
      <p:ext uri="{BB962C8B-B14F-4D97-AF65-F5344CB8AC3E}">
        <p14:creationId xmlns:p14="http://schemas.microsoft.com/office/powerpoint/2010/main" val="27741567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A6E6D05-B367-4226-81A0-007D960B92F5}"/>
              </a:ext>
            </a:extLst>
          </p:cNvPr>
          <p:cNvSpPr>
            <a:spLocks noGrp="1"/>
          </p:cNvSpPr>
          <p:nvPr>
            <p:ph type="dt" sz="half" idx="20"/>
          </p:nvPr>
        </p:nvSpPr>
        <p:spPr/>
        <p:txBody>
          <a:bodyPr/>
          <a:lstStyle/>
          <a:p>
            <a:fld id="{D0A92B78-1DD2-45FA-A79C-EB831B78FEC1}" type="datetime1">
              <a:rPr lang="da-DK" smtClean="0"/>
              <a:t>12-09-2025</a:t>
            </a:fld>
            <a:endParaRPr lang="en-GB"/>
          </a:p>
        </p:txBody>
      </p:sp>
      <p:sp>
        <p:nvSpPr>
          <p:cNvPr id="3" name="Footer Placeholder 2">
            <a:extLst>
              <a:ext uri="{FF2B5EF4-FFF2-40B4-BE49-F238E27FC236}">
                <a16:creationId xmlns:a16="http://schemas.microsoft.com/office/drawing/2014/main" id="{600C3047-8086-409D-B248-FEBBDA3928C6}"/>
              </a:ext>
            </a:extLst>
          </p:cNvPr>
          <p:cNvSpPr>
            <a:spLocks noGrp="1"/>
          </p:cNvSpPr>
          <p:nvPr>
            <p:ph type="ftr" sz="quarter" idx="21"/>
          </p:nvPr>
        </p:nvSpPr>
        <p:spPr/>
        <p:txBody>
          <a:bodyPr/>
          <a:lstStyle/>
          <a:p>
            <a:r>
              <a:rPr lang="en-US"/>
              <a:t>© 2022 Grundfos Holding A/S</a:t>
            </a:r>
            <a:endParaRPr lang="en-GB"/>
          </a:p>
        </p:txBody>
      </p:sp>
      <p:sp>
        <p:nvSpPr>
          <p:cNvPr id="7" name="Slide Number Placeholder 6">
            <a:extLst>
              <a:ext uri="{FF2B5EF4-FFF2-40B4-BE49-F238E27FC236}">
                <a16:creationId xmlns:a16="http://schemas.microsoft.com/office/drawing/2014/main" id="{AF68AA62-0084-4E91-B591-68375C212F55}"/>
              </a:ext>
            </a:extLst>
          </p:cNvPr>
          <p:cNvSpPr>
            <a:spLocks noGrp="1"/>
          </p:cNvSpPr>
          <p:nvPr>
            <p:ph type="sldNum" sz="quarter" idx="22"/>
          </p:nvPr>
        </p:nvSpPr>
        <p:spPr/>
        <p:txBody>
          <a:bodyPr/>
          <a:lstStyle/>
          <a:p>
            <a:fld id="{85D19AB6-A39C-F648-8673-AE723FC1C93C}" type="slidenum">
              <a:rPr lang="en-GB" smtClean="0"/>
              <a:pPr/>
              <a:t>‹#›</a:t>
            </a:fld>
            <a:endParaRPr lang="en-GB"/>
          </a:p>
        </p:txBody>
      </p:sp>
      <p:sp>
        <p:nvSpPr>
          <p:cNvPr id="4" name="Title 3">
            <a:extLst>
              <a:ext uri="{FF2B5EF4-FFF2-40B4-BE49-F238E27FC236}">
                <a16:creationId xmlns:a16="http://schemas.microsoft.com/office/drawing/2014/main" id="{F312CF0E-45F1-40F8-8795-EC613CD46013}"/>
              </a:ext>
            </a:extLst>
          </p:cNvPr>
          <p:cNvSpPr>
            <a:spLocks noGrp="1"/>
          </p:cNvSpPr>
          <p:nvPr>
            <p:ph type="title" hasCustomPrompt="1"/>
          </p:nvPr>
        </p:nvSpPr>
        <p:spPr/>
        <p:txBody>
          <a:bodyPr/>
          <a:lstStyle/>
          <a:p>
            <a:r>
              <a:rPr lang="en-US"/>
              <a:t>Click to add your slide headline</a:t>
            </a:r>
            <a:endParaRPr lang="en-GB"/>
          </a:p>
        </p:txBody>
      </p:sp>
      <p:sp>
        <p:nvSpPr>
          <p:cNvPr id="5" name="Content Placeholder 2">
            <a:extLst>
              <a:ext uri="{FF2B5EF4-FFF2-40B4-BE49-F238E27FC236}">
                <a16:creationId xmlns:a16="http://schemas.microsoft.com/office/drawing/2014/main" id="{3EADB832-F32E-DCF9-B5BD-0981D3981627}"/>
              </a:ext>
            </a:extLst>
          </p:cNvPr>
          <p:cNvSpPr>
            <a:spLocks noGrp="1"/>
          </p:cNvSpPr>
          <p:nvPr>
            <p:ph idx="1" hasCustomPrompt="1"/>
          </p:nvPr>
        </p:nvSpPr>
        <p:spPr>
          <a:xfrm>
            <a:off x="530226" y="1196975"/>
            <a:ext cx="5462586" cy="5129213"/>
          </a:xfrm>
        </p:spPr>
        <p:txBody>
          <a:bodyPr/>
          <a:lstStyle>
            <a:lvl1pPr>
              <a:defRPr/>
            </a:lvl1pPr>
          </a:lstStyle>
          <a:p>
            <a:pPr lvl="0"/>
            <a:r>
              <a:rPr lang="en-US"/>
              <a:t>Click to add your body text</a:t>
            </a:r>
          </a:p>
          <a:p>
            <a:pPr lvl="1"/>
            <a:r>
              <a:rPr lang="en-US"/>
              <a:t>Second level</a:t>
            </a:r>
          </a:p>
          <a:p>
            <a:pPr lvl="2"/>
            <a:r>
              <a:rPr lang="en-US"/>
              <a:t>Third level</a:t>
            </a:r>
          </a:p>
          <a:p>
            <a:pPr lvl="3"/>
            <a:r>
              <a:rPr lang="en-US"/>
              <a:t>Fourth level</a:t>
            </a:r>
          </a:p>
          <a:p>
            <a:pPr lvl="4"/>
            <a:r>
              <a:rPr lang="en-US"/>
              <a:t>Fifth level</a:t>
            </a:r>
            <a:endParaRPr lang="da-DK"/>
          </a:p>
        </p:txBody>
      </p:sp>
      <p:sp>
        <p:nvSpPr>
          <p:cNvPr id="9" name="Content Placeholder 2">
            <a:extLst>
              <a:ext uri="{FF2B5EF4-FFF2-40B4-BE49-F238E27FC236}">
                <a16:creationId xmlns:a16="http://schemas.microsoft.com/office/drawing/2014/main" id="{3FEC74F6-EFC9-8F5F-8F05-799D8ED0A144}"/>
              </a:ext>
            </a:extLst>
          </p:cNvPr>
          <p:cNvSpPr>
            <a:spLocks noGrp="1"/>
          </p:cNvSpPr>
          <p:nvPr>
            <p:ph idx="23" hasCustomPrompt="1"/>
          </p:nvPr>
        </p:nvSpPr>
        <p:spPr>
          <a:xfrm>
            <a:off x="6197600" y="1196975"/>
            <a:ext cx="5462586" cy="5129213"/>
          </a:xfrm>
        </p:spPr>
        <p:txBody>
          <a:bodyPr/>
          <a:lstStyle>
            <a:lvl1pPr>
              <a:defRPr/>
            </a:lvl1pPr>
          </a:lstStyle>
          <a:p>
            <a:pPr lvl="0"/>
            <a:r>
              <a:rPr lang="en-US"/>
              <a:t>Click to add your body text</a:t>
            </a:r>
          </a:p>
          <a:p>
            <a:pPr lvl="1"/>
            <a:r>
              <a:rPr lang="en-US"/>
              <a:t>Second level</a:t>
            </a:r>
          </a:p>
          <a:p>
            <a:pPr lvl="2"/>
            <a:r>
              <a:rPr lang="en-US"/>
              <a:t>Third level</a:t>
            </a:r>
          </a:p>
          <a:p>
            <a:pPr lvl="3"/>
            <a:r>
              <a:rPr lang="en-US"/>
              <a:t>Fourth level</a:t>
            </a:r>
          </a:p>
          <a:p>
            <a:pPr lvl="4"/>
            <a:r>
              <a:rPr lang="en-US"/>
              <a:t>Fifth level</a:t>
            </a:r>
            <a:endParaRPr lang="da-DK"/>
          </a:p>
        </p:txBody>
      </p:sp>
    </p:spTree>
    <p:extLst>
      <p:ext uri="{BB962C8B-B14F-4D97-AF65-F5344CB8AC3E}">
        <p14:creationId xmlns:p14="http://schemas.microsoft.com/office/powerpoint/2010/main" val="22825691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A6E6D05-B367-4226-81A0-007D960B92F5}"/>
              </a:ext>
            </a:extLst>
          </p:cNvPr>
          <p:cNvSpPr>
            <a:spLocks noGrp="1"/>
          </p:cNvSpPr>
          <p:nvPr>
            <p:ph type="dt" sz="half" idx="20"/>
          </p:nvPr>
        </p:nvSpPr>
        <p:spPr/>
        <p:txBody>
          <a:bodyPr/>
          <a:lstStyle/>
          <a:p>
            <a:fld id="{D0A92B78-1DD2-45FA-A79C-EB831B78FEC1}" type="datetime1">
              <a:rPr lang="da-DK" smtClean="0"/>
              <a:t>12-09-2025</a:t>
            </a:fld>
            <a:endParaRPr lang="en-GB"/>
          </a:p>
        </p:txBody>
      </p:sp>
      <p:sp>
        <p:nvSpPr>
          <p:cNvPr id="3" name="Footer Placeholder 2">
            <a:extLst>
              <a:ext uri="{FF2B5EF4-FFF2-40B4-BE49-F238E27FC236}">
                <a16:creationId xmlns:a16="http://schemas.microsoft.com/office/drawing/2014/main" id="{600C3047-8086-409D-B248-FEBBDA3928C6}"/>
              </a:ext>
            </a:extLst>
          </p:cNvPr>
          <p:cNvSpPr>
            <a:spLocks noGrp="1"/>
          </p:cNvSpPr>
          <p:nvPr>
            <p:ph type="ftr" sz="quarter" idx="21"/>
          </p:nvPr>
        </p:nvSpPr>
        <p:spPr/>
        <p:txBody>
          <a:bodyPr/>
          <a:lstStyle/>
          <a:p>
            <a:r>
              <a:rPr lang="en-US"/>
              <a:t>© 2022 Grundfos Holding A/S</a:t>
            </a:r>
            <a:endParaRPr lang="en-GB"/>
          </a:p>
        </p:txBody>
      </p:sp>
      <p:sp>
        <p:nvSpPr>
          <p:cNvPr id="7" name="Slide Number Placeholder 6">
            <a:extLst>
              <a:ext uri="{FF2B5EF4-FFF2-40B4-BE49-F238E27FC236}">
                <a16:creationId xmlns:a16="http://schemas.microsoft.com/office/drawing/2014/main" id="{AF68AA62-0084-4E91-B591-68375C212F55}"/>
              </a:ext>
            </a:extLst>
          </p:cNvPr>
          <p:cNvSpPr>
            <a:spLocks noGrp="1"/>
          </p:cNvSpPr>
          <p:nvPr>
            <p:ph type="sldNum" sz="quarter" idx="22"/>
          </p:nvPr>
        </p:nvSpPr>
        <p:spPr/>
        <p:txBody>
          <a:bodyPr/>
          <a:lstStyle/>
          <a:p>
            <a:fld id="{85D19AB6-A39C-F648-8673-AE723FC1C93C}" type="slidenum">
              <a:rPr lang="en-GB" smtClean="0"/>
              <a:pPr/>
              <a:t>‹#›</a:t>
            </a:fld>
            <a:endParaRPr lang="en-GB"/>
          </a:p>
        </p:txBody>
      </p:sp>
      <p:sp>
        <p:nvSpPr>
          <p:cNvPr id="4" name="Title 3">
            <a:extLst>
              <a:ext uri="{FF2B5EF4-FFF2-40B4-BE49-F238E27FC236}">
                <a16:creationId xmlns:a16="http://schemas.microsoft.com/office/drawing/2014/main" id="{F312CF0E-45F1-40F8-8795-EC613CD46013}"/>
              </a:ext>
            </a:extLst>
          </p:cNvPr>
          <p:cNvSpPr>
            <a:spLocks noGrp="1"/>
          </p:cNvSpPr>
          <p:nvPr>
            <p:ph type="title" hasCustomPrompt="1"/>
          </p:nvPr>
        </p:nvSpPr>
        <p:spPr/>
        <p:txBody>
          <a:bodyPr/>
          <a:lstStyle/>
          <a:p>
            <a:r>
              <a:rPr lang="en-US"/>
              <a:t>Click to add your slide headline</a:t>
            </a:r>
            <a:endParaRPr lang="en-GB"/>
          </a:p>
        </p:txBody>
      </p:sp>
      <p:sp>
        <p:nvSpPr>
          <p:cNvPr id="5" name="Content Placeholder 2">
            <a:extLst>
              <a:ext uri="{FF2B5EF4-FFF2-40B4-BE49-F238E27FC236}">
                <a16:creationId xmlns:a16="http://schemas.microsoft.com/office/drawing/2014/main" id="{3EADB832-F32E-DCF9-B5BD-0981D3981627}"/>
              </a:ext>
            </a:extLst>
          </p:cNvPr>
          <p:cNvSpPr>
            <a:spLocks noGrp="1"/>
          </p:cNvSpPr>
          <p:nvPr>
            <p:ph idx="1" hasCustomPrompt="1"/>
          </p:nvPr>
        </p:nvSpPr>
        <p:spPr>
          <a:xfrm>
            <a:off x="530226" y="1919288"/>
            <a:ext cx="5462586" cy="4406901"/>
          </a:xfrm>
        </p:spPr>
        <p:txBody>
          <a:bodyPr/>
          <a:lstStyle>
            <a:lvl1pPr>
              <a:defRPr/>
            </a:lvl1pPr>
          </a:lstStyle>
          <a:p>
            <a:pPr lvl="0"/>
            <a:r>
              <a:rPr lang="en-US" dirty="0"/>
              <a:t>Click to add your body text</a:t>
            </a:r>
          </a:p>
          <a:p>
            <a:pPr lvl="1"/>
            <a:r>
              <a:rPr lang="en-US" dirty="0"/>
              <a:t>Second level</a:t>
            </a:r>
          </a:p>
          <a:p>
            <a:pPr lvl="2"/>
            <a:r>
              <a:rPr lang="en-US" dirty="0"/>
              <a:t>Third level</a:t>
            </a:r>
          </a:p>
          <a:p>
            <a:pPr lvl="3"/>
            <a:r>
              <a:rPr lang="en-US" dirty="0"/>
              <a:t>Fourth level</a:t>
            </a:r>
          </a:p>
          <a:p>
            <a:pPr lvl="4"/>
            <a:r>
              <a:rPr lang="en-US" dirty="0"/>
              <a:t>Fifth level</a:t>
            </a:r>
            <a:endParaRPr lang="da-DK" dirty="0"/>
          </a:p>
        </p:txBody>
      </p:sp>
      <p:sp>
        <p:nvSpPr>
          <p:cNvPr id="9" name="Content Placeholder 2">
            <a:extLst>
              <a:ext uri="{FF2B5EF4-FFF2-40B4-BE49-F238E27FC236}">
                <a16:creationId xmlns:a16="http://schemas.microsoft.com/office/drawing/2014/main" id="{3FEC74F6-EFC9-8F5F-8F05-799D8ED0A144}"/>
              </a:ext>
            </a:extLst>
          </p:cNvPr>
          <p:cNvSpPr>
            <a:spLocks noGrp="1"/>
          </p:cNvSpPr>
          <p:nvPr>
            <p:ph idx="23" hasCustomPrompt="1"/>
          </p:nvPr>
        </p:nvSpPr>
        <p:spPr>
          <a:xfrm>
            <a:off x="6197600" y="1919288"/>
            <a:ext cx="5462586" cy="4406901"/>
          </a:xfrm>
        </p:spPr>
        <p:txBody>
          <a:bodyPr/>
          <a:lstStyle>
            <a:lvl1pPr>
              <a:defRPr/>
            </a:lvl1pPr>
          </a:lstStyle>
          <a:p>
            <a:pPr lvl="0"/>
            <a:r>
              <a:rPr lang="en-US" dirty="0"/>
              <a:t>Click to add your body text</a:t>
            </a:r>
          </a:p>
          <a:p>
            <a:pPr lvl="1"/>
            <a:r>
              <a:rPr lang="en-US" dirty="0"/>
              <a:t>Second level</a:t>
            </a:r>
          </a:p>
          <a:p>
            <a:pPr lvl="2"/>
            <a:r>
              <a:rPr lang="en-US" dirty="0"/>
              <a:t>Third level</a:t>
            </a:r>
          </a:p>
          <a:p>
            <a:pPr lvl="3"/>
            <a:r>
              <a:rPr lang="en-US" dirty="0"/>
              <a:t>Fourth level</a:t>
            </a:r>
          </a:p>
          <a:p>
            <a:pPr lvl="4"/>
            <a:r>
              <a:rPr lang="en-US" dirty="0"/>
              <a:t>Fifth level</a:t>
            </a:r>
            <a:endParaRPr lang="da-DK" dirty="0"/>
          </a:p>
        </p:txBody>
      </p:sp>
      <p:sp>
        <p:nvSpPr>
          <p:cNvPr id="6" name="Text Placeholder 6">
            <a:extLst>
              <a:ext uri="{FF2B5EF4-FFF2-40B4-BE49-F238E27FC236}">
                <a16:creationId xmlns:a16="http://schemas.microsoft.com/office/drawing/2014/main" id="{B159DC02-CE9B-5DA9-DB83-E5A111E5DECC}"/>
              </a:ext>
            </a:extLst>
          </p:cNvPr>
          <p:cNvSpPr>
            <a:spLocks noGrp="1"/>
          </p:cNvSpPr>
          <p:nvPr>
            <p:ph type="body" sz="quarter" idx="13" hasCustomPrompt="1"/>
          </p:nvPr>
        </p:nvSpPr>
        <p:spPr>
          <a:xfrm>
            <a:off x="528637" y="1198800"/>
            <a:ext cx="5464175" cy="582375"/>
          </a:xfrm>
        </p:spPr>
        <p:txBody>
          <a:bodyPr anchor="b" anchorCtr="0">
            <a:normAutofit/>
          </a:bodyPr>
          <a:lstStyle>
            <a:lvl1pPr marL="0" indent="0">
              <a:buFontTx/>
              <a:buNone/>
              <a:defRPr>
                <a:latin typeface="Grundfos TheSans ExtraBold" panose="020B0802050302020203" pitchFamily="34" charset="0"/>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dirty="0"/>
              <a:t>Click to add your sub-header</a:t>
            </a:r>
          </a:p>
        </p:txBody>
      </p:sp>
      <p:sp>
        <p:nvSpPr>
          <p:cNvPr id="8" name="Text Placeholder 6">
            <a:extLst>
              <a:ext uri="{FF2B5EF4-FFF2-40B4-BE49-F238E27FC236}">
                <a16:creationId xmlns:a16="http://schemas.microsoft.com/office/drawing/2014/main" id="{6BEA4206-2791-3D1A-9E06-262E78A3162B}"/>
              </a:ext>
            </a:extLst>
          </p:cNvPr>
          <p:cNvSpPr>
            <a:spLocks noGrp="1"/>
          </p:cNvSpPr>
          <p:nvPr>
            <p:ph type="body" sz="quarter" idx="19" hasCustomPrompt="1"/>
          </p:nvPr>
        </p:nvSpPr>
        <p:spPr>
          <a:xfrm>
            <a:off x="6197600" y="1198801"/>
            <a:ext cx="5464175" cy="582374"/>
          </a:xfrm>
        </p:spPr>
        <p:txBody>
          <a:bodyPr anchor="b" anchorCtr="0">
            <a:noAutofit/>
          </a:bodyPr>
          <a:lstStyle>
            <a:lvl1pPr marL="0" indent="0">
              <a:buFontTx/>
              <a:buNone/>
              <a:defRPr>
                <a:solidFill>
                  <a:srgbClr val="11497B"/>
                </a:solidFill>
                <a:latin typeface="Grundfos TheSans ExtraBold" panose="020B0802050302020203" pitchFamily="34" charset="0"/>
              </a:defRPr>
            </a:lvl1pPr>
            <a:lvl2pPr marL="457200" indent="0">
              <a:buFontTx/>
              <a:buNone/>
              <a:defRPr>
                <a:solidFill>
                  <a:srgbClr val="11497B"/>
                </a:solidFill>
              </a:defRPr>
            </a:lvl2pPr>
            <a:lvl3pPr marL="914400" indent="0">
              <a:buFontTx/>
              <a:buNone/>
              <a:defRPr>
                <a:solidFill>
                  <a:srgbClr val="11497B"/>
                </a:solidFill>
              </a:defRPr>
            </a:lvl3pPr>
            <a:lvl4pPr marL="1371600" indent="0">
              <a:buFontTx/>
              <a:buNone/>
              <a:defRPr>
                <a:solidFill>
                  <a:srgbClr val="11497B"/>
                </a:solidFill>
              </a:defRPr>
            </a:lvl4pPr>
            <a:lvl5pPr marL="1828800" indent="0">
              <a:buFontTx/>
              <a:buNone/>
              <a:defRPr>
                <a:solidFill>
                  <a:srgbClr val="11497B"/>
                </a:solidFill>
              </a:defRPr>
            </a:lvl5pPr>
          </a:lstStyle>
          <a:p>
            <a:pPr lvl="0"/>
            <a:r>
              <a:rPr lang="en-US" dirty="0"/>
              <a:t>Click to add your sub-header</a:t>
            </a:r>
          </a:p>
        </p:txBody>
      </p:sp>
    </p:spTree>
    <p:extLst>
      <p:ext uri="{BB962C8B-B14F-4D97-AF65-F5344CB8AC3E}">
        <p14:creationId xmlns:p14="http://schemas.microsoft.com/office/powerpoint/2010/main" val="174054165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One image">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FFF3F48E-EF1B-4A32-AC1B-78F682ECF2BB}"/>
              </a:ext>
            </a:extLst>
          </p:cNvPr>
          <p:cNvSpPr>
            <a:spLocks noGrp="1"/>
          </p:cNvSpPr>
          <p:nvPr>
            <p:ph type="title" hasCustomPrompt="1"/>
          </p:nvPr>
        </p:nvSpPr>
        <p:spPr/>
        <p:txBody>
          <a:bodyPr/>
          <a:lstStyle/>
          <a:p>
            <a:r>
              <a:rPr lang="en-US"/>
              <a:t>Click to add your slide headline</a:t>
            </a:r>
          </a:p>
        </p:txBody>
      </p:sp>
      <p:sp>
        <p:nvSpPr>
          <p:cNvPr id="12" name="Pladsholder til billede 56">
            <a:extLst>
              <a:ext uri="{FF2B5EF4-FFF2-40B4-BE49-F238E27FC236}">
                <a16:creationId xmlns:a16="http://schemas.microsoft.com/office/drawing/2014/main" id="{657EADFF-0E1A-4965-BAD7-8432BFBC9214}"/>
              </a:ext>
            </a:extLst>
          </p:cNvPr>
          <p:cNvSpPr>
            <a:spLocks noGrp="1"/>
          </p:cNvSpPr>
          <p:nvPr>
            <p:ph type="pic" sz="quarter" idx="15" hasCustomPrompt="1"/>
          </p:nvPr>
        </p:nvSpPr>
        <p:spPr>
          <a:xfrm>
            <a:off x="530225" y="1196975"/>
            <a:ext cx="11129961" cy="5130800"/>
          </a:xfrm>
          <a:solidFill>
            <a:srgbClr val="969696"/>
          </a:solidFill>
          <a:ln w="19050">
            <a:solidFill>
              <a:srgbClr val="FFFFFF"/>
            </a:solidFill>
          </a:ln>
        </p:spPr>
        <p:txBody>
          <a:bodyPr tIns="900000" bIns="0" anchor="ctr" anchorCtr="0">
            <a:normAutofit/>
          </a:bodyPr>
          <a:lstStyle>
            <a:lvl1pPr marL="0" indent="0" algn="ctr">
              <a:buFontTx/>
              <a:buNone/>
              <a:defRPr sz="1200" b="0">
                <a:solidFill>
                  <a:srgbClr val="FFFF00"/>
                </a:solidFill>
              </a:defRPr>
            </a:lvl1pPr>
          </a:lstStyle>
          <a:p>
            <a:r>
              <a:rPr lang="en-GB"/>
              <a:t>Click to place a picture</a:t>
            </a:r>
          </a:p>
        </p:txBody>
      </p:sp>
    </p:spTree>
    <p:extLst>
      <p:ext uri="{BB962C8B-B14F-4D97-AF65-F5344CB8AC3E}">
        <p14:creationId xmlns:p14="http://schemas.microsoft.com/office/powerpoint/2010/main" val="27643427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images">
    <p:spTree>
      <p:nvGrpSpPr>
        <p:cNvPr id="1" name=""/>
        <p:cNvGrpSpPr/>
        <p:nvPr/>
      </p:nvGrpSpPr>
      <p:grpSpPr>
        <a:xfrm>
          <a:off x="0" y="0"/>
          <a:ext cx="0" cy="0"/>
          <a:chOff x="0" y="0"/>
          <a:chExt cx="0" cy="0"/>
        </a:xfrm>
      </p:grpSpPr>
      <p:sp>
        <p:nvSpPr>
          <p:cNvPr id="11" name="Pladsholder til billede 56">
            <a:extLst>
              <a:ext uri="{FF2B5EF4-FFF2-40B4-BE49-F238E27FC236}">
                <a16:creationId xmlns:a16="http://schemas.microsoft.com/office/drawing/2014/main" id="{92E460C4-BBDF-41A7-BC52-24EE73E04F6E}"/>
              </a:ext>
            </a:extLst>
          </p:cNvPr>
          <p:cNvSpPr>
            <a:spLocks noGrp="1"/>
          </p:cNvSpPr>
          <p:nvPr>
            <p:ph type="pic" sz="quarter" idx="15" hasCustomPrompt="1"/>
          </p:nvPr>
        </p:nvSpPr>
        <p:spPr>
          <a:xfrm>
            <a:off x="530226" y="1196974"/>
            <a:ext cx="5565773" cy="5129213"/>
          </a:xfrm>
          <a:solidFill>
            <a:srgbClr val="969696"/>
          </a:solidFill>
          <a:ln w="19050">
            <a:solidFill>
              <a:srgbClr val="FFFFFF"/>
            </a:solidFill>
          </a:ln>
        </p:spPr>
        <p:txBody>
          <a:bodyPr tIns="900000" bIns="0" anchor="ctr" anchorCtr="0">
            <a:normAutofit/>
          </a:bodyPr>
          <a:lstStyle>
            <a:lvl1pPr marL="0" indent="0" algn="ctr">
              <a:buFontTx/>
              <a:buNone/>
              <a:defRPr sz="1200" b="0">
                <a:solidFill>
                  <a:srgbClr val="FFFF00"/>
                </a:solidFill>
              </a:defRPr>
            </a:lvl1pPr>
          </a:lstStyle>
          <a:p>
            <a:r>
              <a:rPr lang="en-GB"/>
              <a:t>Click to place a picture</a:t>
            </a:r>
          </a:p>
        </p:txBody>
      </p:sp>
      <p:sp>
        <p:nvSpPr>
          <p:cNvPr id="10" name="Pladsholder til billede 56">
            <a:extLst>
              <a:ext uri="{FF2B5EF4-FFF2-40B4-BE49-F238E27FC236}">
                <a16:creationId xmlns:a16="http://schemas.microsoft.com/office/drawing/2014/main" id="{94B87B30-6C30-448E-A0BA-0AB69662867C}"/>
              </a:ext>
            </a:extLst>
          </p:cNvPr>
          <p:cNvSpPr>
            <a:spLocks noGrp="1"/>
          </p:cNvSpPr>
          <p:nvPr>
            <p:ph type="pic" sz="quarter" idx="19" hasCustomPrompt="1"/>
          </p:nvPr>
        </p:nvSpPr>
        <p:spPr>
          <a:xfrm>
            <a:off x="6096000" y="1196974"/>
            <a:ext cx="5564186" cy="5129213"/>
          </a:xfrm>
          <a:solidFill>
            <a:srgbClr val="969696"/>
          </a:solidFill>
          <a:ln w="19050">
            <a:solidFill>
              <a:srgbClr val="FFFFFF"/>
            </a:solidFill>
          </a:ln>
        </p:spPr>
        <p:txBody>
          <a:bodyPr tIns="900000" bIns="0" anchor="ctr" anchorCtr="0">
            <a:normAutofit/>
          </a:bodyPr>
          <a:lstStyle>
            <a:lvl1pPr marL="0" indent="0" algn="ctr">
              <a:buFontTx/>
              <a:buNone/>
              <a:defRPr sz="1200" b="0">
                <a:solidFill>
                  <a:srgbClr val="FFFF00"/>
                </a:solidFill>
              </a:defRPr>
            </a:lvl1pPr>
          </a:lstStyle>
          <a:p>
            <a:r>
              <a:rPr lang="en-GB"/>
              <a:t>Click to place a picture</a:t>
            </a:r>
          </a:p>
        </p:txBody>
      </p:sp>
      <p:sp>
        <p:nvSpPr>
          <p:cNvPr id="2" name="Title 1">
            <a:extLst>
              <a:ext uri="{FF2B5EF4-FFF2-40B4-BE49-F238E27FC236}">
                <a16:creationId xmlns:a16="http://schemas.microsoft.com/office/drawing/2014/main" id="{3308A501-899E-4518-BB15-3E721F94ABA1}"/>
              </a:ext>
            </a:extLst>
          </p:cNvPr>
          <p:cNvSpPr>
            <a:spLocks noGrp="1"/>
          </p:cNvSpPr>
          <p:nvPr>
            <p:ph type="title" hasCustomPrompt="1"/>
          </p:nvPr>
        </p:nvSpPr>
        <p:spPr/>
        <p:txBody>
          <a:bodyPr/>
          <a:lstStyle/>
          <a:p>
            <a:r>
              <a:rPr lang="en-US"/>
              <a:t>Click to add your slide headline</a:t>
            </a:r>
            <a:endParaRPr lang="en-GB"/>
          </a:p>
        </p:txBody>
      </p:sp>
    </p:spTree>
    <p:extLst>
      <p:ext uri="{BB962C8B-B14F-4D97-AF65-F5344CB8AC3E}">
        <p14:creationId xmlns:p14="http://schemas.microsoft.com/office/powerpoint/2010/main" val="19239450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Light image righ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54BD9F-E087-4F56-8095-9FD4DC3A87F9}"/>
              </a:ext>
            </a:extLst>
          </p:cNvPr>
          <p:cNvSpPr>
            <a:spLocks noGrp="1"/>
          </p:cNvSpPr>
          <p:nvPr>
            <p:ph type="title" hasCustomPrompt="1"/>
          </p:nvPr>
        </p:nvSpPr>
        <p:spPr>
          <a:xfrm>
            <a:off x="530226" y="1863726"/>
            <a:ext cx="4249738" cy="1016208"/>
          </a:xfrm>
        </p:spPr>
        <p:txBody>
          <a:bodyPr/>
          <a:lstStyle>
            <a:lvl1pPr>
              <a:defRPr/>
            </a:lvl1pPr>
          </a:lstStyle>
          <a:p>
            <a:r>
              <a:rPr lang="en-US"/>
              <a:t>Click to add your slide headline</a:t>
            </a:r>
          </a:p>
        </p:txBody>
      </p:sp>
      <p:sp>
        <p:nvSpPr>
          <p:cNvPr id="3" name="Date Placeholder 2">
            <a:extLst>
              <a:ext uri="{FF2B5EF4-FFF2-40B4-BE49-F238E27FC236}">
                <a16:creationId xmlns:a16="http://schemas.microsoft.com/office/drawing/2014/main" id="{B4CB4D44-7700-401D-BCED-E5712BC0A321}"/>
              </a:ext>
            </a:extLst>
          </p:cNvPr>
          <p:cNvSpPr>
            <a:spLocks noGrp="1"/>
          </p:cNvSpPr>
          <p:nvPr>
            <p:ph type="dt" sz="half" idx="10"/>
          </p:nvPr>
        </p:nvSpPr>
        <p:spPr/>
        <p:txBody>
          <a:bodyPr/>
          <a:lstStyle/>
          <a:p>
            <a:fld id="{E7558C05-F804-4CE1-95F9-72E71067375C}" type="datetime1">
              <a:rPr lang="da-DK" smtClean="0"/>
              <a:t>12-09-2025</a:t>
            </a:fld>
            <a:endParaRPr lang="en-GB"/>
          </a:p>
        </p:txBody>
      </p:sp>
      <p:sp>
        <p:nvSpPr>
          <p:cNvPr id="4" name="Footer Placeholder 3">
            <a:extLst>
              <a:ext uri="{FF2B5EF4-FFF2-40B4-BE49-F238E27FC236}">
                <a16:creationId xmlns:a16="http://schemas.microsoft.com/office/drawing/2014/main" id="{C4779E8C-E5A8-4B28-8194-BA0F7A796B25}"/>
              </a:ext>
            </a:extLst>
          </p:cNvPr>
          <p:cNvSpPr>
            <a:spLocks noGrp="1"/>
          </p:cNvSpPr>
          <p:nvPr>
            <p:ph type="ftr" sz="quarter" idx="11"/>
          </p:nvPr>
        </p:nvSpPr>
        <p:spPr>
          <a:xfrm>
            <a:off x="1242219" y="5995946"/>
            <a:ext cx="3537746" cy="365125"/>
          </a:xfrm>
        </p:spPr>
        <p:txBody>
          <a:bodyPr/>
          <a:lstStyle/>
          <a:p>
            <a:r>
              <a:rPr lang="en-US"/>
              <a:t>© 2022 Grundfos Holding A/S</a:t>
            </a:r>
            <a:endParaRPr lang="en-GB"/>
          </a:p>
        </p:txBody>
      </p:sp>
      <p:sp>
        <p:nvSpPr>
          <p:cNvPr id="7" name="Text Placeholder 6">
            <a:extLst>
              <a:ext uri="{FF2B5EF4-FFF2-40B4-BE49-F238E27FC236}">
                <a16:creationId xmlns:a16="http://schemas.microsoft.com/office/drawing/2014/main" id="{39C7E53E-A5F9-4206-A46F-20BB400CA7DD}"/>
              </a:ext>
            </a:extLst>
          </p:cNvPr>
          <p:cNvSpPr>
            <a:spLocks noGrp="1"/>
          </p:cNvSpPr>
          <p:nvPr>
            <p:ph type="body" sz="quarter" idx="13" hasCustomPrompt="1"/>
          </p:nvPr>
        </p:nvSpPr>
        <p:spPr>
          <a:xfrm>
            <a:off x="530225" y="3004159"/>
            <a:ext cx="4249739" cy="2191729"/>
          </a:xfrm>
        </p:spPr>
        <p:txBody>
          <a:bodyPr/>
          <a:lstStyle>
            <a:lvl1pPr marL="182563" indent="-182563">
              <a:buFont typeface="Arial" panose="020B0604020202020204" pitchFamily="34" charset="0"/>
              <a:buChar char="•"/>
              <a:defRPr/>
            </a:lvl1pPr>
          </a:lstStyle>
          <a:p>
            <a:pPr lvl="0"/>
            <a:r>
              <a:rPr lang="en-US"/>
              <a:t>Click to add your body text</a:t>
            </a:r>
          </a:p>
          <a:p>
            <a:pPr lvl="1"/>
            <a:r>
              <a:rPr lang="en-US"/>
              <a:t>Second level</a:t>
            </a:r>
          </a:p>
          <a:p>
            <a:pPr lvl="2"/>
            <a:r>
              <a:rPr lang="en-US"/>
              <a:t>Third level</a:t>
            </a:r>
          </a:p>
          <a:p>
            <a:pPr lvl="3"/>
            <a:r>
              <a:rPr lang="en-US"/>
              <a:t>Fourth level</a:t>
            </a:r>
          </a:p>
          <a:p>
            <a:pPr lvl="4"/>
            <a:r>
              <a:rPr lang="en-US"/>
              <a:t>Fifth level</a:t>
            </a:r>
          </a:p>
        </p:txBody>
      </p:sp>
      <p:sp>
        <p:nvSpPr>
          <p:cNvPr id="8" name="Pladsholder til billede 56">
            <a:extLst>
              <a:ext uri="{FF2B5EF4-FFF2-40B4-BE49-F238E27FC236}">
                <a16:creationId xmlns:a16="http://schemas.microsoft.com/office/drawing/2014/main" id="{D284C4C0-9EBD-4A79-82F2-48A6278AC762}"/>
              </a:ext>
            </a:extLst>
          </p:cNvPr>
          <p:cNvSpPr>
            <a:spLocks noGrp="1"/>
          </p:cNvSpPr>
          <p:nvPr>
            <p:ph type="pic" sz="quarter" idx="15" hasCustomPrompt="1"/>
          </p:nvPr>
        </p:nvSpPr>
        <p:spPr>
          <a:xfrm>
            <a:off x="5284788" y="-1050"/>
            <a:ext cx="6908112" cy="6859050"/>
          </a:xfrm>
          <a:solidFill>
            <a:srgbClr val="E8E8E8"/>
          </a:solidFill>
        </p:spPr>
        <p:txBody>
          <a:bodyPr tIns="900000" bIns="0" anchor="ctr" anchorCtr="0">
            <a:normAutofit/>
          </a:bodyPr>
          <a:lstStyle>
            <a:lvl1pPr marL="0" indent="0" algn="ctr">
              <a:buFontTx/>
              <a:buNone/>
              <a:defRPr sz="1200" b="0">
                <a:solidFill>
                  <a:srgbClr val="E33353"/>
                </a:solidFill>
              </a:defRPr>
            </a:lvl1pPr>
          </a:lstStyle>
          <a:p>
            <a:r>
              <a:rPr lang="en-GB"/>
              <a:t>Click to place a light picture</a:t>
            </a:r>
          </a:p>
        </p:txBody>
      </p:sp>
      <p:sp>
        <p:nvSpPr>
          <p:cNvPr id="5" name="Slide Number Placeholder 4">
            <a:extLst>
              <a:ext uri="{FF2B5EF4-FFF2-40B4-BE49-F238E27FC236}">
                <a16:creationId xmlns:a16="http://schemas.microsoft.com/office/drawing/2014/main" id="{DD2B82B5-3BD1-4076-BAA4-C12FBF5AF7DA}"/>
              </a:ext>
            </a:extLst>
          </p:cNvPr>
          <p:cNvSpPr>
            <a:spLocks noGrp="1"/>
          </p:cNvSpPr>
          <p:nvPr>
            <p:ph type="sldNum" sz="quarter" idx="19"/>
          </p:nvPr>
        </p:nvSpPr>
        <p:spPr/>
        <p:txBody>
          <a:bodyPr/>
          <a:lstStyle/>
          <a:p>
            <a:fld id="{85D19AB6-A39C-F648-8673-AE723FC1C93C}" type="slidenum">
              <a:rPr lang="en-GB" smtClean="0"/>
              <a:pPr/>
              <a:t>‹#›</a:t>
            </a:fld>
            <a:endParaRPr lang="en-GB"/>
          </a:p>
        </p:txBody>
      </p:sp>
      <p:sp>
        <p:nvSpPr>
          <p:cNvPr id="10" name="Text Placeholder 9">
            <a:extLst>
              <a:ext uri="{FF2B5EF4-FFF2-40B4-BE49-F238E27FC236}">
                <a16:creationId xmlns:a16="http://schemas.microsoft.com/office/drawing/2014/main" id="{8DE9CA1B-D638-4FEA-BBD7-1DB536527878}"/>
              </a:ext>
            </a:extLst>
          </p:cNvPr>
          <p:cNvSpPr>
            <a:spLocks noGrp="1"/>
          </p:cNvSpPr>
          <p:nvPr>
            <p:ph type="body" sz="quarter" idx="20" hasCustomPrompt="1"/>
          </p:nvPr>
        </p:nvSpPr>
        <p:spPr>
          <a:xfrm>
            <a:off x="11361600" y="529200"/>
            <a:ext cx="298800" cy="270000"/>
          </a:xfrm>
          <a:blipFill>
            <a:blip r:embed="rId2">
              <a:extLst>
                <a:ext uri="{96DAC541-7B7A-43D3-8B79-37D633B846F1}">
                  <asvg:svgBlip xmlns:asvg="http://schemas.microsoft.com/office/drawing/2016/SVG/main" r:embed="rId3"/>
                </a:ext>
              </a:extLst>
            </a:blip>
            <a:stretch>
              <a:fillRect/>
            </a:stretch>
          </a:blipFill>
        </p:spPr>
        <p:txBody>
          <a:bodyPr tIns="0" bIns="0"/>
          <a:lstStyle>
            <a:lvl1pPr marL="0" indent="0">
              <a:buNone/>
              <a:defRPr sz="100"/>
            </a:lvl1pPr>
          </a:lstStyle>
          <a:p>
            <a:pPr lvl="0"/>
            <a:r>
              <a:rPr lang="en-GB"/>
              <a:t> </a:t>
            </a:r>
          </a:p>
        </p:txBody>
      </p:sp>
    </p:spTree>
    <p:extLst>
      <p:ext uri="{BB962C8B-B14F-4D97-AF65-F5344CB8AC3E}">
        <p14:creationId xmlns:p14="http://schemas.microsoft.com/office/powerpoint/2010/main" val="285715993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Dark image right">
    <p:spTree>
      <p:nvGrpSpPr>
        <p:cNvPr id="1" name=""/>
        <p:cNvGrpSpPr/>
        <p:nvPr/>
      </p:nvGrpSpPr>
      <p:grpSpPr>
        <a:xfrm>
          <a:off x="0" y="0"/>
          <a:ext cx="0" cy="0"/>
          <a:chOff x="0" y="0"/>
          <a:chExt cx="0" cy="0"/>
        </a:xfrm>
      </p:grpSpPr>
      <p:sp>
        <p:nvSpPr>
          <p:cNvPr id="11" name="Pladsholder til billede 56">
            <a:extLst>
              <a:ext uri="{FF2B5EF4-FFF2-40B4-BE49-F238E27FC236}">
                <a16:creationId xmlns:a16="http://schemas.microsoft.com/office/drawing/2014/main" id="{6176D16D-56F7-4B54-9659-AB0CB94BF7C1}"/>
              </a:ext>
            </a:extLst>
          </p:cNvPr>
          <p:cNvSpPr>
            <a:spLocks noGrp="1"/>
          </p:cNvSpPr>
          <p:nvPr>
            <p:ph type="pic" sz="quarter" idx="15" hasCustomPrompt="1"/>
          </p:nvPr>
        </p:nvSpPr>
        <p:spPr>
          <a:xfrm>
            <a:off x="5284788" y="-1050"/>
            <a:ext cx="6908112" cy="6859050"/>
          </a:xfrm>
          <a:prstGeom prst="rect">
            <a:avLst/>
          </a:prstGeom>
          <a:solidFill>
            <a:srgbClr val="4D4D4D"/>
          </a:solidFill>
        </p:spPr>
        <p:txBody>
          <a:bodyPr tIns="900000" bIns="0" anchor="ctr" anchorCtr="0">
            <a:normAutofit/>
          </a:bodyPr>
          <a:lstStyle>
            <a:lvl1pPr marL="0" indent="0" algn="ctr">
              <a:buFontTx/>
              <a:buNone/>
              <a:defRPr sz="1200" b="0">
                <a:solidFill>
                  <a:srgbClr val="FFFF00"/>
                </a:solidFill>
              </a:defRPr>
            </a:lvl1pPr>
          </a:lstStyle>
          <a:p>
            <a:r>
              <a:rPr lang="en-GB"/>
              <a:t>Click to place a dark picture</a:t>
            </a:r>
          </a:p>
        </p:txBody>
      </p:sp>
      <p:sp>
        <p:nvSpPr>
          <p:cNvPr id="2" name="Title 1">
            <a:extLst>
              <a:ext uri="{FF2B5EF4-FFF2-40B4-BE49-F238E27FC236}">
                <a16:creationId xmlns:a16="http://schemas.microsoft.com/office/drawing/2014/main" id="{3454BD9F-E087-4F56-8095-9FD4DC3A87F9}"/>
              </a:ext>
            </a:extLst>
          </p:cNvPr>
          <p:cNvSpPr>
            <a:spLocks noGrp="1"/>
          </p:cNvSpPr>
          <p:nvPr>
            <p:ph type="title" hasCustomPrompt="1"/>
          </p:nvPr>
        </p:nvSpPr>
        <p:spPr>
          <a:xfrm>
            <a:off x="530226" y="1863726"/>
            <a:ext cx="4249738" cy="1016208"/>
          </a:xfrm>
        </p:spPr>
        <p:txBody>
          <a:bodyPr/>
          <a:lstStyle>
            <a:lvl1pPr>
              <a:defRPr/>
            </a:lvl1pPr>
          </a:lstStyle>
          <a:p>
            <a:r>
              <a:rPr lang="en-US"/>
              <a:t>Click to add your slide headline</a:t>
            </a:r>
          </a:p>
        </p:txBody>
      </p:sp>
      <p:sp>
        <p:nvSpPr>
          <p:cNvPr id="3" name="Date Placeholder 2">
            <a:extLst>
              <a:ext uri="{FF2B5EF4-FFF2-40B4-BE49-F238E27FC236}">
                <a16:creationId xmlns:a16="http://schemas.microsoft.com/office/drawing/2014/main" id="{B4CB4D44-7700-401D-BCED-E5712BC0A321}"/>
              </a:ext>
            </a:extLst>
          </p:cNvPr>
          <p:cNvSpPr>
            <a:spLocks noGrp="1"/>
          </p:cNvSpPr>
          <p:nvPr>
            <p:ph type="dt" sz="half" idx="10"/>
          </p:nvPr>
        </p:nvSpPr>
        <p:spPr/>
        <p:txBody>
          <a:bodyPr/>
          <a:lstStyle/>
          <a:p>
            <a:fld id="{E7558C05-F804-4CE1-95F9-72E71067375C}" type="datetime1">
              <a:rPr lang="da-DK" smtClean="0"/>
              <a:t>12-09-2025</a:t>
            </a:fld>
            <a:endParaRPr lang="en-GB"/>
          </a:p>
        </p:txBody>
      </p:sp>
      <p:sp>
        <p:nvSpPr>
          <p:cNvPr id="4" name="Footer Placeholder 3">
            <a:extLst>
              <a:ext uri="{FF2B5EF4-FFF2-40B4-BE49-F238E27FC236}">
                <a16:creationId xmlns:a16="http://schemas.microsoft.com/office/drawing/2014/main" id="{C4779E8C-E5A8-4B28-8194-BA0F7A796B25}"/>
              </a:ext>
            </a:extLst>
          </p:cNvPr>
          <p:cNvSpPr>
            <a:spLocks noGrp="1"/>
          </p:cNvSpPr>
          <p:nvPr>
            <p:ph type="ftr" sz="quarter" idx="11"/>
          </p:nvPr>
        </p:nvSpPr>
        <p:spPr>
          <a:xfrm>
            <a:off x="1242219" y="5995946"/>
            <a:ext cx="3537746" cy="365125"/>
          </a:xfrm>
        </p:spPr>
        <p:txBody>
          <a:bodyPr/>
          <a:lstStyle/>
          <a:p>
            <a:r>
              <a:rPr lang="en-US"/>
              <a:t>© 2022 Grundfos Holding A/S</a:t>
            </a:r>
            <a:endParaRPr lang="en-GB"/>
          </a:p>
        </p:txBody>
      </p:sp>
      <p:sp>
        <p:nvSpPr>
          <p:cNvPr id="7" name="Text Placeholder 6">
            <a:extLst>
              <a:ext uri="{FF2B5EF4-FFF2-40B4-BE49-F238E27FC236}">
                <a16:creationId xmlns:a16="http://schemas.microsoft.com/office/drawing/2014/main" id="{39C7E53E-A5F9-4206-A46F-20BB400CA7DD}"/>
              </a:ext>
            </a:extLst>
          </p:cNvPr>
          <p:cNvSpPr>
            <a:spLocks noGrp="1"/>
          </p:cNvSpPr>
          <p:nvPr>
            <p:ph type="body" sz="quarter" idx="13" hasCustomPrompt="1"/>
          </p:nvPr>
        </p:nvSpPr>
        <p:spPr>
          <a:xfrm>
            <a:off x="530225" y="3004159"/>
            <a:ext cx="4249739" cy="2191729"/>
          </a:xfrm>
        </p:spPr>
        <p:txBody>
          <a:bodyPr/>
          <a:lstStyle>
            <a:lvl1pPr marL="182563" indent="-182563">
              <a:buFont typeface="Arial" panose="020B0604020202020204" pitchFamily="34" charset="0"/>
              <a:buChar char="•"/>
              <a:defRPr/>
            </a:lvl1pPr>
          </a:lstStyle>
          <a:p>
            <a:pPr lvl="0"/>
            <a:r>
              <a:rPr lang="en-US"/>
              <a:t>Click to add your body text</a:t>
            </a:r>
          </a:p>
          <a:p>
            <a:pPr lvl="1"/>
            <a:r>
              <a:rPr lang="en-US"/>
              <a:t>Second level</a:t>
            </a:r>
          </a:p>
          <a:p>
            <a:pPr lvl="2"/>
            <a:r>
              <a:rPr lang="en-US"/>
              <a:t>Third level</a:t>
            </a:r>
          </a:p>
          <a:p>
            <a:pPr lvl="3"/>
            <a:r>
              <a:rPr lang="en-US"/>
              <a:t>Fourth level</a:t>
            </a:r>
          </a:p>
          <a:p>
            <a:pPr lvl="4"/>
            <a:r>
              <a:rPr lang="en-US"/>
              <a:t>Fifth level</a:t>
            </a:r>
          </a:p>
        </p:txBody>
      </p:sp>
      <p:sp>
        <p:nvSpPr>
          <p:cNvPr id="5" name="Slide Number Placeholder 4">
            <a:extLst>
              <a:ext uri="{FF2B5EF4-FFF2-40B4-BE49-F238E27FC236}">
                <a16:creationId xmlns:a16="http://schemas.microsoft.com/office/drawing/2014/main" id="{DD2B82B5-3BD1-4076-BAA4-C12FBF5AF7DA}"/>
              </a:ext>
            </a:extLst>
          </p:cNvPr>
          <p:cNvSpPr>
            <a:spLocks noGrp="1"/>
          </p:cNvSpPr>
          <p:nvPr>
            <p:ph type="sldNum" sz="quarter" idx="19"/>
          </p:nvPr>
        </p:nvSpPr>
        <p:spPr/>
        <p:txBody>
          <a:bodyPr/>
          <a:lstStyle>
            <a:lvl1pPr>
              <a:defRPr>
                <a:solidFill>
                  <a:schemeClr val="bg1"/>
                </a:solidFill>
              </a:defRPr>
            </a:lvl1pPr>
          </a:lstStyle>
          <a:p>
            <a:fld id="{85D19AB6-A39C-F648-8673-AE723FC1C93C}" type="slidenum">
              <a:rPr lang="en-GB" smtClean="0"/>
              <a:pPr/>
              <a:t>‹#›</a:t>
            </a:fld>
            <a:endParaRPr lang="en-GB"/>
          </a:p>
        </p:txBody>
      </p:sp>
      <p:sp>
        <p:nvSpPr>
          <p:cNvPr id="8" name="Text Placeholder 7">
            <a:extLst>
              <a:ext uri="{FF2B5EF4-FFF2-40B4-BE49-F238E27FC236}">
                <a16:creationId xmlns:a16="http://schemas.microsoft.com/office/drawing/2014/main" id="{41724A63-0121-4699-9DC0-FCB3B42064F2}"/>
              </a:ext>
            </a:extLst>
          </p:cNvPr>
          <p:cNvSpPr>
            <a:spLocks noGrp="1"/>
          </p:cNvSpPr>
          <p:nvPr>
            <p:ph type="body" sz="quarter" idx="20" hasCustomPrompt="1"/>
          </p:nvPr>
        </p:nvSpPr>
        <p:spPr>
          <a:xfrm>
            <a:off x="11361600" y="529200"/>
            <a:ext cx="298800" cy="270000"/>
          </a:xfrm>
          <a:blipFill>
            <a:blip r:embed="rId2">
              <a:extLst>
                <a:ext uri="{96DAC541-7B7A-43D3-8B79-37D633B846F1}">
                  <asvg:svgBlip xmlns:asvg="http://schemas.microsoft.com/office/drawing/2016/SVG/main" r:embed="rId3"/>
                </a:ext>
              </a:extLst>
            </a:blip>
            <a:stretch>
              <a:fillRect/>
            </a:stretch>
          </a:blipFill>
        </p:spPr>
        <p:txBody>
          <a:bodyPr tIns="0" bIns="0"/>
          <a:lstStyle>
            <a:lvl1pPr marL="0" indent="0">
              <a:buNone/>
              <a:defRPr sz="100"/>
            </a:lvl1pPr>
          </a:lstStyle>
          <a:p>
            <a:pPr lvl="0"/>
            <a:r>
              <a:rPr lang="en-GB"/>
              <a:t> </a:t>
            </a:r>
          </a:p>
        </p:txBody>
      </p:sp>
    </p:spTree>
    <p:extLst>
      <p:ext uri="{BB962C8B-B14F-4D97-AF65-F5344CB8AC3E}">
        <p14:creationId xmlns:p14="http://schemas.microsoft.com/office/powerpoint/2010/main" val="118560566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Image left">
    <p:spTree>
      <p:nvGrpSpPr>
        <p:cNvPr id="1" name=""/>
        <p:cNvGrpSpPr/>
        <p:nvPr/>
      </p:nvGrpSpPr>
      <p:grpSpPr>
        <a:xfrm>
          <a:off x="0" y="0"/>
          <a:ext cx="0" cy="0"/>
          <a:chOff x="0" y="0"/>
          <a:chExt cx="0" cy="0"/>
        </a:xfrm>
      </p:grpSpPr>
      <p:sp>
        <p:nvSpPr>
          <p:cNvPr id="8" name="Pladsholder til billede 56">
            <a:extLst>
              <a:ext uri="{FF2B5EF4-FFF2-40B4-BE49-F238E27FC236}">
                <a16:creationId xmlns:a16="http://schemas.microsoft.com/office/drawing/2014/main" id="{D284C4C0-9EBD-4A79-82F2-48A6278AC762}"/>
              </a:ext>
            </a:extLst>
          </p:cNvPr>
          <p:cNvSpPr>
            <a:spLocks noGrp="1"/>
          </p:cNvSpPr>
          <p:nvPr>
            <p:ph type="pic" sz="quarter" idx="15" hasCustomPrompt="1"/>
          </p:nvPr>
        </p:nvSpPr>
        <p:spPr>
          <a:xfrm>
            <a:off x="0" y="-1050"/>
            <a:ext cx="6908112" cy="6859050"/>
          </a:xfrm>
          <a:solidFill>
            <a:srgbClr val="969696"/>
          </a:solidFill>
        </p:spPr>
        <p:txBody>
          <a:bodyPr tIns="900000" bIns="0" anchor="ctr" anchorCtr="0">
            <a:normAutofit/>
          </a:bodyPr>
          <a:lstStyle>
            <a:lvl1pPr marL="0" indent="0" algn="ctr">
              <a:buFontTx/>
              <a:buNone/>
              <a:defRPr sz="1200" b="0">
                <a:solidFill>
                  <a:srgbClr val="FFFF00"/>
                </a:solidFill>
              </a:defRPr>
            </a:lvl1pPr>
          </a:lstStyle>
          <a:p>
            <a:r>
              <a:rPr lang="en-GB"/>
              <a:t>Click to place a picture</a:t>
            </a:r>
          </a:p>
        </p:txBody>
      </p:sp>
      <p:sp>
        <p:nvSpPr>
          <p:cNvPr id="2" name="Title 1">
            <a:extLst>
              <a:ext uri="{FF2B5EF4-FFF2-40B4-BE49-F238E27FC236}">
                <a16:creationId xmlns:a16="http://schemas.microsoft.com/office/drawing/2014/main" id="{3454BD9F-E087-4F56-8095-9FD4DC3A87F9}"/>
              </a:ext>
            </a:extLst>
          </p:cNvPr>
          <p:cNvSpPr>
            <a:spLocks noGrp="1"/>
          </p:cNvSpPr>
          <p:nvPr>
            <p:ph type="title" hasCustomPrompt="1"/>
          </p:nvPr>
        </p:nvSpPr>
        <p:spPr>
          <a:xfrm>
            <a:off x="7410449" y="1863726"/>
            <a:ext cx="4249738" cy="1016208"/>
          </a:xfrm>
        </p:spPr>
        <p:txBody>
          <a:bodyPr/>
          <a:lstStyle>
            <a:lvl1pPr>
              <a:defRPr/>
            </a:lvl1pPr>
          </a:lstStyle>
          <a:p>
            <a:r>
              <a:rPr lang="en-US"/>
              <a:t>Click to add your slide headline</a:t>
            </a:r>
          </a:p>
        </p:txBody>
      </p:sp>
      <p:sp>
        <p:nvSpPr>
          <p:cNvPr id="7" name="Text Placeholder 6">
            <a:extLst>
              <a:ext uri="{FF2B5EF4-FFF2-40B4-BE49-F238E27FC236}">
                <a16:creationId xmlns:a16="http://schemas.microsoft.com/office/drawing/2014/main" id="{39C7E53E-A5F9-4206-A46F-20BB400CA7DD}"/>
              </a:ext>
            </a:extLst>
          </p:cNvPr>
          <p:cNvSpPr>
            <a:spLocks noGrp="1"/>
          </p:cNvSpPr>
          <p:nvPr>
            <p:ph type="body" sz="quarter" idx="13" hasCustomPrompt="1"/>
          </p:nvPr>
        </p:nvSpPr>
        <p:spPr>
          <a:xfrm>
            <a:off x="7410448" y="3004159"/>
            <a:ext cx="4249739" cy="2191729"/>
          </a:xfrm>
        </p:spPr>
        <p:txBody>
          <a:bodyPr/>
          <a:lstStyle>
            <a:lvl1pPr marL="182563" indent="-182563">
              <a:buFont typeface="Arial" panose="020B0604020202020204" pitchFamily="34" charset="0"/>
              <a:buChar char="•"/>
              <a:defRPr/>
            </a:lvl1pPr>
          </a:lstStyle>
          <a:p>
            <a:pPr lvl="0"/>
            <a:r>
              <a:rPr lang="en-US"/>
              <a:t>Click to add your body text</a:t>
            </a:r>
          </a:p>
          <a:p>
            <a:pPr lvl="1"/>
            <a:r>
              <a:rPr lang="en-US"/>
              <a:t>Second level</a:t>
            </a:r>
          </a:p>
          <a:p>
            <a:pPr lvl="2"/>
            <a:r>
              <a:rPr lang="en-US"/>
              <a:t>Third level</a:t>
            </a:r>
          </a:p>
          <a:p>
            <a:pPr lvl="3"/>
            <a:r>
              <a:rPr lang="en-US"/>
              <a:t>Fourth level</a:t>
            </a:r>
          </a:p>
          <a:p>
            <a:pPr lvl="4"/>
            <a:r>
              <a:rPr lang="en-US"/>
              <a:t>Fifth level</a:t>
            </a:r>
          </a:p>
        </p:txBody>
      </p:sp>
      <p:sp>
        <p:nvSpPr>
          <p:cNvPr id="11" name="Pladsholder til slidenummer 5">
            <a:extLst>
              <a:ext uri="{FF2B5EF4-FFF2-40B4-BE49-F238E27FC236}">
                <a16:creationId xmlns:a16="http://schemas.microsoft.com/office/drawing/2014/main" id="{03B32857-18BB-426A-ADB9-43C22846F554}"/>
              </a:ext>
            </a:extLst>
          </p:cNvPr>
          <p:cNvSpPr>
            <a:spLocks noGrp="1"/>
          </p:cNvSpPr>
          <p:nvPr>
            <p:ph type="sldNum" sz="quarter" idx="12"/>
          </p:nvPr>
        </p:nvSpPr>
        <p:spPr>
          <a:xfrm>
            <a:off x="11155362" y="6199794"/>
            <a:ext cx="504825" cy="192089"/>
          </a:xfrm>
        </p:spPr>
        <p:txBody>
          <a:bodyPr/>
          <a:lstStyle/>
          <a:p>
            <a:fld id="{85D19AB6-A39C-F648-8673-AE723FC1C93C}" type="slidenum">
              <a:rPr lang="en-GB" smtClean="0"/>
              <a:t>‹#›</a:t>
            </a:fld>
            <a:endParaRPr lang="en-GB"/>
          </a:p>
        </p:txBody>
      </p:sp>
    </p:spTree>
    <p:extLst>
      <p:ext uri="{BB962C8B-B14F-4D97-AF65-F5344CB8AC3E}">
        <p14:creationId xmlns:p14="http://schemas.microsoft.com/office/powerpoint/2010/main" val="194344285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Full image 1">
    <p:spTree>
      <p:nvGrpSpPr>
        <p:cNvPr id="1" name=""/>
        <p:cNvGrpSpPr/>
        <p:nvPr/>
      </p:nvGrpSpPr>
      <p:grpSpPr>
        <a:xfrm>
          <a:off x="0" y="0"/>
          <a:ext cx="0" cy="0"/>
          <a:chOff x="0" y="0"/>
          <a:chExt cx="0" cy="0"/>
        </a:xfrm>
      </p:grpSpPr>
      <p:sp>
        <p:nvSpPr>
          <p:cNvPr id="8" name="Pladsholder til billede 56">
            <a:extLst>
              <a:ext uri="{FF2B5EF4-FFF2-40B4-BE49-F238E27FC236}">
                <a16:creationId xmlns:a16="http://schemas.microsoft.com/office/drawing/2014/main" id="{62FA8511-013C-46F9-9C0C-1C8D0D762638}"/>
              </a:ext>
            </a:extLst>
          </p:cNvPr>
          <p:cNvSpPr>
            <a:spLocks noGrp="1"/>
          </p:cNvSpPr>
          <p:nvPr>
            <p:ph type="pic" sz="quarter" idx="15" hasCustomPrompt="1"/>
          </p:nvPr>
        </p:nvSpPr>
        <p:spPr>
          <a:xfrm>
            <a:off x="0" y="-1050"/>
            <a:ext cx="12192900" cy="6859050"/>
          </a:xfrm>
          <a:solidFill>
            <a:srgbClr val="E8E8E8"/>
          </a:solidFill>
        </p:spPr>
        <p:txBody>
          <a:bodyPr tIns="540000" bIns="0" anchor="ctr" anchorCtr="0">
            <a:normAutofit/>
          </a:bodyPr>
          <a:lstStyle>
            <a:lvl1pPr marL="0" indent="0" algn="ctr">
              <a:buFontTx/>
              <a:buNone/>
              <a:defRPr sz="1200" b="0">
                <a:solidFill>
                  <a:srgbClr val="E33353"/>
                </a:solidFill>
              </a:defRPr>
            </a:lvl1pPr>
          </a:lstStyle>
          <a:p>
            <a:r>
              <a:rPr lang="en-GB"/>
              <a:t>Click to place a light background picture</a:t>
            </a:r>
          </a:p>
        </p:txBody>
      </p:sp>
      <p:sp>
        <p:nvSpPr>
          <p:cNvPr id="13" name="Title 10">
            <a:extLst>
              <a:ext uri="{FF2B5EF4-FFF2-40B4-BE49-F238E27FC236}">
                <a16:creationId xmlns:a16="http://schemas.microsoft.com/office/drawing/2014/main" id="{84DDA33E-9024-4D22-B17F-206C0F006B87}"/>
              </a:ext>
            </a:extLst>
          </p:cNvPr>
          <p:cNvSpPr>
            <a:spLocks noGrp="1"/>
          </p:cNvSpPr>
          <p:nvPr>
            <p:ph type="title" hasCustomPrompt="1"/>
          </p:nvPr>
        </p:nvSpPr>
        <p:spPr>
          <a:xfrm>
            <a:off x="1550991" y="2590800"/>
            <a:ext cx="9088434" cy="740679"/>
          </a:xfrm>
        </p:spPr>
        <p:txBody>
          <a:bodyPr anchor="ctr" anchorCtr="0"/>
          <a:lstStyle>
            <a:lvl1pPr algn="ctr">
              <a:defRPr sz="3600"/>
            </a:lvl1pPr>
          </a:lstStyle>
          <a:p>
            <a:r>
              <a:rPr lang="en-US"/>
              <a:t>Click to add your slide headline</a:t>
            </a:r>
            <a:endParaRPr lang="en-GB"/>
          </a:p>
        </p:txBody>
      </p:sp>
      <p:sp>
        <p:nvSpPr>
          <p:cNvPr id="14" name="Date Placeholder 13">
            <a:extLst>
              <a:ext uri="{FF2B5EF4-FFF2-40B4-BE49-F238E27FC236}">
                <a16:creationId xmlns:a16="http://schemas.microsoft.com/office/drawing/2014/main" id="{91DF0A6A-5CE3-4524-82F6-C1F2CA3EB33D}"/>
              </a:ext>
            </a:extLst>
          </p:cNvPr>
          <p:cNvSpPr>
            <a:spLocks noGrp="1"/>
          </p:cNvSpPr>
          <p:nvPr>
            <p:ph type="dt" sz="half" idx="19"/>
          </p:nvPr>
        </p:nvSpPr>
        <p:spPr/>
        <p:txBody>
          <a:bodyPr/>
          <a:lstStyle/>
          <a:p>
            <a:fld id="{D0A92B78-1DD2-45FA-A79C-EB831B78FEC1}" type="datetime1">
              <a:rPr lang="da-DK" smtClean="0"/>
              <a:t>12-09-2025</a:t>
            </a:fld>
            <a:endParaRPr lang="en-GB"/>
          </a:p>
        </p:txBody>
      </p:sp>
      <p:sp>
        <p:nvSpPr>
          <p:cNvPr id="15" name="Footer Placeholder 14">
            <a:extLst>
              <a:ext uri="{FF2B5EF4-FFF2-40B4-BE49-F238E27FC236}">
                <a16:creationId xmlns:a16="http://schemas.microsoft.com/office/drawing/2014/main" id="{BFB1CE0B-4261-4467-A909-53D5174EBA13}"/>
              </a:ext>
            </a:extLst>
          </p:cNvPr>
          <p:cNvSpPr>
            <a:spLocks noGrp="1"/>
          </p:cNvSpPr>
          <p:nvPr>
            <p:ph type="ftr" sz="quarter" idx="20"/>
          </p:nvPr>
        </p:nvSpPr>
        <p:spPr/>
        <p:txBody>
          <a:bodyPr/>
          <a:lstStyle/>
          <a:p>
            <a:r>
              <a:rPr lang="en-US"/>
              <a:t>© 2022 Grundfos Holding A/S</a:t>
            </a:r>
            <a:endParaRPr lang="en-GB"/>
          </a:p>
        </p:txBody>
      </p:sp>
      <p:sp>
        <p:nvSpPr>
          <p:cNvPr id="16" name="Slide Number Placeholder 15">
            <a:extLst>
              <a:ext uri="{FF2B5EF4-FFF2-40B4-BE49-F238E27FC236}">
                <a16:creationId xmlns:a16="http://schemas.microsoft.com/office/drawing/2014/main" id="{0722F6B9-73CE-497F-990B-ED70A73A0CEA}"/>
              </a:ext>
            </a:extLst>
          </p:cNvPr>
          <p:cNvSpPr>
            <a:spLocks noGrp="1"/>
          </p:cNvSpPr>
          <p:nvPr>
            <p:ph type="sldNum" sz="quarter" idx="21"/>
          </p:nvPr>
        </p:nvSpPr>
        <p:spPr/>
        <p:txBody>
          <a:bodyPr/>
          <a:lstStyle/>
          <a:p>
            <a:fld id="{85D19AB6-A39C-F648-8673-AE723FC1C93C}" type="slidenum">
              <a:rPr lang="en-GB" smtClean="0"/>
              <a:pPr/>
              <a:t>‹#›</a:t>
            </a:fld>
            <a:endParaRPr lang="en-GB"/>
          </a:p>
        </p:txBody>
      </p:sp>
      <p:sp>
        <p:nvSpPr>
          <p:cNvPr id="3" name="Text Placeholder 2">
            <a:extLst>
              <a:ext uri="{FF2B5EF4-FFF2-40B4-BE49-F238E27FC236}">
                <a16:creationId xmlns:a16="http://schemas.microsoft.com/office/drawing/2014/main" id="{6F1BB0F9-4405-4F31-9707-FC985A6645D5}"/>
              </a:ext>
            </a:extLst>
          </p:cNvPr>
          <p:cNvSpPr>
            <a:spLocks noGrp="1"/>
          </p:cNvSpPr>
          <p:nvPr>
            <p:ph type="body" sz="quarter" idx="22" hasCustomPrompt="1"/>
          </p:nvPr>
        </p:nvSpPr>
        <p:spPr>
          <a:xfrm>
            <a:off x="11361600" y="529200"/>
            <a:ext cx="298800" cy="270000"/>
          </a:xfrm>
          <a:blipFill>
            <a:blip r:embed="rId2">
              <a:extLst>
                <a:ext uri="{96DAC541-7B7A-43D3-8B79-37D633B846F1}">
                  <asvg:svgBlip xmlns:asvg="http://schemas.microsoft.com/office/drawing/2016/SVG/main" r:embed="rId3"/>
                </a:ext>
              </a:extLst>
            </a:blip>
            <a:stretch>
              <a:fillRect/>
            </a:stretch>
          </a:blipFill>
        </p:spPr>
        <p:txBody>
          <a:bodyPr tIns="0" bIns="0"/>
          <a:lstStyle>
            <a:lvl1pPr marL="0" indent="0">
              <a:buNone/>
              <a:defRPr sz="100"/>
            </a:lvl1pPr>
          </a:lstStyle>
          <a:p>
            <a:pPr lvl="0"/>
            <a:r>
              <a:rPr lang="en-GB"/>
              <a:t> </a:t>
            </a:r>
          </a:p>
        </p:txBody>
      </p:sp>
    </p:spTree>
    <p:extLst>
      <p:ext uri="{BB962C8B-B14F-4D97-AF65-F5344CB8AC3E}">
        <p14:creationId xmlns:p14="http://schemas.microsoft.com/office/powerpoint/2010/main" val="6773074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Full image 2">
    <p:spTree>
      <p:nvGrpSpPr>
        <p:cNvPr id="1" name=""/>
        <p:cNvGrpSpPr/>
        <p:nvPr/>
      </p:nvGrpSpPr>
      <p:grpSpPr>
        <a:xfrm>
          <a:off x="0" y="0"/>
          <a:ext cx="0" cy="0"/>
          <a:chOff x="0" y="0"/>
          <a:chExt cx="0" cy="0"/>
        </a:xfrm>
      </p:grpSpPr>
      <p:sp>
        <p:nvSpPr>
          <p:cNvPr id="8" name="Pladsholder til billede 56">
            <a:extLst>
              <a:ext uri="{FF2B5EF4-FFF2-40B4-BE49-F238E27FC236}">
                <a16:creationId xmlns:a16="http://schemas.microsoft.com/office/drawing/2014/main" id="{62FA8511-013C-46F9-9C0C-1C8D0D762638}"/>
              </a:ext>
            </a:extLst>
          </p:cNvPr>
          <p:cNvSpPr>
            <a:spLocks noGrp="1"/>
          </p:cNvSpPr>
          <p:nvPr>
            <p:ph type="pic" sz="quarter" idx="15" hasCustomPrompt="1"/>
          </p:nvPr>
        </p:nvSpPr>
        <p:spPr>
          <a:xfrm>
            <a:off x="0" y="-1050"/>
            <a:ext cx="12192900" cy="6859050"/>
          </a:xfrm>
          <a:solidFill>
            <a:srgbClr val="E8E8E8"/>
          </a:solidFill>
        </p:spPr>
        <p:txBody>
          <a:bodyPr tIns="540000" bIns="0" anchor="ctr" anchorCtr="0">
            <a:normAutofit/>
          </a:bodyPr>
          <a:lstStyle>
            <a:lvl1pPr marL="0" indent="0" algn="ctr">
              <a:buFontTx/>
              <a:buNone/>
              <a:defRPr sz="1200" b="0">
                <a:solidFill>
                  <a:srgbClr val="E33353"/>
                </a:solidFill>
              </a:defRPr>
            </a:lvl1pPr>
          </a:lstStyle>
          <a:p>
            <a:r>
              <a:rPr lang="en-GB"/>
              <a:t>Click to place a dark background picture</a:t>
            </a:r>
          </a:p>
        </p:txBody>
      </p:sp>
      <p:sp>
        <p:nvSpPr>
          <p:cNvPr id="2" name="Date Placeholder 1">
            <a:extLst>
              <a:ext uri="{FF2B5EF4-FFF2-40B4-BE49-F238E27FC236}">
                <a16:creationId xmlns:a16="http://schemas.microsoft.com/office/drawing/2014/main" id="{2ADE181A-2B93-4FB2-949A-3DBCB4BB3A3E}"/>
              </a:ext>
            </a:extLst>
          </p:cNvPr>
          <p:cNvSpPr>
            <a:spLocks noGrp="1"/>
          </p:cNvSpPr>
          <p:nvPr>
            <p:ph type="dt" sz="half" idx="19"/>
          </p:nvPr>
        </p:nvSpPr>
        <p:spPr/>
        <p:txBody>
          <a:bodyPr/>
          <a:lstStyle/>
          <a:p>
            <a:fld id="{D0A92B78-1DD2-45FA-A79C-EB831B78FEC1}" type="datetime1">
              <a:rPr lang="da-DK" smtClean="0"/>
              <a:t>12-09-2025</a:t>
            </a:fld>
            <a:endParaRPr lang="en-GB"/>
          </a:p>
        </p:txBody>
      </p:sp>
      <p:sp>
        <p:nvSpPr>
          <p:cNvPr id="3" name="Footer Placeholder 2">
            <a:extLst>
              <a:ext uri="{FF2B5EF4-FFF2-40B4-BE49-F238E27FC236}">
                <a16:creationId xmlns:a16="http://schemas.microsoft.com/office/drawing/2014/main" id="{75FF191A-6570-4A8E-8E54-0DF492F69FB3}"/>
              </a:ext>
            </a:extLst>
          </p:cNvPr>
          <p:cNvSpPr>
            <a:spLocks noGrp="1"/>
          </p:cNvSpPr>
          <p:nvPr>
            <p:ph type="ftr" sz="quarter" idx="20"/>
          </p:nvPr>
        </p:nvSpPr>
        <p:spPr/>
        <p:txBody>
          <a:bodyPr/>
          <a:lstStyle/>
          <a:p>
            <a:r>
              <a:rPr lang="en-US"/>
              <a:t>© 2022 Grundfos Holding A/S</a:t>
            </a:r>
            <a:endParaRPr lang="en-GB"/>
          </a:p>
        </p:txBody>
      </p:sp>
      <p:sp>
        <p:nvSpPr>
          <p:cNvPr id="4" name="Slide Number Placeholder 3">
            <a:extLst>
              <a:ext uri="{FF2B5EF4-FFF2-40B4-BE49-F238E27FC236}">
                <a16:creationId xmlns:a16="http://schemas.microsoft.com/office/drawing/2014/main" id="{D82D9B2F-B3CA-42D2-9A5F-3B9F4718DF8B}"/>
              </a:ext>
            </a:extLst>
          </p:cNvPr>
          <p:cNvSpPr>
            <a:spLocks noGrp="1"/>
          </p:cNvSpPr>
          <p:nvPr>
            <p:ph type="sldNum" sz="quarter" idx="21"/>
          </p:nvPr>
        </p:nvSpPr>
        <p:spPr/>
        <p:txBody>
          <a:bodyPr/>
          <a:lstStyle/>
          <a:p>
            <a:fld id="{85D19AB6-A39C-F648-8673-AE723FC1C93C}" type="slidenum">
              <a:rPr lang="en-GB" smtClean="0"/>
              <a:pPr/>
              <a:t>‹#›</a:t>
            </a:fld>
            <a:endParaRPr lang="en-GB"/>
          </a:p>
        </p:txBody>
      </p:sp>
      <p:sp>
        <p:nvSpPr>
          <p:cNvPr id="6" name="Title 5">
            <a:extLst>
              <a:ext uri="{FF2B5EF4-FFF2-40B4-BE49-F238E27FC236}">
                <a16:creationId xmlns:a16="http://schemas.microsoft.com/office/drawing/2014/main" id="{40D44EE2-5BC8-4F47-97FC-724158E68353}"/>
              </a:ext>
            </a:extLst>
          </p:cNvPr>
          <p:cNvSpPr>
            <a:spLocks noGrp="1"/>
          </p:cNvSpPr>
          <p:nvPr>
            <p:ph type="title" hasCustomPrompt="1"/>
          </p:nvPr>
        </p:nvSpPr>
        <p:spPr>
          <a:xfrm>
            <a:off x="530227" y="1640793"/>
            <a:ext cx="11129958" cy="1353232"/>
          </a:xfrm>
        </p:spPr>
        <p:txBody>
          <a:bodyPr/>
          <a:lstStyle>
            <a:lvl1pPr>
              <a:defRPr sz="3600"/>
            </a:lvl1pPr>
          </a:lstStyle>
          <a:p>
            <a:r>
              <a:rPr lang="en-US"/>
              <a:t>Click to add your </a:t>
            </a:r>
            <a:br>
              <a:rPr lang="en-US"/>
            </a:br>
            <a:r>
              <a:rPr lang="en-US"/>
              <a:t>section headline</a:t>
            </a:r>
            <a:endParaRPr lang="en-GB"/>
          </a:p>
        </p:txBody>
      </p:sp>
      <p:sp>
        <p:nvSpPr>
          <p:cNvPr id="7" name="Text Placeholder 6">
            <a:extLst>
              <a:ext uri="{FF2B5EF4-FFF2-40B4-BE49-F238E27FC236}">
                <a16:creationId xmlns:a16="http://schemas.microsoft.com/office/drawing/2014/main" id="{AA66C68C-B201-4150-9523-9A9EBCA6A610}"/>
              </a:ext>
            </a:extLst>
          </p:cNvPr>
          <p:cNvSpPr>
            <a:spLocks noGrp="1"/>
          </p:cNvSpPr>
          <p:nvPr>
            <p:ph type="body" sz="quarter" idx="22" hasCustomPrompt="1"/>
          </p:nvPr>
        </p:nvSpPr>
        <p:spPr>
          <a:xfrm>
            <a:off x="11361600" y="529200"/>
            <a:ext cx="298800" cy="270000"/>
          </a:xfrm>
          <a:blipFill>
            <a:blip r:embed="rId2">
              <a:extLst>
                <a:ext uri="{96DAC541-7B7A-43D3-8B79-37D633B846F1}">
                  <asvg:svgBlip xmlns:asvg="http://schemas.microsoft.com/office/drawing/2016/SVG/main" r:embed="rId3"/>
                </a:ext>
              </a:extLst>
            </a:blip>
            <a:stretch>
              <a:fillRect/>
            </a:stretch>
          </a:blipFill>
        </p:spPr>
        <p:txBody>
          <a:bodyPr tIns="0" bIns="0"/>
          <a:lstStyle>
            <a:lvl1pPr marL="0" indent="0">
              <a:buNone/>
              <a:defRPr sz="100"/>
            </a:lvl1pPr>
          </a:lstStyle>
          <a:p>
            <a:pPr lvl="0"/>
            <a:r>
              <a:rPr lang="en-GB"/>
              <a:t> </a:t>
            </a:r>
          </a:p>
        </p:txBody>
      </p:sp>
    </p:spTree>
    <p:extLst>
      <p:ext uri="{BB962C8B-B14F-4D97-AF65-F5344CB8AC3E}">
        <p14:creationId xmlns:p14="http://schemas.microsoft.com/office/powerpoint/2010/main" val="171017445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Full image 3">
    <p:spTree>
      <p:nvGrpSpPr>
        <p:cNvPr id="1" name=""/>
        <p:cNvGrpSpPr/>
        <p:nvPr/>
      </p:nvGrpSpPr>
      <p:grpSpPr>
        <a:xfrm>
          <a:off x="0" y="0"/>
          <a:ext cx="0" cy="0"/>
          <a:chOff x="0" y="0"/>
          <a:chExt cx="0" cy="0"/>
        </a:xfrm>
      </p:grpSpPr>
      <p:sp>
        <p:nvSpPr>
          <p:cNvPr id="8" name="Pladsholder til billede 56">
            <a:extLst>
              <a:ext uri="{FF2B5EF4-FFF2-40B4-BE49-F238E27FC236}">
                <a16:creationId xmlns:a16="http://schemas.microsoft.com/office/drawing/2014/main" id="{62FA8511-013C-46F9-9C0C-1C8D0D762638}"/>
              </a:ext>
            </a:extLst>
          </p:cNvPr>
          <p:cNvSpPr>
            <a:spLocks noGrp="1"/>
          </p:cNvSpPr>
          <p:nvPr>
            <p:ph type="pic" sz="quarter" idx="15" hasCustomPrompt="1"/>
          </p:nvPr>
        </p:nvSpPr>
        <p:spPr>
          <a:xfrm>
            <a:off x="0" y="-1050"/>
            <a:ext cx="12192900" cy="6859050"/>
          </a:xfrm>
          <a:solidFill>
            <a:srgbClr val="E8E8E8"/>
          </a:solidFill>
        </p:spPr>
        <p:txBody>
          <a:bodyPr tIns="540000" bIns="0" anchor="ctr" anchorCtr="0">
            <a:normAutofit/>
          </a:bodyPr>
          <a:lstStyle>
            <a:lvl1pPr marL="0" indent="0" algn="ctr">
              <a:buFontTx/>
              <a:buNone/>
              <a:defRPr sz="1200" b="0">
                <a:solidFill>
                  <a:srgbClr val="E33353"/>
                </a:solidFill>
              </a:defRPr>
            </a:lvl1pPr>
          </a:lstStyle>
          <a:p>
            <a:r>
              <a:rPr lang="en-GB"/>
              <a:t>Click to place a light background picture</a:t>
            </a:r>
          </a:p>
        </p:txBody>
      </p:sp>
      <p:sp>
        <p:nvSpPr>
          <p:cNvPr id="2" name="Title 1">
            <a:extLst>
              <a:ext uri="{FF2B5EF4-FFF2-40B4-BE49-F238E27FC236}">
                <a16:creationId xmlns:a16="http://schemas.microsoft.com/office/drawing/2014/main" id="{D2132BCC-CE5B-4E02-A6BF-9101242C9A4E}"/>
              </a:ext>
            </a:extLst>
          </p:cNvPr>
          <p:cNvSpPr>
            <a:spLocks noGrp="1"/>
          </p:cNvSpPr>
          <p:nvPr>
            <p:ph type="title" hasCustomPrompt="1"/>
          </p:nvPr>
        </p:nvSpPr>
        <p:spPr/>
        <p:txBody>
          <a:bodyPr/>
          <a:lstStyle/>
          <a:p>
            <a:r>
              <a:rPr lang="en-US"/>
              <a:t>Click to add your slide headline</a:t>
            </a:r>
            <a:endParaRPr lang="en-GB"/>
          </a:p>
        </p:txBody>
      </p:sp>
      <p:sp>
        <p:nvSpPr>
          <p:cNvPr id="12" name="Text Placeholder 3">
            <a:extLst>
              <a:ext uri="{FF2B5EF4-FFF2-40B4-BE49-F238E27FC236}">
                <a16:creationId xmlns:a16="http://schemas.microsoft.com/office/drawing/2014/main" id="{A350A524-5849-4ABB-8D91-0EB4E9128257}"/>
              </a:ext>
            </a:extLst>
          </p:cNvPr>
          <p:cNvSpPr>
            <a:spLocks noGrp="1"/>
          </p:cNvSpPr>
          <p:nvPr>
            <p:ph type="body" sz="quarter" idx="19" hasCustomPrompt="1"/>
          </p:nvPr>
        </p:nvSpPr>
        <p:spPr>
          <a:xfrm>
            <a:off x="530224" y="1196975"/>
            <a:ext cx="4992752" cy="5129211"/>
          </a:xfrm>
        </p:spPr>
        <p:txBody>
          <a:bodyPr/>
          <a:lstStyle/>
          <a:p>
            <a:pPr lvl="0"/>
            <a:r>
              <a:rPr lang="en-US"/>
              <a:t>Click to add your body text</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2BBFA556-275E-4E6B-A141-0D7BF411E6B1}"/>
              </a:ext>
            </a:extLst>
          </p:cNvPr>
          <p:cNvSpPr>
            <a:spLocks noGrp="1"/>
          </p:cNvSpPr>
          <p:nvPr>
            <p:ph type="dt" sz="half" idx="20"/>
          </p:nvPr>
        </p:nvSpPr>
        <p:spPr/>
        <p:txBody>
          <a:bodyPr/>
          <a:lstStyle/>
          <a:p>
            <a:fld id="{D0A92B78-1DD2-45FA-A79C-EB831B78FEC1}" type="datetime1">
              <a:rPr lang="da-DK" smtClean="0"/>
              <a:t>12-09-2025</a:t>
            </a:fld>
            <a:endParaRPr lang="en-GB"/>
          </a:p>
        </p:txBody>
      </p:sp>
      <p:sp>
        <p:nvSpPr>
          <p:cNvPr id="6" name="Footer Placeholder 5">
            <a:extLst>
              <a:ext uri="{FF2B5EF4-FFF2-40B4-BE49-F238E27FC236}">
                <a16:creationId xmlns:a16="http://schemas.microsoft.com/office/drawing/2014/main" id="{71A895FD-FD99-48CA-B591-577B3F474656}"/>
              </a:ext>
            </a:extLst>
          </p:cNvPr>
          <p:cNvSpPr>
            <a:spLocks noGrp="1"/>
          </p:cNvSpPr>
          <p:nvPr>
            <p:ph type="ftr" sz="quarter" idx="21"/>
          </p:nvPr>
        </p:nvSpPr>
        <p:spPr/>
        <p:txBody>
          <a:bodyPr/>
          <a:lstStyle/>
          <a:p>
            <a:r>
              <a:rPr lang="en-US"/>
              <a:t>© 2022 Grundfos Holding A/S</a:t>
            </a:r>
            <a:endParaRPr lang="en-GB"/>
          </a:p>
        </p:txBody>
      </p:sp>
      <p:sp>
        <p:nvSpPr>
          <p:cNvPr id="7" name="Slide Number Placeholder 6">
            <a:extLst>
              <a:ext uri="{FF2B5EF4-FFF2-40B4-BE49-F238E27FC236}">
                <a16:creationId xmlns:a16="http://schemas.microsoft.com/office/drawing/2014/main" id="{FC114EE5-2879-43BB-B738-E343947D7974}"/>
              </a:ext>
            </a:extLst>
          </p:cNvPr>
          <p:cNvSpPr>
            <a:spLocks noGrp="1"/>
          </p:cNvSpPr>
          <p:nvPr>
            <p:ph type="sldNum" sz="quarter" idx="22"/>
          </p:nvPr>
        </p:nvSpPr>
        <p:spPr/>
        <p:txBody>
          <a:bodyPr/>
          <a:lstStyle/>
          <a:p>
            <a:fld id="{85D19AB6-A39C-F648-8673-AE723FC1C93C}" type="slidenum">
              <a:rPr lang="en-GB" smtClean="0"/>
              <a:pPr/>
              <a:t>‹#›</a:t>
            </a:fld>
            <a:endParaRPr lang="en-GB"/>
          </a:p>
        </p:txBody>
      </p:sp>
      <p:sp>
        <p:nvSpPr>
          <p:cNvPr id="4" name="Text Placeholder 3">
            <a:extLst>
              <a:ext uri="{FF2B5EF4-FFF2-40B4-BE49-F238E27FC236}">
                <a16:creationId xmlns:a16="http://schemas.microsoft.com/office/drawing/2014/main" id="{341C3EF5-FF29-49A6-80FF-CBBD41191E54}"/>
              </a:ext>
            </a:extLst>
          </p:cNvPr>
          <p:cNvSpPr>
            <a:spLocks noGrp="1"/>
          </p:cNvSpPr>
          <p:nvPr>
            <p:ph type="body" sz="quarter" idx="23" hasCustomPrompt="1"/>
          </p:nvPr>
        </p:nvSpPr>
        <p:spPr>
          <a:xfrm>
            <a:off x="11361600" y="529200"/>
            <a:ext cx="298800" cy="270000"/>
          </a:xfrm>
          <a:blipFill>
            <a:blip r:embed="rId2">
              <a:extLst>
                <a:ext uri="{96DAC541-7B7A-43D3-8B79-37D633B846F1}">
                  <asvg:svgBlip xmlns:asvg="http://schemas.microsoft.com/office/drawing/2016/SVG/main" r:embed="rId3"/>
                </a:ext>
              </a:extLst>
            </a:blip>
            <a:stretch>
              <a:fillRect/>
            </a:stretch>
          </a:blipFill>
        </p:spPr>
        <p:txBody>
          <a:bodyPr tIns="0" bIns="0"/>
          <a:lstStyle>
            <a:lvl1pPr marL="0" indent="0">
              <a:buNone/>
              <a:defRPr sz="100"/>
            </a:lvl1pPr>
          </a:lstStyle>
          <a:p>
            <a:pPr lvl="0"/>
            <a:r>
              <a:rPr lang="en-GB"/>
              <a:t> </a:t>
            </a:r>
          </a:p>
        </p:txBody>
      </p:sp>
    </p:spTree>
    <p:extLst>
      <p:ext uri="{BB962C8B-B14F-4D97-AF65-F5344CB8AC3E}">
        <p14:creationId xmlns:p14="http://schemas.microsoft.com/office/powerpoint/2010/main" val="79347950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Slide - Light">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0A3C237B-1374-468B-8472-D409173F04E9}"/>
              </a:ext>
            </a:extLst>
          </p:cNvPr>
          <p:cNvSpPr>
            <a:spLocks noGrp="1"/>
          </p:cNvSpPr>
          <p:nvPr>
            <p:ph type="pic" sz="quarter" idx="14" hasCustomPrompt="1"/>
          </p:nvPr>
        </p:nvSpPr>
        <p:spPr>
          <a:xfrm>
            <a:off x="0" y="0"/>
            <a:ext cx="12191999" cy="6858000"/>
          </a:xfrm>
          <a:solidFill>
            <a:srgbClr val="E8E8E8"/>
          </a:solidFill>
        </p:spPr>
        <p:txBody>
          <a:bodyPr tIns="900000" bIns="0" anchor="ctr" anchorCtr="0"/>
          <a:lstStyle>
            <a:lvl1pPr marL="0" indent="0" algn="ctr">
              <a:buNone/>
              <a:defRPr sz="1200">
                <a:solidFill>
                  <a:srgbClr val="E33353"/>
                </a:solidFill>
              </a:defRPr>
            </a:lvl1pPr>
          </a:lstStyle>
          <a:p>
            <a:r>
              <a:rPr lang="da-DK"/>
              <a:t> </a:t>
            </a:r>
            <a:r>
              <a:rPr lang="en-GB"/>
              <a:t>Click to place a light background picture</a:t>
            </a:r>
          </a:p>
          <a:p>
            <a:r>
              <a:rPr lang="en-GB"/>
              <a:t>Please make sure that the logo is clearly visable</a:t>
            </a:r>
          </a:p>
        </p:txBody>
      </p:sp>
      <p:sp>
        <p:nvSpPr>
          <p:cNvPr id="2" name="Title 1">
            <a:extLst>
              <a:ext uri="{FF2B5EF4-FFF2-40B4-BE49-F238E27FC236}">
                <a16:creationId xmlns:a16="http://schemas.microsoft.com/office/drawing/2014/main" id="{EF1DF524-76FF-4A6E-BDCF-3FC6DDF0BDCF}"/>
              </a:ext>
            </a:extLst>
          </p:cNvPr>
          <p:cNvSpPr>
            <a:spLocks noGrp="1"/>
          </p:cNvSpPr>
          <p:nvPr>
            <p:ph type="ctrTitle" hasCustomPrompt="1"/>
          </p:nvPr>
        </p:nvSpPr>
        <p:spPr>
          <a:xfrm>
            <a:off x="529200" y="1328400"/>
            <a:ext cx="8499600" cy="1749600"/>
          </a:xfrm>
        </p:spPr>
        <p:txBody>
          <a:bodyPr anchor="b"/>
          <a:lstStyle>
            <a:lvl1pPr algn="l">
              <a:defRPr sz="5400">
                <a:solidFill>
                  <a:srgbClr val="126AF3"/>
                </a:solidFill>
              </a:defRPr>
            </a:lvl1pPr>
          </a:lstStyle>
          <a:p>
            <a:r>
              <a:rPr lang="en-US"/>
              <a:t>Click to add your title slide headline</a:t>
            </a:r>
            <a:endParaRPr lang="da-DK"/>
          </a:p>
        </p:txBody>
      </p:sp>
      <p:sp>
        <p:nvSpPr>
          <p:cNvPr id="3" name="Subtitle 2">
            <a:extLst>
              <a:ext uri="{FF2B5EF4-FFF2-40B4-BE49-F238E27FC236}">
                <a16:creationId xmlns:a16="http://schemas.microsoft.com/office/drawing/2014/main" id="{8D3C0CC1-F0E7-4F53-BA42-3CD94A7B7B23}"/>
              </a:ext>
            </a:extLst>
          </p:cNvPr>
          <p:cNvSpPr>
            <a:spLocks noGrp="1"/>
          </p:cNvSpPr>
          <p:nvPr>
            <p:ph type="subTitle" idx="1" hasCustomPrompt="1"/>
          </p:nvPr>
        </p:nvSpPr>
        <p:spPr>
          <a:xfrm>
            <a:off x="529200" y="3312000"/>
            <a:ext cx="4957200" cy="583200"/>
          </a:xfrm>
        </p:spPr>
        <p:txBody>
          <a:bodyPr/>
          <a:lstStyle>
            <a:lvl1pPr marL="0" indent="0" algn="l">
              <a:buNone/>
              <a:defRPr sz="2200">
                <a:solidFill>
                  <a:srgbClr val="11497B"/>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a support text</a:t>
            </a:r>
            <a:endParaRPr lang="da-DK"/>
          </a:p>
        </p:txBody>
      </p:sp>
      <p:sp>
        <p:nvSpPr>
          <p:cNvPr id="4" name="Date Placeholder 3">
            <a:extLst>
              <a:ext uri="{FF2B5EF4-FFF2-40B4-BE49-F238E27FC236}">
                <a16:creationId xmlns:a16="http://schemas.microsoft.com/office/drawing/2014/main" id="{64659C24-B636-4B48-9BF9-4D691D37B9C3}"/>
              </a:ext>
            </a:extLst>
          </p:cNvPr>
          <p:cNvSpPr>
            <a:spLocks noGrp="1"/>
          </p:cNvSpPr>
          <p:nvPr>
            <p:ph type="dt" sz="half" idx="10"/>
          </p:nvPr>
        </p:nvSpPr>
        <p:spPr/>
        <p:txBody>
          <a:bodyPr/>
          <a:lstStyle>
            <a:lvl1pPr>
              <a:defRPr>
                <a:solidFill>
                  <a:srgbClr val="11497B"/>
                </a:solidFill>
              </a:defRPr>
            </a:lvl1pPr>
          </a:lstStyle>
          <a:p>
            <a:fld id="{D0A92B78-1DD2-45FA-A79C-EB831B78FEC1}" type="datetime1">
              <a:rPr lang="da-DK" smtClean="0"/>
              <a:pPr/>
              <a:t>12-09-2025</a:t>
            </a:fld>
            <a:endParaRPr lang="en-GB"/>
          </a:p>
        </p:txBody>
      </p:sp>
      <p:sp>
        <p:nvSpPr>
          <p:cNvPr id="5" name="Footer Placeholder 4">
            <a:extLst>
              <a:ext uri="{FF2B5EF4-FFF2-40B4-BE49-F238E27FC236}">
                <a16:creationId xmlns:a16="http://schemas.microsoft.com/office/drawing/2014/main" id="{8A11D626-B802-4443-96A4-EDF171022B3C}"/>
              </a:ext>
            </a:extLst>
          </p:cNvPr>
          <p:cNvSpPr>
            <a:spLocks noGrp="1"/>
          </p:cNvSpPr>
          <p:nvPr>
            <p:ph type="ftr" sz="quarter" idx="11"/>
          </p:nvPr>
        </p:nvSpPr>
        <p:spPr/>
        <p:txBody>
          <a:bodyPr/>
          <a:lstStyle>
            <a:lvl1pPr>
              <a:defRPr>
                <a:solidFill>
                  <a:srgbClr val="11497B"/>
                </a:solidFill>
              </a:defRPr>
            </a:lvl1pPr>
          </a:lstStyle>
          <a:p>
            <a:r>
              <a:rPr lang="en-US"/>
              <a:t>© 2022 Grundfos Holding A/S</a:t>
            </a:r>
            <a:endParaRPr lang="en-GB"/>
          </a:p>
        </p:txBody>
      </p:sp>
      <p:sp>
        <p:nvSpPr>
          <p:cNvPr id="15" name="Text Placeholder 14">
            <a:extLst>
              <a:ext uri="{FF2B5EF4-FFF2-40B4-BE49-F238E27FC236}">
                <a16:creationId xmlns:a16="http://schemas.microsoft.com/office/drawing/2014/main" id="{44C2709E-74A0-4685-A663-84C21200BBC6}"/>
              </a:ext>
            </a:extLst>
          </p:cNvPr>
          <p:cNvSpPr>
            <a:spLocks noGrp="1"/>
          </p:cNvSpPr>
          <p:nvPr>
            <p:ph type="body" sz="quarter" idx="15" hasCustomPrompt="1"/>
          </p:nvPr>
        </p:nvSpPr>
        <p:spPr>
          <a:xfrm>
            <a:off x="9033775" y="5627561"/>
            <a:ext cx="2628000" cy="727200"/>
          </a:xfrm>
          <a:blipFill>
            <a:blip r:embed="rId2">
              <a:extLst>
                <a:ext uri="{96DAC541-7B7A-43D3-8B79-37D633B846F1}">
                  <asvg:svgBlip xmlns:asvg="http://schemas.microsoft.com/office/drawing/2016/SVG/main" r:embed="rId3"/>
                </a:ext>
              </a:extLst>
            </a:blip>
            <a:stretch>
              <a:fillRect/>
            </a:stretch>
          </a:blipFill>
        </p:spPr>
        <p:txBody>
          <a:bodyPr tIns="0" bIns="0"/>
          <a:lstStyle>
            <a:lvl1pPr marL="0" indent="0">
              <a:buNone/>
              <a:defRPr sz="800"/>
            </a:lvl1pPr>
          </a:lstStyle>
          <a:p>
            <a:pPr lvl="0"/>
            <a:r>
              <a:rPr lang="en-GB"/>
              <a:t> </a:t>
            </a:r>
          </a:p>
        </p:txBody>
      </p:sp>
    </p:spTree>
    <p:extLst>
      <p:ext uri="{BB962C8B-B14F-4D97-AF65-F5344CB8AC3E}">
        <p14:creationId xmlns:p14="http://schemas.microsoft.com/office/powerpoint/2010/main" val="365022962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Slide Box 1">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0A3C237B-1374-468B-8472-D409173F04E9}"/>
              </a:ext>
            </a:extLst>
          </p:cNvPr>
          <p:cNvSpPr>
            <a:spLocks noGrp="1"/>
          </p:cNvSpPr>
          <p:nvPr>
            <p:ph type="pic" sz="quarter" idx="14" hasCustomPrompt="1"/>
          </p:nvPr>
        </p:nvSpPr>
        <p:spPr>
          <a:xfrm>
            <a:off x="0" y="0"/>
            <a:ext cx="12191999" cy="6858000"/>
          </a:xfrm>
          <a:solidFill>
            <a:srgbClr val="969696"/>
          </a:solidFill>
        </p:spPr>
        <p:txBody>
          <a:bodyPr tIns="0" bIns="720000" anchor="ctr" anchorCtr="0"/>
          <a:lstStyle>
            <a:lvl1pPr marL="0" indent="0" algn="ctr">
              <a:buNone/>
              <a:defRPr sz="1200">
                <a:solidFill>
                  <a:srgbClr val="FFFF00"/>
                </a:solidFill>
              </a:defRPr>
            </a:lvl1pPr>
          </a:lstStyle>
          <a:p>
            <a:r>
              <a:rPr lang="en-GB"/>
              <a:t>Click to place a background picture</a:t>
            </a:r>
          </a:p>
        </p:txBody>
      </p:sp>
      <p:sp>
        <p:nvSpPr>
          <p:cNvPr id="2" name="Title 1">
            <a:extLst>
              <a:ext uri="{FF2B5EF4-FFF2-40B4-BE49-F238E27FC236}">
                <a16:creationId xmlns:a16="http://schemas.microsoft.com/office/drawing/2014/main" id="{EF1DF524-76FF-4A6E-BDCF-3FC6DDF0BDCF}"/>
              </a:ext>
            </a:extLst>
          </p:cNvPr>
          <p:cNvSpPr>
            <a:spLocks noGrp="1"/>
          </p:cNvSpPr>
          <p:nvPr>
            <p:ph type="ctrTitle" hasCustomPrompt="1"/>
          </p:nvPr>
        </p:nvSpPr>
        <p:spPr>
          <a:xfrm>
            <a:off x="532800" y="3862800"/>
            <a:ext cx="11660400" cy="2995200"/>
          </a:xfrm>
          <a:solidFill>
            <a:srgbClr val="E9F1F7"/>
          </a:solidFill>
        </p:spPr>
        <p:txBody>
          <a:bodyPr lIns="475200" tIns="424800" rIns="3600000" anchor="t" anchorCtr="0"/>
          <a:lstStyle>
            <a:lvl1pPr algn="l">
              <a:defRPr sz="3600">
                <a:solidFill>
                  <a:srgbClr val="126AF3"/>
                </a:solidFill>
              </a:defRPr>
            </a:lvl1pPr>
          </a:lstStyle>
          <a:p>
            <a:r>
              <a:rPr lang="en-US"/>
              <a:t>Click to add your title </a:t>
            </a:r>
            <a:br>
              <a:rPr lang="en-US"/>
            </a:br>
            <a:r>
              <a:rPr lang="en-US"/>
              <a:t>slide headline</a:t>
            </a:r>
            <a:endParaRPr lang="da-DK"/>
          </a:p>
        </p:txBody>
      </p:sp>
      <p:sp>
        <p:nvSpPr>
          <p:cNvPr id="3" name="Subtitle 2">
            <a:extLst>
              <a:ext uri="{FF2B5EF4-FFF2-40B4-BE49-F238E27FC236}">
                <a16:creationId xmlns:a16="http://schemas.microsoft.com/office/drawing/2014/main" id="{8D3C0CC1-F0E7-4F53-BA42-3CD94A7B7B23}"/>
              </a:ext>
            </a:extLst>
          </p:cNvPr>
          <p:cNvSpPr>
            <a:spLocks noGrp="1"/>
          </p:cNvSpPr>
          <p:nvPr>
            <p:ph type="subTitle" idx="1" hasCustomPrompt="1"/>
          </p:nvPr>
        </p:nvSpPr>
        <p:spPr>
          <a:xfrm>
            <a:off x="1036800" y="5418000"/>
            <a:ext cx="7081200" cy="442800"/>
          </a:xfrm>
        </p:spPr>
        <p:txBody>
          <a:bodyPr/>
          <a:lstStyle>
            <a:lvl1pPr marL="0" indent="0" algn="l">
              <a:buNone/>
              <a:defRPr sz="1600">
                <a:solidFill>
                  <a:srgbClr val="11497B"/>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a support text</a:t>
            </a:r>
            <a:endParaRPr lang="da-DK"/>
          </a:p>
        </p:txBody>
      </p:sp>
      <p:sp>
        <p:nvSpPr>
          <p:cNvPr id="4" name="Date Placeholder 3">
            <a:extLst>
              <a:ext uri="{FF2B5EF4-FFF2-40B4-BE49-F238E27FC236}">
                <a16:creationId xmlns:a16="http://schemas.microsoft.com/office/drawing/2014/main" id="{64659C24-B636-4B48-9BF9-4D691D37B9C3}"/>
              </a:ext>
            </a:extLst>
          </p:cNvPr>
          <p:cNvSpPr>
            <a:spLocks noGrp="1"/>
          </p:cNvSpPr>
          <p:nvPr>
            <p:ph type="dt" sz="half" idx="10"/>
          </p:nvPr>
        </p:nvSpPr>
        <p:spPr>
          <a:xfrm>
            <a:off x="1036800" y="6199200"/>
            <a:ext cx="605631" cy="192088"/>
          </a:xfrm>
        </p:spPr>
        <p:txBody>
          <a:bodyPr/>
          <a:lstStyle>
            <a:lvl1pPr>
              <a:defRPr>
                <a:solidFill>
                  <a:srgbClr val="11497B"/>
                </a:solidFill>
              </a:defRPr>
            </a:lvl1pPr>
          </a:lstStyle>
          <a:p>
            <a:fld id="{D0A92B78-1DD2-45FA-A79C-EB831B78FEC1}" type="datetime1">
              <a:rPr lang="da-DK" smtClean="0"/>
              <a:pPr/>
              <a:t>12-09-2025</a:t>
            </a:fld>
            <a:endParaRPr lang="en-GB"/>
          </a:p>
        </p:txBody>
      </p:sp>
      <p:sp>
        <p:nvSpPr>
          <p:cNvPr id="5" name="Footer Placeholder 4">
            <a:extLst>
              <a:ext uri="{FF2B5EF4-FFF2-40B4-BE49-F238E27FC236}">
                <a16:creationId xmlns:a16="http://schemas.microsoft.com/office/drawing/2014/main" id="{8A11D626-B802-4443-96A4-EDF171022B3C}"/>
              </a:ext>
            </a:extLst>
          </p:cNvPr>
          <p:cNvSpPr>
            <a:spLocks noGrp="1"/>
          </p:cNvSpPr>
          <p:nvPr>
            <p:ph type="ftr" sz="quarter" idx="11"/>
          </p:nvPr>
        </p:nvSpPr>
        <p:spPr>
          <a:xfrm>
            <a:off x="1746000" y="5997600"/>
            <a:ext cx="6372000" cy="365125"/>
          </a:xfrm>
        </p:spPr>
        <p:txBody>
          <a:bodyPr/>
          <a:lstStyle>
            <a:lvl1pPr>
              <a:defRPr>
                <a:solidFill>
                  <a:srgbClr val="11497B"/>
                </a:solidFill>
              </a:defRPr>
            </a:lvl1pPr>
          </a:lstStyle>
          <a:p>
            <a:r>
              <a:rPr lang="en-US"/>
              <a:t>© 2022 Grundfos Holding A/S</a:t>
            </a:r>
            <a:endParaRPr lang="en-GB"/>
          </a:p>
        </p:txBody>
      </p:sp>
      <p:sp>
        <p:nvSpPr>
          <p:cNvPr id="15" name="Text Placeholder 14">
            <a:extLst>
              <a:ext uri="{FF2B5EF4-FFF2-40B4-BE49-F238E27FC236}">
                <a16:creationId xmlns:a16="http://schemas.microsoft.com/office/drawing/2014/main" id="{44C2709E-74A0-4685-A663-84C21200BBC6}"/>
              </a:ext>
            </a:extLst>
          </p:cNvPr>
          <p:cNvSpPr>
            <a:spLocks noGrp="1"/>
          </p:cNvSpPr>
          <p:nvPr>
            <p:ph type="body" sz="quarter" idx="15" hasCustomPrompt="1"/>
          </p:nvPr>
        </p:nvSpPr>
        <p:spPr>
          <a:xfrm>
            <a:off x="9033775" y="5627561"/>
            <a:ext cx="2628000" cy="727200"/>
          </a:xfrm>
          <a:blipFill>
            <a:blip r:embed="rId2">
              <a:extLst>
                <a:ext uri="{96DAC541-7B7A-43D3-8B79-37D633B846F1}">
                  <asvg:svgBlip xmlns:asvg="http://schemas.microsoft.com/office/drawing/2016/SVG/main" r:embed="rId3"/>
                </a:ext>
              </a:extLst>
            </a:blip>
            <a:stretch>
              <a:fillRect/>
            </a:stretch>
          </a:blipFill>
        </p:spPr>
        <p:txBody>
          <a:bodyPr tIns="0" bIns="0"/>
          <a:lstStyle>
            <a:lvl1pPr marL="0" indent="0">
              <a:buNone/>
              <a:defRPr sz="800"/>
            </a:lvl1pPr>
          </a:lstStyle>
          <a:p>
            <a:pPr lvl="0"/>
            <a:r>
              <a:rPr lang="en-GB"/>
              <a:t> </a:t>
            </a:r>
          </a:p>
        </p:txBody>
      </p:sp>
    </p:spTree>
    <p:extLst>
      <p:ext uri="{BB962C8B-B14F-4D97-AF65-F5344CB8AC3E}">
        <p14:creationId xmlns:p14="http://schemas.microsoft.com/office/powerpoint/2010/main" val="167362618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Slide Box 2">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0A3C237B-1374-468B-8472-D409173F04E9}"/>
              </a:ext>
            </a:extLst>
          </p:cNvPr>
          <p:cNvSpPr>
            <a:spLocks noGrp="1"/>
          </p:cNvSpPr>
          <p:nvPr>
            <p:ph type="pic" sz="quarter" idx="14" hasCustomPrompt="1"/>
          </p:nvPr>
        </p:nvSpPr>
        <p:spPr>
          <a:xfrm>
            <a:off x="0" y="0"/>
            <a:ext cx="12191999" cy="6858000"/>
          </a:xfrm>
          <a:solidFill>
            <a:srgbClr val="969696"/>
          </a:solidFill>
        </p:spPr>
        <p:txBody>
          <a:bodyPr lIns="3600000" tIns="0" bIns="0" anchor="ctr" anchorCtr="0"/>
          <a:lstStyle>
            <a:lvl1pPr marL="0" indent="0" algn="l">
              <a:buNone/>
              <a:defRPr sz="1200">
                <a:solidFill>
                  <a:srgbClr val="FFFF00"/>
                </a:solidFill>
              </a:defRPr>
            </a:lvl1pPr>
          </a:lstStyle>
          <a:p>
            <a:r>
              <a:rPr lang="en-GB"/>
              <a:t>Click to place a background picture</a:t>
            </a:r>
          </a:p>
        </p:txBody>
      </p:sp>
      <p:sp>
        <p:nvSpPr>
          <p:cNvPr id="2" name="Title 1">
            <a:extLst>
              <a:ext uri="{FF2B5EF4-FFF2-40B4-BE49-F238E27FC236}">
                <a16:creationId xmlns:a16="http://schemas.microsoft.com/office/drawing/2014/main" id="{EF1DF524-76FF-4A6E-BDCF-3FC6DDF0BDCF}"/>
              </a:ext>
            </a:extLst>
          </p:cNvPr>
          <p:cNvSpPr>
            <a:spLocks noGrp="1"/>
          </p:cNvSpPr>
          <p:nvPr>
            <p:ph type="ctrTitle" hasCustomPrompt="1"/>
          </p:nvPr>
        </p:nvSpPr>
        <p:spPr>
          <a:xfrm>
            <a:off x="6199200" y="529200"/>
            <a:ext cx="5994000" cy="6328800"/>
          </a:xfrm>
          <a:solidFill>
            <a:srgbClr val="E9F1F7"/>
          </a:solidFill>
        </p:spPr>
        <p:txBody>
          <a:bodyPr lIns="468000" tIns="612000" rIns="468000" bIns="2329200" anchor="t" anchorCtr="0"/>
          <a:lstStyle>
            <a:lvl1pPr algn="l">
              <a:defRPr sz="4000">
                <a:solidFill>
                  <a:srgbClr val="126AF3"/>
                </a:solidFill>
              </a:defRPr>
            </a:lvl1pPr>
          </a:lstStyle>
          <a:p>
            <a:r>
              <a:rPr lang="en-US"/>
              <a:t>Click to add your title slide headline</a:t>
            </a:r>
            <a:endParaRPr lang="da-DK"/>
          </a:p>
        </p:txBody>
      </p:sp>
      <p:sp>
        <p:nvSpPr>
          <p:cNvPr id="3" name="Subtitle 2">
            <a:extLst>
              <a:ext uri="{FF2B5EF4-FFF2-40B4-BE49-F238E27FC236}">
                <a16:creationId xmlns:a16="http://schemas.microsoft.com/office/drawing/2014/main" id="{8D3C0CC1-F0E7-4F53-BA42-3CD94A7B7B23}"/>
              </a:ext>
            </a:extLst>
          </p:cNvPr>
          <p:cNvSpPr>
            <a:spLocks noGrp="1"/>
          </p:cNvSpPr>
          <p:nvPr>
            <p:ph type="subTitle" idx="1" hasCustomPrompt="1"/>
          </p:nvPr>
        </p:nvSpPr>
        <p:spPr>
          <a:xfrm>
            <a:off x="6703200" y="2948400"/>
            <a:ext cx="4957200" cy="388800"/>
          </a:xfrm>
        </p:spPr>
        <p:txBody>
          <a:bodyPr/>
          <a:lstStyle>
            <a:lvl1pPr marL="0" indent="0" algn="l">
              <a:buNone/>
              <a:defRPr sz="1800">
                <a:solidFill>
                  <a:srgbClr val="11497B"/>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a support text</a:t>
            </a:r>
            <a:endParaRPr lang="da-DK"/>
          </a:p>
        </p:txBody>
      </p:sp>
      <p:sp>
        <p:nvSpPr>
          <p:cNvPr id="4" name="Date Placeholder 3">
            <a:extLst>
              <a:ext uri="{FF2B5EF4-FFF2-40B4-BE49-F238E27FC236}">
                <a16:creationId xmlns:a16="http://schemas.microsoft.com/office/drawing/2014/main" id="{64659C24-B636-4B48-9BF9-4D691D37B9C3}"/>
              </a:ext>
            </a:extLst>
          </p:cNvPr>
          <p:cNvSpPr>
            <a:spLocks noGrp="1"/>
          </p:cNvSpPr>
          <p:nvPr>
            <p:ph type="dt" sz="half" idx="10"/>
          </p:nvPr>
        </p:nvSpPr>
        <p:spPr>
          <a:xfrm>
            <a:off x="529200" y="6199200"/>
            <a:ext cx="605631" cy="192088"/>
          </a:xfrm>
        </p:spPr>
        <p:txBody>
          <a:bodyPr/>
          <a:lstStyle>
            <a:lvl1pPr>
              <a:defRPr>
                <a:solidFill>
                  <a:schemeClr val="bg1"/>
                </a:solidFill>
              </a:defRPr>
            </a:lvl1pPr>
          </a:lstStyle>
          <a:p>
            <a:fld id="{D0A92B78-1DD2-45FA-A79C-EB831B78FEC1}" type="datetime1">
              <a:rPr lang="da-DK" smtClean="0"/>
              <a:pPr/>
              <a:t>12-09-2025</a:t>
            </a:fld>
            <a:endParaRPr lang="en-GB"/>
          </a:p>
        </p:txBody>
      </p:sp>
      <p:sp>
        <p:nvSpPr>
          <p:cNvPr id="5" name="Footer Placeholder 4">
            <a:extLst>
              <a:ext uri="{FF2B5EF4-FFF2-40B4-BE49-F238E27FC236}">
                <a16:creationId xmlns:a16="http://schemas.microsoft.com/office/drawing/2014/main" id="{8A11D626-B802-4443-96A4-EDF171022B3C}"/>
              </a:ext>
            </a:extLst>
          </p:cNvPr>
          <p:cNvSpPr>
            <a:spLocks noGrp="1"/>
          </p:cNvSpPr>
          <p:nvPr>
            <p:ph type="ftr" sz="quarter" idx="11"/>
          </p:nvPr>
        </p:nvSpPr>
        <p:spPr>
          <a:xfrm>
            <a:off x="1242000" y="5997600"/>
            <a:ext cx="4244400" cy="365125"/>
          </a:xfrm>
        </p:spPr>
        <p:txBody>
          <a:bodyPr/>
          <a:lstStyle>
            <a:lvl1pPr>
              <a:defRPr>
                <a:solidFill>
                  <a:schemeClr val="bg1"/>
                </a:solidFill>
              </a:defRPr>
            </a:lvl1pPr>
          </a:lstStyle>
          <a:p>
            <a:r>
              <a:rPr lang="en-US"/>
              <a:t>© 2022 Grundfos Holding A/S</a:t>
            </a:r>
            <a:endParaRPr lang="en-GB"/>
          </a:p>
        </p:txBody>
      </p:sp>
      <p:sp>
        <p:nvSpPr>
          <p:cNvPr id="15" name="Text Placeholder 14">
            <a:extLst>
              <a:ext uri="{FF2B5EF4-FFF2-40B4-BE49-F238E27FC236}">
                <a16:creationId xmlns:a16="http://schemas.microsoft.com/office/drawing/2014/main" id="{44C2709E-74A0-4685-A663-84C21200BBC6}"/>
              </a:ext>
            </a:extLst>
          </p:cNvPr>
          <p:cNvSpPr>
            <a:spLocks noGrp="1"/>
          </p:cNvSpPr>
          <p:nvPr>
            <p:ph type="body" sz="quarter" idx="15" hasCustomPrompt="1"/>
          </p:nvPr>
        </p:nvSpPr>
        <p:spPr>
          <a:xfrm>
            <a:off x="9033775" y="5627561"/>
            <a:ext cx="2628000" cy="727200"/>
          </a:xfrm>
          <a:blipFill>
            <a:blip r:embed="rId2">
              <a:extLst>
                <a:ext uri="{96DAC541-7B7A-43D3-8B79-37D633B846F1}">
                  <asvg:svgBlip xmlns:asvg="http://schemas.microsoft.com/office/drawing/2016/SVG/main" r:embed="rId3"/>
                </a:ext>
              </a:extLst>
            </a:blip>
            <a:stretch>
              <a:fillRect/>
            </a:stretch>
          </a:blipFill>
        </p:spPr>
        <p:txBody>
          <a:bodyPr tIns="0" bIns="0"/>
          <a:lstStyle>
            <a:lvl1pPr marL="0" indent="0">
              <a:buNone/>
              <a:defRPr sz="800"/>
            </a:lvl1pPr>
          </a:lstStyle>
          <a:p>
            <a:pPr lvl="0"/>
            <a:r>
              <a:rPr lang="en-GB"/>
              <a:t> </a:t>
            </a:r>
          </a:p>
        </p:txBody>
      </p:sp>
    </p:spTree>
    <p:extLst>
      <p:ext uri="{BB962C8B-B14F-4D97-AF65-F5344CB8AC3E}">
        <p14:creationId xmlns:p14="http://schemas.microsoft.com/office/powerpoint/2010/main" val="25200302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Slide small image">
    <p:bg>
      <p:bgPr>
        <a:solidFill>
          <a:srgbClr val="E9F1F7"/>
        </a:solidFill>
        <a:effectLst/>
      </p:bgPr>
    </p:bg>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0A3C237B-1374-468B-8472-D409173F04E9}"/>
              </a:ext>
            </a:extLst>
          </p:cNvPr>
          <p:cNvSpPr>
            <a:spLocks noGrp="1"/>
          </p:cNvSpPr>
          <p:nvPr>
            <p:ph type="pic" sz="quarter" idx="14" hasCustomPrompt="1"/>
          </p:nvPr>
        </p:nvSpPr>
        <p:spPr>
          <a:xfrm>
            <a:off x="4575600" y="-1"/>
            <a:ext cx="7617600" cy="4993200"/>
          </a:xfrm>
          <a:solidFill>
            <a:srgbClr val="969696"/>
          </a:solidFill>
        </p:spPr>
        <p:txBody>
          <a:bodyPr tIns="540000" bIns="0" anchor="ctr" anchorCtr="0"/>
          <a:lstStyle>
            <a:lvl1pPr marL="0" indent="0" algn="ctr">
              <a:buNone/>
              <a:defRPr sz="1200">
                <a:solidFill>
                  <a:srgbClr val="FFFF00"/>
                </a:solidFill>
              </a:defRPr>
            </a:lvl1pPr>
          </a:lstStyle>
          <a:p>
            <a:r>
              <a:rPr lang="en-GB"/>
              <a:t>Click to place a picture</a:t>
            </a:r>
          </a:p>
        </p:txBody>
      </p:sp>
      <p:sp>
        <p:nvSpPr>
          <p:cNvPr id="2" name="Title 1">
            <a:extLst>
              <a:ext uri="{FF2B5EF4-FFF2-40B4-BE49-F238E27FC236}">
                <a16:creationId xmlns:a16="http://schemas.microsoft.com/office/drawing/2014/main" id="{EF1DF524-76FF-4A6E-BDCF-3FC6DDF0BDCF}"/>
              </a:ext>
            </a:extLst>
          </p:cNvPr>
          <p:cNvSpPr>
            <a:spLocks noGrp="1"/>
          </p:cNvSpPr>
          <p:nvPr>
            <p:ph type="ctrTitle" hasCustomPrompt="1"/>
          </p:nvPr>
        </p:nvSpPr>
        <p:spPr>
          <a:xfrm>
            <a:off x="532800" y="1155600"/>
            <a:ext cx="3538800" cy="1540800"/>
          </a:xfrm>
        </p:spPr>
        <p:txBody>
          <a:bodyPr anchor="t" anchorCtr="0"/>
          <a:lstStyle>
            <a:lvl1pPr algn="l">
              <a:defRPr sz="3600">
                <a:solidFill>
                  <a:srgbClr val="126AF3"/>
                </a:solidFill>
              </a:defRPr>
            </a:lvl1pPr>
          </a:lstStyle>
          <a:p>
            <a:r>
              <a:rPr lang="en-US"/>
              <a:t>Click to add your title slide header</a:t>
            </a:r>
            <a:endParaRPr lang="da-DK"/>
          </a:p>
        </p:txBody>
      </p:sp>
      <p:sp>
        <p:nvSpPr>
          <p:cNvPr id="3" name="Subtitle 2">
            <a:extLst>
              <a:ext uri="{FF2B5EF4-FFF2-40B4-BE49-F238E27FC236}">
                <a16:creationId xmlns:a16="http://schemas.microsoft.com/office/drawing/2014/main" id="{8D3C0CC1-F0E7-4F53-BA42-3CD94A7B7B23}"/>
              </a:ext>
            </a:extLst>
          </p:cNvPr>
          <p:cNvSpPr>
            <a:spLocks noGrp="1"/>
          </p:cNvSpPr>
          <p:nvPr>
            <p:ph type="subTitle" idx="1" hasCustomPrompt="1"/>
          </p:nvPr>
        </p:nvSpPr>
        <p:spPr>
          <a:xfrm>
            <a:off x="529200" y="2782800"/>
            <a:ext cx="3538800" cy="442800"/>
          </a:xfrm>
        </p:spPr>
        <p:txBody>
          <a:bodyPr/>
          <a:lstStyle>
            <a:lvl1pPr marL="0" indent="0" algn="l">
              <a:buNone/>
              <a:defRPr sz="1600">
                <a:solidFill>
                  <a:srgbClr val="11497B"/>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a support text</a:t>
            </a:r>
            <a:endParaRPr lang="da-DK"/>
          </a:p>
        </p:txBody>
      </p:sp>
      <p:sp>
        <p:nvSpPr>
          <p:cNvPr id="4" name="Date Placeholder 3">
            <a:extLst>
              <a:ext uri="{FF2B5EF4-FFF2-40B4-BE49-F238E27FC236}">
                <a16:creationId xmlns:a16="http://schemas.microsoft.com/office/drawing/2014/main" id="{64659C24-B636-4B48-9BF9-4D691D37B9C3}"/>
              </a:ext>
            </a:extLst>
          </p:cNvPr>
          <p:cNvSpPr>
            <a:spLocks noGrp="1"/>
          </p:cNvSpPr>
          <p:nvPr>
            <p:ph type="dt" sz="half" idx="10"/>
          </p:nvPr>
        </p:nvSpPr>
        <p:spPr/>
        <p:txBody>
          <a:bodyPr/>
          <a:lstStyle>
            <a:lvl1pPr>
              <a:defRPr>
                <a:solidFill>
                  <a:srgbClr val="11497B"/>
                </a:solidFill>
              </a:defRPr>
            </a:lvl1pPr>
          </a:lstStyle>
          <a:p>
            <a:fld id="{D0A92B78-1DD2-45FA-A79C-EB831B78FEC1}" type="datetime1">
              <a:rPr lang="da-DK" smtClean="0"/>
              <a:pPr/>
              <a:t>12-09-2025</a:t>
            </a:fld>
            <a:endParaRPr lang="en-GB"/>
          </a:p>
        </p:txBody>
      </p:sp>
      <p:sp>
        <p:nvSpPr>
          <p:cNvPr id="5" name="Footer Placeholder 4">
            <a:extLst>
              <a:ext uri="{FF2B5EF4-FFF2-40B4-BE49-F238E27FC236}">
                <a16:creationId xmlns:a16="http://schemas.microsoft.com/office/drawing/2014/main" id="{8A11D626-B802-4443-96A4-EDF171022B3C}"/>
              </a:ext>
            </a:extLst>
          </p:cNvPr>
          <p:cNvSpPr>
            <a:spLocks noGrp="1"/>
          </p:cNvSpPr>
          <p:nvPr>
            <p:ph type="ftr" sz="quarter" idx="11"/>
          </p:nvPr>
        </p:nvSpPr>
        <p:spPr/>
        <p:txBody>
          <a:bodyPr/>
          <a:lstStyle>
            <a:lvl1pPr>
              <a:defRPr>
                <a:solidFill>
                  <a:srgbClr val="11497B"/>
                </a:solidFill>
              </a:defRPr>
            </a:lvl1pPr>
          </a:lstStyle>
          <a:p>
            <a:r>
              <a:rPr lang="en-US"/>
              <a:t>© 2022 Grundfos Holding A/S</a:t>
            </a:r>
            <a:endParaRPr lang="en-GB"/>
          </a:p>
        </p:txBody>
      </p:sp>
      <p:sp>
        <p:nvSpPr>
          <p:cNvPr id="15" name="Text Placeholder 14">
            <a:extLst>
              <a:ext uri="{FF2B5EF4-FFF2-40B4-BE49-F238E27FC236}">
                <a16:creationId xmlns:a16="http://schemas.microsoft.com/office/drawing/2014/main" id="{44C2709E-74A0-4685-A663-84C21200BBC6}"/>
              </a:ext>
            </a:extLst>
          </p:cNvPr>
          <p:cNvSpPr>
            <a:spLocks noGrp="1"/>
          </p:cNvSpPr>
          <p:nvPr>
            <p:ph type="body" sz="quarter" idx="15" hasCustomPrompt="1"/>
          </p:nvPr>
        </p:nvSpPr>
        <p:spPr>
          <a:xfrm>
            <a:off x="9033775" y="5627561"/>
            <a:ext cx="2628000" cy="727200"/>
          </a:xfrm>
          <a:blipFill>
            <a:blip r:embed="rId2">
              <a:extLst>
                <a:ext uri="{96DAC541-7B7A-43D3-8B79-37D633B846F1}">
                  <asvg:svgBlip xmlns:asvg="http://schemas.microsoft.com/office/drawing/2016/SVG/main" r:embed="rId3"/>
                </a:ext>
              </a:extLst>
            </a:blip>
            <a:stretch>
              <a:fillRect/>
            </a:stretch>
          </a:blipFill>
        </p:spPr>
        <p:txBody>
          <a:bodyPr tIns="0" bIns="0"/>
          <a:lstStyle>
            <a:lvl1pPr marL="0" indent="0">
              <a:buNone/>
              <a:defRPr sz="800"/>
            </a:lvl1pPr>
          </a:lstStyle>
          <a:p>
            <a:pPr lvl="0"/>
            <a:r>
              <a:rPr lang="en-GB"/>
              <a:t> </a:t>
            </a:r>
          </a:p>
        </p:txBody>
      </p:sp>
    </p:spTree>
    <p:extLst>
      <p:ext uri="{BB962C8B-B14F-4D97-AF65-F5344CB8AC3E}">
        <p14:creationId xmlns:p14="http://schemas.microsoft.com/office/powerpoint/2010/main" val="333814300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and content - Blue">
    <p:bg>
      <p:bgPr>
        <a:solidFill>
          <a:srgbClr val="11497B"/>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B493B07-CBEF-403A-ADEE-849CDE0F5567}"/>
              </a:ext>
            </a:extLst>
          </p:cNvPr>
          <p:cNvSpPr>
            <a:spLocks noGrp="1"/>
          </p:cNvSpPr>
          <p:nvPr>
            <p:ph type="title" hasCustomPrompt="1"/>
          </p:nvPr>
        </p:nvSpPr>
        <p:spPr>
          <a:xfrm>
            <a:off x="530225" y="504202"/>
            <a:ext cx="9713913" cy="692773"/>
          </a:xfrm>
          <a:prstGeom prst="rect">
            <a:avLst/>
          </a:prstGeom>
        </p:spPr>
        <p:txBody>
          <a:bodyPr/>
          <a:lstStyle>
            <a:lvl1pPr>
              <a:defRPr>
                <a:solidFill>
                  <a:srgbClr val="E9F1F7"/>
                </a:solidFill>
              </a:defRPr>
            </a:lvl1pPr>
          </a:lstStyle>
          <a:p>
            <a:r>
              <a:rPr lang="en-US"/>
              <a:t>Click to add your slide headline</a:t>
            </a:r>
            <a:endParaRPr lang="en-GB"/>
          </a:p>
        </p:txBody>
      </p:sp>
      <p:sp>
        <p:nvSpPr>
          <p:cNvPr id="15" name="Content Placeholder 13">
            <a:extLst>
              <a:ext uri="{FF2B5EF4-FFF2-40B4-BE49-F238E27FC236}">
                <a16:creationId xmlns:a16="http://schemas.microsoft.com/office/drawing/2014/main" id="{663A79D1-8968-4582-835B-B03FB8C3557A}"/>
              </a:ext>
            </a:extLst>
          </p:cNvPr>
          <p:cNvSpPr>
            <a:spLocks noGrp="1"/>
          </p:cNvSpPr>
          <p:nvPr>
            <p:ph sz="quarter" idx="20" hasCustomPrompt="1"/>
          </p:nvPr>
        </p:nvSpPr>
        <p:spPr>
          <a:xfrm>
            <a:off x="530225" y="1196975"/>
            <a:ext cx="11129963" cy="5129213"/>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add your body text</a:t>
            </a:r>
          </a:p>
          <a:p>
            <a:pPr lvl="1"/>
            <a:r>
              <a:rPr lang="en-US"/>
              <a:t>Second level</a:t>
            </a:r>
          </a:p>
          <a:p>
            <a:pPr lvl="2"/>
            <a:r>
              <a:rPr lang="en-US"/>
              <a:t>Third level</a:t>
            </a:r>
          </a:p>
          <a:p>
            <a:pPr lvl="3"/>
            <a:r>
              <a:rPr lang="en-US"/>
              <a:t>Fourth level</a:t>
            </a:r>
          </a:p>
          <a:p>
            <a:pPr lvl="4"/>
            <a:r>
              <a:rPr lang="en-US"/>
              <a:t>Fifth level</a:t>
            </a:r>
            <a:endParaRPr lang="en-GB"/>
          </a:p>
        </p:txBody>
      </p:sp>
      <p:sp>
        <p:nvSpPr>
          <p:cNvPr id="16" name="Date Placeholder 15">
            <a:extLst>
              <a:ext uri="{FF2B5EF4-FFF2-40B4-BE49-F238E27FC236}">
                <a16:creationId xmlns:a16="http://schemas.microsoft.com/office/drawing/2014/main" id="{5743AC10-A6AA-4DDC-98E0-801C620648FA}"/>
              </a:ext>
            </a:extLst>
          </p:cNvPr>
          <p:cNvSpPr>
            <a:spLocks noGrp="1"/>
          </p:cNvSpPr>
          <p:nvPr>
            <p:ph type="dt" sz="half" idx="21"/>
          </p:nvPr>
        </p:nvSpPr>
        <p:spPr/>
        <p:txBody>
          <a:bodyPr/>
          <a:lstStyle>
            <a:lvl1pPr>
              <a:defRPr>
                <a:solidFill>
                  <a:schemeClr val="bg1"/>
                </a:solidFill>
              </a:defRPr>
            </a:lvl1pPr>
          </a:lstStyle>
          <a:p>
            <a:fld id="{D0A92B78-1DD2-45FA-A79C-EB831B78FEC1}" type="datetime1">
              <a:rPr lang="da-DK" smtClean="0"/>
              <a:pPr/>
              <a:t>12-09-2025</a:t>
            </a:fld>
            <a:endParaRPr lang="en-GB"/>
          </a:p>
        </p:txBody>
      </p:sp>
      <p:sp>
        <p:nvSpPr>
          <p:cNvPr id="17" name="Footer Placeholder 16">
            <a:extLst>
              <a:ext uri="{FF2B5EF4-FFF2-40B4-BE49-F238E27FC236}">
                <a16:creationId xmlns:a16="http://schemas.microsoft.com/office/drawing/2014/main" id="{81826F49-BDA7-4AB9-B356-92919662F98A}"/>
              </a:ext>
            </a:extLst>
          </p:cNvPr>
          <p:cNvSpPr>
            <a:spLocks noGrp="1"/>
          </p:cNvSpPr>
          <p:nvPr>
            <p:ph type="ftr" sz="quarter" idx="22"/>
          </p:nvPr>
        </p:nvSpPr>
        <p:spPr/>
        <p:txBody>
          <a:bodyPr/>
          <a:lstStyle>
            <a:lvl1pPr>
              <a:defRPr>
                <a:solidFill>
                  <a:schemeClr val="bg1"/>
                </a:solidFill>
              </a:defRPr>
            </a:lvl1pPr>
          </a:lstStyle>
          <a:p>
            <a:r>
              <a:rPr lang="en-US"/>
              <a:t>© 2022 Grundfos Holding A/S</a:t>
            </a:r>
            <a:endParaRPr lang="en-GB"/>
          </a:p>
        </p:txBody>
      </p:sp>
      <p:sp>
        <p:nvSpPr>
          <p:cNvPr id="18" name="Slide Number Placeholder 17">
            <a:extLst>
              <a:ext uri="{FF2B5EF4-FFF2-40B4-BE49-F238E27FC236}">
                <a16:creationId xmlns:a16="http://schemas.microsoft.com/office/drawing/2014/main" id="{33ECB0B6-D44E-4BB9-9874-3B815276308E}"/>
              </a:ext>
            </a:extLst>
          </p:cNvPr>
          <p:cNvSpPr>
            <a:spLocks noGrp="1"/>
          </p:cNvSpPr>
          <p:nvPr>
            <p:ph type="sldNum" sz="quarter" idx="23"/>
          </p:nvPr>
        </p:nvSpPr>
        <p:spPr/>
        <p:txBody>
          <a:bodyPr/>
          <a:lstStyle>
            <a:lvl1pPr>
              <a:defRPr>
                <a:solidFill>
                  <a:schemeClr val="bg1"/>
                </a:solidFill>
              </a:defRPr>
            </a:lvl1pPr>
          </a:lstStyle>
          <a:p>
            <a:fld id="{85D19AB6-A39C-F648-8673-AE723FC1C93C}" type="slidenum">
              <a:rPr lang="en-GB" smtClean="0"/>
              <a:pPr/>
              <a:t>‹#›</a:t>
            </a:fld>
            <a:endParaRPr lang="en-GB"/>
          </a:p>
        </p:txBody>
      </p:sp>
      <p:pic>
        <p:nvPicPr>
          <p:cNvPr id="7" name="Graphic 6">
            <a:extLst>
              <a:ext uri="{FF2B5EF4-FFF2-40B4-BE49-F238E27FC236}">
                <a16:creationId xmlns:a16="http://schemas.microsoft.com/office/drawing/2014/main" id="{3B7D4C8B-B2A6-4DBC-AB8C-2701C40EBB73}"/>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361600" y="529200"/>
            <a:ext cx="298421" cy="270000"/>
          </a:xfrm>
          <a:prstGeom prst="rect">
            <a:avLst/>
          </a:prstGeom>
        </p:spPr>
      </p:pic>
    </p:spTree>
    <p:extLst>
      <p:ext uri="{BB962C8B-B14F-4D97-AF65-F5344CB8AC3E}">
        <p14:creationId xmlns:p14="http://schemas.microsoft.com/office/powerpoint/2010/main" val="374480629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le Only - Blue">
    <p:bg>
      <p:bgPr>
        <a:solidFill>
          <a:srgbClr val="11497B"/>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17FC90-BDD5-453F-AEB9-8EDC767F325E}"/>
              </a:ext>
            </a:extLst>
          </p:cNvPr>
          <p:cNvSpPr>
            <a:spLocks noGrp="1"/>
          </p:cNvSpPr>
          <p:nvPr>
            <p:ph type="title" hasCustomPrompt="1"/>
          </p:nvPr>
        </p:nvSpPr>
        <p:spPr/>
        <p:txBody>
          <a:bodyPr/>
          <a:lstStyle>
            <a:lvl1pPr>
              <a:defRPr>
                <a:solidFill>
                  <a:srgbClr val="E9F1F7"/>
                </a:solidFill>
              </a:defRPr>
            </a:lvl1pPr>
          </a:lstStyle>
          <a:p>
            <a:r>
              <a:rPr lang="en-US"/>
              <a:t>Click to add your slide headline</a:t>
            </a:r>
            <a:endParaRPr lang="en-GB"/>
          </a:p>
        </p:txBody>
      </p:sp>
      <p:sp>
        <p:nvSpPr>
          <p:cNvPr id="3" name="Date Placeholder 2">
            <a:extLst>
              <a:ext uri="{FF2B5EF4-FFF2-40B4-BE49-F238E27FC236}">
                <a16:creationId xmlns:a16="http://schemas.microsoft.com/office/drawing/2014/main" id="{374B1B28-B80B-4368-8BBB-4B97B885DD32}"/>
              </a:ext>
            </a:extLst>
          </p:cNvPr>
          <p:cNvSpPr>
            <a:spLocks noGrp="1"/>
          </p:cNvSpPr>
          <p:nvPr>
            <p:ph type="dt" sz="half" idx="19"/>
          </p:nvPr>
        </p:nvSpPr>
        <p:spPr/>
        <p:txBody>
          <a:bodyPr/>
          <a:lstStyle>
            <a:lvl1pPr>
              <a:defRPr>
                <a:solidFill>
                  <a:schemeClr val="bg1"/>
                </a:solidFill>
              </a:defRPr>
            </a:lvl1pPr>
          </a:lstStyle>
          <a:p>
            <a:fld id="{D0A92B78-1DD2-45FA-A79C-EB831B78FEC1}" type="datetime1">
              <a:rPr lang="da-DK" smtClean="0"/>
              <a:pPr/>
              <a:t>12-09-2025</a:t>
            </a:fld>
            <a:endParaRPr lang="en-GB"/>
          </a:p>
        </p:txBody>
      </p:sp>
      <p:sp>
        <p:nvSpPr>
          <p:cNvPr id="4" name="Footer Placeholder 3">
            <a:extLst>
              <a:ext uri="{FF2B5EF4-FFF2-40B4-BE49-F238E27FC236}">
                <a16:creationId xmlns:a16="http://schemas.microsoft.com/office/drawing/2014/main" id="{84A0FED0-BEDE-4E7A-9F7E-74F6C25F7DA6}"/>
              </a:ext>
            </a:extLst>
          </p:cNvPr>
          <p:cNvSpPr>
            <a:spLocks noGrp="1"/>
          </p:cNvSpPr>
          <p:nvPr>
            <p:ph type="ftr" sz="quarter" idx="20"/>
          </p:nvPr>
        </p:nvSpPr>
        <p:spPr/>
        <p:txBody>
          <a:bodyPr/>
          <a:lstStyle>
            <a:lvl1pPr>
              <a:defRPr>
                <a:solidFill>
                  <a:schemeClr val="bg1"/>
                </a:solidFill>
              </a:defRPr>
            </a:lvl1pPr>
          </a:lstStyle>
          <a:p>
            <a:r>
              <a:rPr lang="en-US"/>
              <a:t>© 2022 Grundfos Holding A/S</a:t>
            </a:r>
            <a:endParaRPr lang="en-GB"/>
          </a:p>
        </p:txBody>
      </p:sp>
      <p:sp>
        <p:nvSpPr>
          <p:cNvPr id="5" name="Slide Number Placeholder 4">
            <a:extLst>
              <a:ext uri="{FF2B5EF4-FFF2-40B4-BE49-F238E27FC236}">
                <a16:creationId xmlns:a16="http://schemas.microsoft.com/office/drawing/2014/main" id="{EE22A4FD-F4B8-4C9F-A12A-CFE4C5237F16}"/>
              </a:ext>
            </a:extLst>
          </p:cNvPr>
          <p:cNvSpPr>
            <a:spLocks noGrp="1"/>
          </p:cNvSpPr>
          <p:nvPr>
            <p:ph type="sldNum" sz="quarter" idx="21"/>
          </p:nvPr>
        </p:nvSpPr>
        <p:spPr/>
        <p:txBody>
          <a:bodyPr/>
          <a:lstStyle>
            <a:lvl1pPr>
              <a:defRPr>
                <a:solidFill>
                  <a:schemeClr val="bg1"/>
                </a:solidFill>
              </a:defRPr>
            </a:lvl1pPr>
          </a:lstStyle>
          <a:p>
            <a:fld id="{85D19AB6-A39C-F648-8673-AE723FC1C93C}" type="slidenum">
              <a:rPr lang="en-GB" smtClean="0"/>
              <a:pPr/>
              <a:t>‹#›</a:t>
            </a:fld>
            <a:endParaRPr lang="en-GB"/>
          </a:p>
        </p:txBody>
      </p:sp>
      <p:pic>
        <p:nvPicPr>
          <p:cNvPr id="6" name="Graphic 5">
            <a:extLst>
              <a:ext uri="{FF2B5EF4-FFF2-40B4-BE49-F238E27FC236}">
                <a16:creationId xmlns:a16="http://schemas.microsoft.com/office/drawing/2014/main" id="{7CCB05E4-33BC-48E3-B49E-02326FACACBF}"/>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361600" y="529200"/>
            <a:ext cx="298421" cy="270000"/>
          </a:xfrm>
          <a:prstGeom prst="rect">
            <a:avLst/>
          </a:prstGeom>
        </p:spPr>
      </p:pic>
    </p:spTree>
    <p:extLst>
      <p:ext uri="{BB962C8B-B14F-4D97-AF65-F5344CB8AC3E}">
        <p14:creationId xmlns:p14="http://schemas.microsoft.com/office/powerpoint/2010/main" val="254794165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Blank - Blue">
    <p:bg>
      <p:bgPr>
        <a:solidFill>
          <a:srgbClr val="11497B"/>
        </a:solidFill>
        <a:effectLst/>
      </p:bgPr>
    </p:bg>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3795D55-0C07-441A-BD33-9A9CB979D125}"/>
              </a:ext>
            </a:extLst>
          </p:cNvPr>
          <p:cNvSpPr>
            <a:spLocks noGrp="1"/>
          </p:cNvSpPr>
          <p:nvPr>
            <p:ph type="dt" sz="half" idx="10"/>
          </p:nvPr>
        </p:nvSpPr>
        <p:spPr/>
        <p:txBody>
          <a:bodyPr/>
          <a:lstStyle>
            <a:lvl1pPr>
              <a:defRPr>
                <a:solidFill>
                  <a:schemeClr val="bg1"/>
                </a:solidFill>
              </a:defRPr>
            </a:lvl1pPr>
          </a:lstStyle>
          <a:p>
            <a:fld id="{D0A92B78-1DD2-45FA-A79C-EB831B78FEC1}" type="datetime1">
              <a:rPr lang="da-DK" smtClean="0"/>
              <a:pPr/>
              <a:t>12-09-2025</a:t>
            </a:fld>
            <a:endParaRPr lang="en-GB"/>
          </a:p>
        </p:txBody>
      </p:sp>
      <p:sp>
        <p:nvSpPr>
          <p:cNvPr id="3" name="Footer Placeholder 2">
            <a:extLst>
              <a:ext uri="{FF2B5EF4-FFF2-40B4-BE49-F238E27FC236}">
                <a16:creationId xmlns:a16="http://schemas.microsoft.com/office/drawing/2014/main" id="{D3A28B82-D0A5-49B0-B7C4-34AF9F47BEB2}"/>
              </a:ext>
            </a:extLst>
          </p:cNvPr>
          <p:cNvSpPr>
            <a:spLocks noGrp="1"/>
          </p:cNvSpPr>
          <p:nvPr>
            <p:ph type="ftr" sz="quarter" idx="11"/>
          </p:nvPr>
        </p:nvSpPr>
        <p:spPr/>
        <p:txBody>
          <a:bodyPr/>
          <a:lstStyle>
            <a:lvl1pPr>
              <a:defRPr>
                <a:solidFill>
                  <a:schemeClr val="bg1"/>
                </a:solidFill>
              </a:defRPr>
            </a:lvl1pPr>
          </a:lstStyle>
          <a:p>
            <a:r>
              <a:rPr lang="en-US"/>
              <a:t>© 2022 Grundfos Holding A/S</a:t>
            </a:r>
            <a:endParaRPr lang="en-GB"/>
          </a:p>
        </p:txBody>
      </p:sp>
      <p:sp>
        <p:nvSpPr>
          <p:cNvPr id="4" name="Slide Number Placeholder 3">
            <a:extLst>
              <a:ext uri="{FF2B5EF4-FFF2-40B4-BE49-F238E27FC236}">
                <a16:creationId xmlns:a16="http://schemas.microsoft.com/office/drawing/2014/main" id="{FEA9296F-F366-4FC6-9B6F-825F0970E37B}"/>
              </a:ext>
            </a:extLst>
          </p:cNvPr>
          <p:cNvSpPr>
            <a:spLocks noGrp="1"/>
          </p:cNvSpPr>
          <p:nvPr>
            <p:ph type="sldNum" sz="quarter" idx="12"/>
          </p:nvPr>
        </p:nvSpPr>
        <p:spPr/>
        <p:txBody>
          <a:bodyPr/>
          <a:lstStyle>
            <a:lvl1pPr>
              <a:defRPr>
                <a:solidFill>
                  <a:schemeClr val="bg1"/>
                </a:solidFill>
              </a:defRPr>
            </a:lvl1pPr>
          </a:lstStyle>
          <a:p>
            <a:fld id="{85D19AB6-A39C-F648-8673-AE723FC1C93C}" type="slidenum">
              <a:rPr lang="en-GB" smtClean="0"/>
              <a:pPr/>
              <a:t>‹#›</a:t>
            </a:fld>
            <a:endParaRPr lang="en-GB"/>
          </a:p>
        </p:txBody>
      </p:sp>
      <p:pic>
        <p:nvPicPr>
          <p:cNvPr id="5" name="Graphic 4">
            <a:extLst>
              <a:ext uri="{FF2B5EF4-FFF2-40B4-BE49-F238E27FC236}">
                <a16:creationId xmlns:a16="http://schemas.microsoft.com/office/drawing/2014/main" id="{5727C58C-434D-4DC5-8037-83E3B64F3D28}"/>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361600" y="529200"/>
            <a:ext cx="298421" cy="270000"/>
          </a:xfrm>
          <a:prstGeom prst="rect">
            <a:avLst/>
          </a:prstGeom>
        </p:spPr>
      </p:pic>
    </p:spTree>
    <p:extLst>
      <p:ext uri="{BB962C8B-B14F-4D97-AF65-F5344CB8AC3E}">
        <p14:creationId xmlns:p14="http://schemas.microsoft.com/office/powerpoint/2010/main" val="88271623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Half text and image - Blue">
    <p:bg>
      <p:bgPr>
        <a:solidFill>
          <a:srgbClr val="11497B"/>
        </a:solidFill>
        <a:effectLst/>
      </p:bgPr>
    </p:bg>
    <p:spTree>
      <p:nvGrpSpPr>
        <p:cNvPr id="1" name=""/>
        <p:cNvGrpSpPr/>
        <p:nvPr/>
      </p:nvGrpSpPr>
      <p:grpSpPr>
        <a:xfrm>
          <a:off x="0" y="0"/>
          <a:ext cx="0" cy="0"/>
          <a:chOff x="0" y="0"/>
          <a:chExt cx="0" cy="0"/>
        </a:xfrm>
      </p:grpSpPr>
      <p:sp>
        <p:nvSpPr>
          <p:cNvPr id="11" name="Pladsholder til billede 56">
            <a:extLst>
              <a:ext uri="{FF2B5EF4-FFF2-40B4-BE49-F238E27FC236}">
                <a16:creationId xmlns:a16="http://schemas.microsoft.com/office/drawing/2014/main" id="{92E460C4-BBDF-41A7-BC52-24EE73E04F6E}"/>
              </a:ext>
            </a:extLst>
          </p:cNvPr>
          <p:cNvSpPr>
            <a:spLocks noGrp="1"/>
          </p:cNvSpPr>
          <p:nvPr>
            <p:ph type="pic" sz="quarter" idx="15" hasCustomPrompt="1"/>
          </p:nvPr>
        </p:nvSpPr>
        <p:spPr>
          <a:xfrm>
            <a:off x="6197600" y="1196974"/>
            <a:ext cx="5462588" cy="5129213"/>
          </a:xfrm>
          <a:prstGeom prst="rect">
            <a:avLst/>
          </a:prstGeom>
          <a:solidFill>
            <a:srgbClr val="969696"/>
          </a:solidFill>
        </p:spPr>
        <p:txBody>
          <a:bodyPr tIns="900000" bIns="0" anchor="ctr" anchorCtr="0">
            <a:normAutofit/>
          </a:bodyPr>
          <a:lstStyle>
            <a:lvl1pPr marL="0" indent="0" algn="ctr">
              <a:buFontTx/>
              <a:buNone/>
              <a:defRPr sz="1200" b="0">
                <a:solidFill>
                  <a:srgbClr val="FFFF00"/>
                </a:solidFill>
              </a:defRPr>
            </a:lvl1pPr>
          </a:lstStyle>
          <a:p>
            <a:r>
              <a:rPr lang="en-GB"/>
              <a:t>Click to place a picture</a:t>
            </a:r>
          </a:p>
        </p:txBody>
      </p:sp>
      <p:sp>
        <p:nvSpPr>
          <p:cNvPr id="2" name="Title 1">
            <a:extLst>
              <a:ext uri="{FF2B5EF4-FFF2-40B4-BE49-F238E27FC236}">
                <a16:creationId xmlns:a16="http://schemas.microsoft.com/office/drawing/2014/main" id="{F3E91671-270B-4CE3-8492-5B34CE508594}"/>
              </a:ext>
            </a:extLst>
          </p:cNvPr>
          <p:cNvSpPr>
            <a:spLocks noGrp="1"/>
          </p:cNvSpPr>
          <p:nvPr>
            <p:ph type="title" hasCustomPrompt="1"/>
          </p:nvPr>
        </p:nvSpPr>
        <p:spPr/>
        <p:txBody>
          <a:bodyPr/>
          <a:lstStyle>
            <a:lvl1pPr>
              <a:defRPr>
                <a:solidFill>
                  <a:srgbClr val="E9F1F7"/>
                </a:solidFill>
              </a:defRPr>
            </a:lvl1pPr>
          </a:lstStyle>
          <a:p>
            <a:r>
              <a:rPr lang="en-US"/>
              <a:t>Click to add your slide headline</a:t>
            </a:r>
            <a:endParaRPr lang="en-GB"/>
          </a:p>
        </p:txBody>
      </p:sp>
      <p:sp>
        <p:nvSpPr>
          <p:cNvPr id="5" name="Date Placeholder 4">
            <a:extLst>
              <a:ext uri="{FF2B5EF4-FFF2-40B4-BE49-F238E27FC236}">
                <a16:creationId xmlns:a16="http://schemas.microsoft.com/office/drawing/2014/main" id="{864F972A-EDCD-4A9D-974F-3F8843C9A4BA}"/>
              </a:ext>
            </a:extLst>
          </p:cNvPr>
          <p:cNvSpPr>
            <a:spLocks noGrp="1"/>
          </p:cNvSpPr>
          <p:nvPr>
            <p:ph type="dt" sz="half" idx="17"/>
          </p:nvPr>
        </p:nvSpPr>
        <p:spPr/>
        <p:txBody>
          <a:bodyPr/>
          <a:lstStyle>
            <a:lvl1pPr>
              <a:defRPr>
                <a:solidFill>
                  <a:schemeClr val="bg1"/>
                </a:solidFill>
              </a:defRPr>
            </a:lvl1pPr>
          </a:lstStyle>
          <a:p>
            <a:fld id="{D0A92B78-1DD2-45FA-A79C-EB831B78FEC1}" type="datetime1">
              <a:rPr lang="da-DK" smtClean="0"/>
              <a:pPr/>
              <a:t>12-09-2025</a:t>
            </a:fld>
            <a:endParaRPr lang="en-GB"/>
          </a:p>
        </p:txBody>
      </p:sp>
      <p:sp>
        <p:nvSpPr>
          <p:cNvPr id="6" name="Footer Placeholder 5">
            <a:extLst>
              <a:ext uri="{FF2B5EF4-FFF2-40B4-BE49-F238E27FC236}">
                <a16:creationId xmlns:a16="http://schemas.microsoft.com/office/drawing/2014/main" id="{661DD5C9-DCC9-4A79-B4A7-766183BC308E}"/>
              </a:ext>
            </a:extLst>
          </p:cNvPr>
          <p:cNvSpPr>
            <a:spLocks noGrp="1"/>
          </p:cNvSpPr>
          <p:nvPr>
            <p:ph type="ftr" sz="quarter" idx="18"/>
          </p:nvPr>
        </p:nvSpPr>
        <p:spPr/>
        <p:txBody>
          <a:bodyPr/>
          <a:lstStyle>
            <a:lvl1pPr>
              <a:defRPr>
                <a:solidFill>
                  <a:schemeClr val="bg1"/>
                </a:solidFill>
              </a:defRPr>
            </a:lvl1pPr>
          </a:lstStyle>
          <a:p>
            <a:r>
              <a:rPr lang="en-US"/>
              <a:t>© 2022 Grundfos Holding A/S</a:t>
            </a:r>
            <a:endParaRPr lang="en-GB"/>
          </a:p>
        </p:txBody>
      </p:sp>
      <p:sp>
        <p:nvSpPr>
          <p:cNvPr id="7" name="Slide Number Placeholder 6">
            <a:extLst>
              <a:ext uri="{FF2B5EF4-FFF2-40B4-BE49-F238E27FC236}">
                <a16:creationId xmlns:a16="http://schemas.microsoft.com/office/drawing/2014/main" id="{BD53F757-C11E-4D8D-8C81-9552B9C75A8E}"/>
              </a:ext>
            </a:extLst>
          </p:cNvPr>
          <p:cNvSpPr>
            <a:spLocks noGrp="1"/>
          </p:cNvSpPr>
          <p:nvPr>
            <p:ph type="sldNum" sz="quarter" idx="19"/>
          </p:nvPr>
        </p:nvSpPr>
        <p:spPr/>
        <p:txBody>
          <a:bodyPr/>
          <a:lstStyle>
            <a:lvl1pPr>
              <a:defRPr>
                <a:solidFill>
                  <a:schemeClr val="bg1"/>
                </a:solidFill>
              </a:defRPr>
            </a:lvl1pPr>
          </a:lstStyle>
          <a:p>
            <a:fld id="{85D19AB6-A39C-F648-8673-AE723FC1C93C}" type="slidenum">
              <a:rPr lang="en-GB" smtClean="0"/>
              <a:pPr/>
              <a:t>‹#›</a:t>
            </a:fld>
            <a:endParaRPr lang="en-GB"/>
          </a:p>
        </p:txBody>
      </p:sp>
      <p:sp>
        <p:nvSpPr>
          <p:cNvPr id="20" name="Text Placeholder 3">
            <a:extLst>
              <a:ext uri="{FF2B5EF4-FFF2-40B4-BE49-F238E27FC236}">
                <a16:creationId xmlns:a16="http://schemas.microsoft.com/office/drawing/2014/main" id="{B0370326-CE0A-4D1B-B352-2DC9404FE4B1}"/>
              </a:ext>
            </a:extLst>
          </p:cNvPr>
          <p:cNvSpPr>
            <a:spLocks noGrp="1"/>
          </p:cNvSpPr>
          <p:nvPr>
            <p:ph type="body" sz="quarter" idx="16" hasCustomPrompt="1"/>
          </p:nvPr>
        </p:nvSpPr>
        <p:spPr>
          <a:xfrm>
            <a:off x="530225" y="1196975"/>
            <a:ext cx="5464175" cy="5129211"/>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add your body text</a:t>
            </a:r>
          </a:p>
          <a:p>
            <a:pPr lvl="1"/>
            <a:r>
              <a:rPr lang="en-US"/>
              <a:t>Second level</a:t>
            </a:r>
          </a:p>
          <a:p>
            <a:pPr lvl="2"/>
            <a:r>
              <a:rPr lang="en-US"/>
              <a:t>Third level</a:t>
            </a:r>
          </a:p>
          <a:p>
            <a:pPr lvl="3"/>
            <a:r>
              <a:rPr lang="en-US"/>
              <a:t>Fourth level</a:t>
            </a:r>
          </a:p>
          <a:p>
            <a:pPr lvl="4"/>
            <a:r>
              <a:rPr lang="en-US"/>
              <a:t>Fifth level</a:t>
            </a:r>
            <a:endParaRPr lang="en-GB"/>
          </a:p>
        </p:txBody>
      </p:sp>
      <p:pic>
        <p:nvPicPr>
          <p:cNvPr id="8" name="Graphic 7">
            <a:extLst>
              <a:ext uri="{FF2B5EF4-FFF2-40B4-BE49-F238E27FC236}">
                <a16:creationId xmlns:a16="http://schemas.microsoft.com/office/drawing/2014/main" id="{8D6F67C9-864B-4DA7-9E15-3E55E0F2816E}"/>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361600" y="529200"/>
            <a:ext cx="298421" cy="270000"/>
          </a:xfrm>
          <a:prstGeom prst="rect">
            <a:avLst/>
          </a:prstGeom>
        </p:spPr>
      </p:pic>
    </p:spTree>
    <p:extLst>
      <p:ext uri="{BB962C8B-B14F-4D97-AF65-F5344CB8AC3E}">
        <p14:creationId xmlns:p14="http://schemas.microsoft.com/office/powerpoint/2010/main" val="5971302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wo sections text - Blue">
    <p:bg>
      <p:bgPr>
        <a:solidFill>
          <a:srgbClr val="11497B"/>
        </a:solidFill>
        <a:effectLst/>
      </p:bgPr>
    </p:bg>
    <p:spTree>
      <p:nvGrpSpPr>
        <p:cNvPr id="1" name=""/>
        <p:cNvGrpSpPr/>
        <p:nvPr/>
      </p:nvGrpSpPr>
      <p:grpSpPr>
        <a:xfrm>
          <a:off x="0" y="0"/>
          <a:ext cx="0" cy="0"/>
          <a:chOff x="0" y="0"/>
          <a:chExt cx="0" cy="0"/>
        </a:xfrm>
      </p:grpSpPr>
      <p:sp>
        <p:nvSpPr>
          <p:cNvPr id="13" name="Text Placeholder 6">
            <a:extLst>
              <a:ext uri="{FF2B5EF4-FFF2-40B4-BE49-F238E27FC236}">
                <a16:creationId xmlns:a16="http://schemas.microsoft.com/office/drawing/2014/main" id="{0097DCCC-B5F5-4E66-87BE-4B9952C6CA72}"/>
              </a:ext>
            </a:extLst>
          </p:cNvPr>
          <p:cNvSpPr>
            <a:spLocks noGrp="1"/>
          </p:cNvSpPr>
          <p:nvPr>
            <p:ph type="body" sz="quarter" idx="19" hasCustomPrompt="1"/>
          </p:nvPr>
        </p:nvSpPr>
        <p:spPr>
          <a:xfrm>
            <a:off x="530059" y="1198800"/>
            <a:ext cx="5464175" cy="5130000"/>
          </a:xfrm>
          <a:prstGeom prst="rect">
            <a:avLst/>
          </a:prstGeom>
        </p:spPr>
        <p:txBody>
          <a:bodyPr/>
          <a:lstStyle>
            <a:lvl1pPr marL="182563" indent="-182563">
              <a:buFont typeface="Arial" panose="020B0604020202020204" pitchFamily="34" charset="0"/>
              <a:buChar cha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add your body text</a:t>
            </a:r>
          </a:p>
          <a:p>
            <a:pPr lvl="1"/>
            <a:r>
              <a:rPr lang="en-US"/>
              <a:t>Second level</a:t>
            </a:r>
          </a:p>
          <a:p>
            <a:pPr lvl="2"/>
            <a:r>
              <a:rPr lang="en-US"/>
              <a:t>Third level</a:t>
            </a:r>
          </a:p>
          <a:p>
            <a:pPr lvl="3"/>
            <a:r>
              <a:rPr lang="en-US"/>
              <a:t>Fourth level</a:t>
            </a:r>
          </a:p>
          <a:p>
            <a:pPr lvl="4"/>
            <a:r>
              <a:rPr lang="en-US"/>
              <a:t>Fifth level</a:t>
            </a:r>
          </a:p>
        </p:txBody>
      </p:sp>
      <p:sp>
        <p:nvSpPr>
          <p:cNvPr id="2" name="Date Placeholder 1">
            <a:extLst>
              <a:ext uri="{FF2B5EF4-FFF2-40B4-BE49-F238E27FC236}">
                <a16:creationId xmlns:a16="http://schemas.microsoft.com/office/drawing/2014/main" id="{FC5B015F-C11E-4337-BF80-CADDA2604CA4}"/>
              </a:ext>
            </a:extLst>
          </p:cNvPr>
          <p:cNvSpPr>
            <a:spLocks noGrp="1"/>
          </p:cNvSpPr>
          <p:nvPr>
            <p:ph type="dt" sz="half" idx="20"/>
          </p:nvPr>
        </p:nvSpPr>
        <p:spPr/>
        <p:txBody>
          <a:bodyPr/>
          <a:lstStyle>
            <a:lvl1pPr>
              <a:defRPr>
                <a:solidFill>
                  <a:schemeClr val="bg1"/>
                </a:solidFill>
              </a:defRPr>
            </a:lvl1pPr>
          </a:lstStyle>
          <a:p>
            <a:fld id="{D0A92B78-1DD2-45FA-A79C-EB831B78FEC1}" type="datetime1">
              <a:rPr lang="da-DK" smtClean="0"/>
              <a:pPr/>
              <a:t>12-09-2025</a:t>
            </a:fld>
            <a:endParaRPr lang="en-GB"/>
          </a:p>
        </p:txBody>
      </p:sp>
      <p:sp>
        <p:nvSpPr>
          <p:cNvPr id="3" name="Footer Placeholder 2">
            <a:extLst>
              <a:ext uri="{FF2B5EF4-FFF2-40B4-BE49-F238E27FC236}">
                <a16:creationId xmlns:a16="http://schemas.microsoft.com/office/drawing/2014/main" id="{F892BE74-767E-4B82-8198-79F2747F281C}"/>
              </a:ext>
            </a:extLst>
          </p:cNvPr>
          <p:cNvSpPr>
            <a:spLocks noGrp="1"/>
          </p:cNvSpPr>
          <p:nvPr>
            <p:ph type="ftr" sz="quarter" idx="21"/>
          </p:nvPr>
        </p:nvSpPr>
        <p:spPr/>
        <p:txBody>
          <a:bodyPr/>
          <a:lstStyle>
            <a:lvl1pPr>
              <a:defRPr>
                <a:solidFill>
                  <a:schemeClr val="bg1"/>
                </a:solidFill>
              </a:defRPr>
            </a:lvl1pPr>
          </a:lstStyle>
          <a:p>
            <a:r>
              <a:rPr lang="en-US"/>
              <a:t>© 2022 Grundfos Holding A/S</a:t>
            </a:r>
            <a:endParaRPr lang="en-GB"/>
          </a:p>
        </p:txBody>
      </p:sp>
      <p:sp>
        <p:nvSpPr>
          <p:cNvPr id="7" name="Slide Number Placeholder 6">
            <a:extLst>
              <a:ext uri="{FF2B5EF4-FFF2-40B4-BE49-F238E27FC236}">
                <a16:creationId xmlns:a16="http://schemas.microsoft.com/office/drawing/2014/main" id="{AAEE71A8-6068-4940-BE98-C42D2E0C0821}"/>
              </a:ext>
            </a:extLst>
          </p:cNvPr>
          <p:cNvSpPr>
            <a:spLocks noGrp="1"/>
          </p:cNvSpPr>
          <p:nvPr>
            <p:ph type="sldNum" sz="quarter" idx="22"/>
          </p:nvPr>
        </p:nvSpPr>
        <p:spPr/>
        <p:txBody>
          <a:bodyPr/>
          <a:lstStyle>
            <a:lvl1pPr>
              <a:defRPr>
                <a:solidFill>
                  <a:schemeClr val="bg1"/>
                </a:solidFill>
              </a:defRPr>
            </a:lvl1pPr>
          </a:lstStyle>
          <a:p>
            <a:fld id="{85D19AB6-A39C-F648-8673-AE723FC1C93C}" type="slidenum">
              <a:rPr lang="en-GB" smtClean="0"/>
              <a:pPr/>
              <a:t>‹#›</a:t>
            </a:fld>
            <a:endParaRPr lang="en-GB"/>
          </a:p>
        </p:txBody>
      </p:sp>
      <p:sp>
        <p:nvSpPr>
          <p:cNvPr id="14" name="Title 13">
            <a:extLst>
              <a:ext uri="{FF2B5EF4-FFF2-40B4-BE49-F238E27FC236}">
                <a16:creationId xmlns:a16="http://schemas.microsoft.com/office/drawing/2014/main" id="{D5A22D95-EA68-474E-B483-B524D2AD784A}"/>
              </a:ext>
            </a:extLst>
          </p:cNvPr>
          <p:cNvSpPr>
            <a:spLocks noGrp="1"/>
          </p:cNvSpPr>
          <p:nvPr>
            <p:ph type="title" hasCustomPrompt="1"/>
          </p:nvPr>
        </p:nvSpPr>
        <p:spPr>
          <a:xfrm>
            <a:off x="530224" y="504202"/>
            <a:ext cx="9712800" cy="691200"/>
          </a:xfrm>
        </p:spPr>
        <p:txBody>
          <a:bodyPr/>
          <a:lstStyle>
            <a:lvl1pPr>
              <a:defRPr>
                <a:solidFill>
                  <a:srgbClr val="E9F1F7"/>
                </a:solidFill>
              </a:defRPr>
            </a:lvl1pPr>
          </a:lstStyle>
          <a:p>
            <a:r>
              <a:rPr lang="en-US"/>
              <a:t>Click to add your slide headline</a:t>
            </a:r>
            <a:endParaRPr lang="en-GB"/>
          </a:p>
        </p:txBody>
      </p:sp>
      <p:sp>
        <p:nvSpPr>
          <p:cNvPr id="17" name="Text Placeholder 15">
            <a:extLst>
              <a:ext uri="{FF2B5EF4-FFF2-40B4-BE49-F238E27FC236}">
                <a16:creationId xmlns:a16="http://schemas.microsoft.com/office/drawing/2014/main" id="{E209821A-8A1C-4F36-9540-1CD9CD1C54DB}"/>
              </a:ext>
            </a:extLst>
          </p:cNvPr>
          <p:cNvSpPr>
            <a:spLocks noGrp="1"/>
          </p:cNvSpPr>
          <p:nvPr>
            <p:ph type="body" sz="quarter" idx="23" hasCustomPrompt="1"/>
          </p:nvPr>
        </p:nvSpPr>
        <p:spPr>
          <a:xfrm>
            <a:off x="6195845" y="1198800"/>
            <a:ext cx="5464176" cy="51300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add your body text</a:t>
            </a:r>
          </a:p>
          <a:p>
            <a:pPr lvl="1"/>
            <a:r>
              <a:rPr lang="en-US"/>
              <a:t>Second level</a:t>
            </a:r>
          </a:p>
          <a:p>
            <a:pPr lvl="2"/>
            <a:r>
              <a:rPr lang="en-US"/>
              <a:t>Third level</a:t>
            </a:r>
          </a:p>
          <a:p>
            <a:pPr lvl="3"/>
            <a:r>
              <a:rPr lang="en-US"/>
              <a:t>Fourth level</a:t>
            </a:r>
          </a:p>
          <a:p>
            <a:pPr lvl="4"/>
            <a:r>
              <a:rPr lang="en-US"/>
              <a:t>Fifth level</a:t>
            </a:r>
            <a:endParaRPr lang="en-GB"/>
          </a:p>
        </p:txBody>
      </p:sp>
      <p:pic>
        <p:nvPicPr>
          <p:cNvPr id="8" name="Graphic 7">
            <a:extLst>
              <a:ext uri="{FF2B5EF4-FFF2-40B4-BE49-F238E27FC236}">
                <a16:creationId xmlns:a16="http://schemas.microsoft.com/office/drawing/2014/main" id="{2F940305-E6EC-49D3-B207-E029E2FFD2E4}"/>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361600" y="529200"/>
            <a:ext cx="298421" cy="270000"/>
          </a:xfrm>
          <a:prstGeom prst="rect">
            <a:avLst/>
          </a:prstGeom>
        </p:spPr>
      </p:pic>
    </p:spTree>
    <p:extLst>
      <p:ext uri="{BB962C8B-B14F-4D97-AF65-F5344CB8AC3E}">
        <p14:creationId xmlns:p14="http://schemas.microsoft.com/office/powerpoint/2010/main" val="78479678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wo Content - Blue">
    <p:bg>
      <p:bgPr>
        <a:solidFill>
          <a:srgbClr val="11497B"/>
        </a:solidFill>
        <a:effectLst/>
      </p:bgPr>
    </p:bg>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C5B015F-C11E-4337-BF80-CADDA2604CA4}"/>
              </a:ext>
            </a:extLst>
          </p:cNvPr>
          <p:cNvSpPr>
            <a:spLocks noGrp="1"/>
          </p:cNvSpPr>
          <p:nvPr>
            <p:ph type="dt" sz="half" idx="20"/>
          </p:nvPr>
        </p:nvSpPr>
        <p:spPr/>
        <p:txBody>
          <a:bodyPr/>
          <a:lstStyle>
            <a:lvl1pPr>
              <a:defRPr>
                <a:solidFill>
                  <a:schemeClr val="bg1"/>
                </a:solidFill>
              </a:defRPr>
            </a:lvl1pPr>
          </a:lstStyle>
          <a:p>
            <a:fld id="{D0A92B78-1DD2-45FA-A79C-EB831B78FEC1}" type="datetime1">
              <a:rPr lang="da-DK" smtClean="0"/>
              <a:pPr/>
              <a:t>12-09-2025</a:t>
            </a:fld>
            <a:endParaRPr lang="en-GB"/>
          </a:p>
        </p:txBody>
      </p:sp>
      <p:sp>
        <p:nvSpPr>
          <p:cNvPr id="3" name="Footer Placeholder 2">
            <a:extLst>
              <a:ext uri="{FF2B5EF4-FFF2-40B4-BE49-F238E27FC236}">
                <a16:creationId xmlns:a16="http://schemas.microsoft.com/office/drawing/2014/main" id="{F892BE74-767E-4B82-8198-79F2747F281C}"/>
              </a:ext>
            </a:extLst>
          </p:cNvPr>
          <p:cNvSpPr>
            <a:spLocks noGrp="1"/>
          </p:cNvSpPr>
          <p:nvPr>
            <p:ph type="ftr" sz="quarter" idx="21"/>
          </p:nvPr>
        </p:nvSpPr>
        <p:spPr/>
        <p:txBody>
          <a:bodyPr/>
          <a:lstStyle>
            <a:lvl1pPr>
              <a:defRPr>
                <a:solidFill>
                  <a:schemeClr val="bg1"/>
                </a:solidFill>
              </a:defRPr>
            </a:lvl1pPr>
          </a:lstStyle>
          <a:p>
            <a:r>
              <a:rPr lang="en-US"/>
              <a:t>© 2022 Grundfos Holding A/S</a:t>
            </a:r>
            <a:endParaRPr lang="en-GB"/>
          </a:p>
        </p:txBody>
      </p:sp>
      <p:sp>
        <p:nvSpPr>
          <p:cNvPr id="7" name="Slide Number Placeholder 6">
            <a:extLst>
              <a:ext uri="{FF2B5EF4-FFF2-40B4-BE49-F238E27FC236}">
                <a16:creationId xmlns:a16="http://schemas.microsoft.com/office/drawing/2014/main" id="{AAEE71A8-6068-4940-BE98-C42D2E0C0821}"/>
              </a:ext>
            </a:extLst>
          </p:cNvPr>
          <p:cNvSpPr>
            <a:spLocks noGrp="1"/>
          </p:cNvSpPr>
          <p:nvPr>
            <p:ph type="sldNum" sz="quarter" idx="22"/>
          </p:nvPr>
        </p:nvSpPr>
        <p:spPr/>
        <p:txBody>
          <a:bodyPr/>
          <a:lstStyle>
            <a:lvl1pPr>
              <a:defRPr>
                <a:solidFill>
                  <a:schemeClr val="bg1"/>
                </a:solidFill>
              </a:defRPr>
            </a:lvl1pPr>
          </a:lstStyle>
          <a:p>
            <a:fld id="{85D19AB6-A39C-F648-8673-AE723FC1C93C}" type="slidenum">
              <a:rPr lang="en-GB" smtClean="0"/>
              <a:pPr/>
              <a:t>‹#›</a:t>
            </a:fld>
            <a:endParaRPr lang="en-GB"/>
          </a:p>
        </p:txBody>
      </p:sp>
      <p:sp>
        <p:nvSpPr>
          <p:cNvPr id="14" name="Title 13">
            <a:extLst>
              <a:ext uri="{FF2B5EF4-FFF2-40B4-BE49-F238E27FC236}">
                <a16:creationId xmlns:a16="http://schemas.microsoft.com/office/drawing/2014/main" id="{D5A22D95-EA68-474E-B483-B524D2AD784A}"/>
              </a:ext>
            </a:extLst>
          </p:cNvPr>
          <p:cNvSpPr>
            <a:spLocks noGrp="1"/>
          </p:cNvSpPr>
          <p:nvPr>
            <p:ph type="title" hasCustomPrompt="1"/>
          </p:nvPr>
        </p:nvSpPr>
        <p:spPr>
          <a:xfrm>
            <a:off x="530224" y="504202"/>
            <a:ext cx="9712800" cy="691200"/>
          </a:xfrm>
        </p:spPr>
        <p:txBody>
          <a:bodyPr/>
          <a:lstStyle>
            <a:lvl1pPr>
              <a:defRPr>
                <a:solidFill>
                  <a:srgbClr val="E9F1F7"/>
                </a:solidFill>
              </a:defRPr>
            </a:lvl1pPr>
          </a:lstStyle>
          <a:p>
            <a:r>
              <a:rPr lang="en-US"/>
              <a:t>Click to add your slide headline</a:t>
            </a:r>
            <a:endParaRPr lang="en-GB"/>
          </a:p>
        </p:txBody>
      </p:sp>
      <p:pic>
        <p:nvPicPr>
          <p:cNvPr id="8" name="Graphic 7">
            <a:extLst>
              <a:ext uri="{FF2B5EF4-FFF2-40B4-BE49-F238E27FC236}">
                <a16:creationId xmlns:a16="http://schemas.microsoft.com/office/drawing/2014/main" id="{2F940305-E6EC-49D3-B207-E029E2FFD2E4}"/>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361600" y="529200"/>
            <a:ext cx="298421" cy="270000"/>
          </a:xfrm>
          <a:prstGeom prst="rect">
            <a:avLst/>
          </a:prstGeom>
        </p:spPr>
      </p:pic>
      <p:sp>
        <p:nvSpPr>
          <p:cNvPr id="6" name="Content Placeholder 13">
            <a:extLst>
              <a:ext uri="{FF2B5EF4-FFF2-40B4-BE49-F238E27FC236}">
                <a16:creationId xmlns:a16="http://schemas.microsoft.com/office/drawing/2014/main" id="{17970D71-F357-679A-57A9-C2DFB29856AF}"/>
              </a:ext>
            </a:extLst>
          </p:cNvPr>
          <p:cNvSpPr>
            <a:spLocks noGrp="1"/>
          </p:cNvSpPr>
          <p:nvPr>
            <p:ph sz="quarter" idx="24" hasCustomPrompt="1"/>
          </p:nvPr>
        </p:nvSpPr>
        <p:spPr>
          <a:xfrm>
            <a:off x="530226" y="1196975"/>
            <a:ext cx="5464008" cy="5129213"/>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add your body text</a:t>
            </a:r>
          </a:p>
          <a:p>
            <a:pPr lvl="1"/>
            <a:r>
              <a:rPr lang="en-US"/>
              <a:t>Second level</a:t>
            </a:r>
          </a:p>
          <a:p>
            <a:pPr lvl="2"/>
            <a:r>
              <a:rPr lang="en-US"/>
              <a:t>Third level</a:t>
            </a:r>
          </a:p>
          <a:p>
            <a:pPr lvl="3"/>
            <a:r>
              <a:rPr lang="en-US"/>
              <a:t>Fourth level</a:t>
            </a:r>
          </a:p>
          <a:p>
            <a:pPr lvl="4"/>
            <a:r>
              <a:rPr lang="en-US"/>
              <a:t>Fifth level</a:t>
            </a:r>
            <a:endParaRPr lang="en-GB"/>
          </a:p>
        </p:txBody>
      </p:sp>
      <p:sp>
        <p:nvSpPr>
          <p:cNvPr id="9" name="Content Placeholder 13">
            <a:extLst>
              <a:ext uri="{FF2B5EF4-FFF2-40B4-BE49-F238E27FC236}">
                <a16:creationId xmlns:a16="http://schemas.microsoft.com/office/drawing/2014/main" id="{E482867E-7660-0F5C-E289-A97E2D878EBD}"/>
              </a:ext>
            </a:extLst>
          </p:cNvPr>
          <p:cNvSpPr>
            <a:spLocks noGrp="1"/>
          </p:cNvSpPr>
          <p:nvPr>
            <p:ph sz="quarter" idx="25" hasCustomPrompt="1"/>
          </p:nvPr>
        </p:nvSpPr>
        <p:spPr>
          <a:xfrm>
            <a:off x="6195678" y="1196975"/>
            <a:ext cx="5464008" cy="5129213"/>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add your body text</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307646955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mparison - Blue">
    <p:bg>
      <p:bgPr>
        <a:solidFill>
          <a:srgbClr val="11497B"/>
        </a:solidFill>
        <a:effectLst/>
      </p:bgPr>
    </p:bg>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C5B015F-C11E-4337-BF80-CADDA2604CA4}"/>
              </a:ext>
            </a:extLst>
          </p:cNvPr>
          <p:cNvSpPr>
            <a:spLocks noGrp="1"/>
          </p:cNvSpPr>
          <p:nvPr>
            <p:ph type="dt" sz="half" idx="20"/>
          </p:nvPr>
        </p:nvSpPr>
        <p:spPr/>
        <p:txBody>
          <a:bodyPr/>
          <a:lstStyle>
            <a:lvl1pPr>
              <a:defRPr>
                <a:solidFill>
                  <a:schemeClr val="bg1"/>
                </a:solidFill>
              </a:defRPr>
            </a:lvl1pPr>
          </a:lstStyle>
          <a:p>
            <a:fld id="{D0A92B78-1DD2-45FA-A79C-EB831B78FEC1}" type="datetime1">
              <a:rPr lang="da-DK" smtClean="0"/>
              <a:pPr/>
              <a:t>12-09-2025</a:t>
            </a:fld>
            <a:endParaRPr lang="en-GB"/>
          </a:p>
        </p:txBody>
      </p:sp>
      <p:sp>
        <p:nvSpPr>
          <p:cNvPr id="3" name="Footer Placeholder 2">
            <a:extLst>
              <a:ext uri="{FF2B5EF4-FFF2-40B4-BE49-F238E27FC236}">
                <a16:creationId xmlns:a16="http://schemas.microsoft.com/office/drawing/2014/main" id="{F892BE74-767E-4B82-8198-79F2747F281C}"/>
              </a:ext>
            </a:extLst>
          </p:cNvPr>
          <p:cNvSpPr>
            <a:spLocks noGrp="1"/>
          </p:cNvSpPr>
          <p:nvPr>
            <p:ph type="ftr" sz="quarter" idx="21"/>
          </p:nvPr>
        </p:nvSpPr>
        <p:spPr/>
        <p:txBody>
          <a:bodyPr/>
          <a:lstStyle>
            <a:lvl1pPr>
              <a:defRPr>
                <a:solidFill>
                  <a:schemeClr val="bg1"/>
                </a:solidFill>
              </a:defRPr>
            </a:lvl1pPr>
          </a:lstStyle>
          <a:p>
            <a:r>
              <a:rPr lang="en-US"/>
              <a:t>© 2022 Grundfos Holding A/S</a:t>
            </a:r>
            <a:endParaRPr lang="en-GB"/>
          </a:p>
        </p:txBody>
      </p:sp>
      <p:sp>
        <p:nvSpPr>
          <p:cNvPr id="7" name="Slide Number Placeholder 6">
            <a:extLst>
              <a:ext uri="{FF2B5EF4-FFF2-40B4-BE49-F238E27FC236}">
                <a16:creationId xmlns:a16="http://schemas.microsoft.com/office/drawing/2014/main" id="{AAEE71A8-6068-4940-BE98-C42D2E0C0821}"/>
              </a:ext>
            </a:extLst>
          </p:cNvPr>
          <p:cNvSpPr>
            <a:spLocks noGrp="1"/>
          </p:cNvSpPr>
          <p:nvPr>
            <p:ph type="sldNum" sz="quarter" idx="22"/>
          </p:nvPr>
        </p:nvSpPr>
        <p:spPr/>
        <p:txBody>
          <a:bodyPr/>
          <a:lstStyle>
            <a:lvl1pPr>
              <a:defRPr>
                <a:solidFill>
                  <a:schemeClr val="bg1"/>
                </a:solidFill>
              </a:defRPr>
            </a:lvl1pPr>
          </a:lstStyle>
          <a:p>
            <a:fld id="{85D19AB6-A39C-F648-8673-AE723FC1C93C}" type="slidenum">
              <a:rPr lang="en-GB" smtClean="0"/>
              <a:pPr/>
              <a:t>‹#›</a:t>
            </a:fld>
            <a:endParaRPr lang="en-GB"/>
          </a:p>
        </p:txBody>
      </p:sp>
      <p:sp>
        <p:nvSpPr>
          <p:cNvPr id="14" name="Title 13">
            <a:extLst>
              <a:ext uri="{FF2B5EF4-FFF2-40B4-BE49-F238E27FC236}">
                <a16:creationId xmlns:a16="http://schemas.microsoft.com/office/drawing/2014/main" id="{D5A22D95-EA68-474E-B483-B524D2AD784A}"/>
              </a:ext>
            </a:extLst>
          </p:cNvPr>
          <p:cNvSpPr>
            <a:spLocks noGrp="1"/>
          </p:cNvSpPr>
          <p:nvPr>
            <p:ph type="title" hasCustomPrompt="1"/>
          </p:nvPr>
        </p:nvSpPr>
        <p:spPr>
          <a:xfrm>
            <a:off x="530224" y="504202"/>
            <a:ext cx="9712800" cy="691200"/>
          </a:xfrm>
        </p:spPr>
        <p:txBody>
          <a:bodyPr/>
          <a:lstStyle>
            <a:lvl1pPr>
              <a:defRPr>
                <a:solidFill>
                  <a:srgbClr val="E9F1F7"/>
                </a:solidFill>
              </a:defRPr>
            </a:lvl1pPr>
          </a:lstStyle>
          <a:p>
            <a:r>
              <a:rPr lang="en-US"/>
              <a:t>Click to add your slide headline</a:t>
            </a:r>
            <a:endParaRPr lang="en-GB"/>
          </a:p>
        </p:txBody>
      </p:sp>
      <p:pic>
        <p:nvPicPr>
          <p:cNvPr id="8" name="Graphic 7">
            <a:extLst>
              <a:ext uri="{FF2B5EF4-FFF2-40B4-BE49-F238E27FC236}">
                <a16:creationId xmlns:a16="http://schemas.microsoft.com/office/drawing/2014/main" id="{2F940305-E6EC-49D3-B207-E029E2FFD2E4}"/>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361600" y="529200"/>
            <a:ext cx="298421" cy="270000"/>
          </a:xfrm>
          <a:prstGeom prst="rect">
            <a:avLst/>
          </a:prstGeom>
        </p:spPr>
      </p:pic>
      <p:sp>
        <p:nvSpPr>
          <p:cNvPr id="4" name="Content Placeholder 2">
            <a:extLst>
              <a:ext uri="{FF2B5EF4-FFF2-40B4-BE49-F238E27FC236}">
                <a16:creationId xmlns:a16="http://schemas.microsoft.com/office/drawing/2014/main" id="{B82480FA-2A76-F925-ED7F-B9ABC9F398E8}"/>
              </a:ext>
            </a:extLst>
          </p:cNvPr>
          <p:cNvSpPr>
            <a:spLocks noGrp="1"/>
          </p:cNvSpPr>
          <p:nvPr>
            <p:ph idx="1" hasCustomPrompt="1"/>
          </p:nvPr>
        </p:nvSpPr>
        <p:spPr>
          <a:xfrm>
            <a:off x="530226" y="1919288"/>
            <a:ext cx="5462586" cy="4406901"/>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add your body text</a:t>
            </a:r>
          </a:p>
          <a:p>
            <a:pPr lvl="1"/>
            <a:r>
              <a:rPr lang="en-US" dirty="0"/>
              <a:t>Second level</a:t>
            </a:r>
          </a:p>
          <a:p>
            <a:pPr lvl="2"/>
            <a:r>
              <a:rPr lang="en-US" dirty="0"/>
              <a:t>Third level</a:t>
            </a:r>
          </a:p>
          <a:p>
            <a:pPr lvl="3"/>
            <a:r>
              <a:rPr lang="en-US" dirty="0"/>
              <a:t>Fourth level</a:t>
            </a:r>
          </a:p>
          <a:p>
            <a:pPr lvl="4"/>
            <a:r>
              <a:rPr lang="en-US" dirty="0"/>
              <a:t>Fifth level</a:t>
            </a:r>
            <a:endParaRPr lang="da-DK" dirty="0"/>
          </a:p>
        </p:txBody>
      </p:sp>
      <p:sp>
        <p:nvSpPr>
          <p:cNvPr id="5" name="Content Placeholder 2">
            <a:extLst>
              <a:ext uri="{FF2B5EF4-FFF2-40B4-BE49-F238E27FC236}">
                <a16:creationId xmlns:a16="http://schemas.microsoft.com/office/drawing/2014/main" id="{54BA4054-88AC-8A6F-82C8-301B9D77C810}"/>
              </a:ext>
            </a:extLst>
          </p:cNvPr>
          <p:cNvSpPr>
            <a:spLocks noGrp="1"/>
          </p:cNvSpPr>
          <p:nvPr>
            <p:ph idx="23" hasCustomPrompt="1"/>
          </p:nvPr>
        </p:nvSpPr>
        <p:spPr>
          <a:xfrm>
            <a:off x="6197600" y="1919288"/>
            <a:ext cx="5462586" cy="4406901"/>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add your body text</a:t>
            </a:r>
          </a:p>
          <a:p>
            <a:pPr lvl="1"/>
            <a:r>
              <a:rPr lang="en-US" dirty="0"/>
              <a:t>Second level</a:t>
            </a:r>
          </a:p>
          <a:p>
            <a:pPr lvl="2"/>
            <a:r>
              <a:rPr lang="en-US" dirty="0"/>
              <a:t>Third level</a:t>
            </a:r>
          </a:p>
          <a:p>
            <a:pPr lvl="3"/>
            <a:r>
              <a:rPr lang="en-US" dirty="0"/>
              <a:t>Fourth level</a:t>
            </a:r>
          </a:p>
          <a:p>
            <a:pPr lvl="4"/>
            <a:r>
              <a:rPr lang="en-US" dirty="0"/>
              <a:t>Fifth level</a:t>
            </a:r>
            <a:endParaRPr lang="da-DK" dirty="0"/>
          </a:p>
        </p:txBody>
      </p:sp>
      <p:sp>
        <p:nvSpPr>
          <p:cNvPr id="10" name="Text Placeholder 6">
            <a:extLst>
              <a:ext uri="{FF2B5EF4-FFF2-40B4-BE49-F238E27FC236}">
                <a16:creationId xmlns:a16="http://schemas.microsoft.com/office/drawing/2014/main" id="{8E2A9D47-8305-0BC7-E23F-1114E1913CD2}"/>
              </a:ext>
            </a:extLst>
          </p:cNvPr>
          <p:cNvSpPr>
            <a:spLocks noGrp="1"/>
          </p:cNvSpPr>
          <p:nvPr>
            <p:ph type="body" sz="quarter" idx="13" hasCustomPrompt="1"/>
          </p:nvPr>
        </p:nvSpPr>
        <p:spPr>
          <a:xfrm>
            <a:off x="528637" y="1198800"/>
            <a:ext cx="5464175" cy="582375"/>
          </a:xfrm>
        </p:spPr>
        <p:txBody>
          <a:bodyPr anchor="b" anchorCtr="0">
            <a:normAutofit/>
          </a:bodyPr>
          <a:lstStyle>
            <a:lvl1pPr marL="0" indent="0">
              <a:buFontTx/>
              <a:buNone/>
              <a:defRPr>
                <a:solidFill>
                  <a:schemeClr val="bg1"/>
                </a:solidFill>
                <a:latin typeface="Grundfos TheSans ExtraBold" panose="020B0802050302020203" pitchFamily="34" charset="0"/>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dirty="0"/>
              <a:t>Click to add your sub-header</a:t>
            </a:r>
          </a:p>
        </p:txBody>
      </p:sp>
      <p:sp>
        <p:nvSpPr>
          <p:cNvPr id="11" name="Text Placeholder 6">
            <a:extLst>
              <a:ext uri="{FF2B5EF4-FFF2-40B4-BE49-F238E27FC236}">
                <a16:creationId xmlns:a16="http://schemas.microsoft.com/office/drawing/2014/main" id="{AAE2BEDA-1862-345B-3CA4-C7B0D92051A6}"/>
              </a:ext>
            </a:extLst>
          </p:cNvPr>
          <p:cNvSpPr>
            <a:spLocks noGrp="1"/>
          </p:cNvSpPr>
          <p:nvPr>
            <p:ph type="body" sz="quarter" idx="19" hasCustomPrompt="1"/>
          </p:nvPr>
        </p:nvSpPr>
        <p:spPr>
          <a:xfrm>
            <a:off x="6197600" y="1198801"/>
            <a:ext cx="5464175" cy="582374"/>
          </a:xfrm>
        </p:spPr>
        <p:txBody>
          <a:bodyPr anchor="b" anchorCtr="0">
            <a:noAutofit/>
          </a:bodyPr>
          <a:lstStyle>
            <a:lvl1pPr marL="0" indent="0">
              <a:buFontTx/>
              <a:buNone/>
              <a:defRPr>
                <a:solidFill>
                  <a:schemeClr val="bg1"/>
                </a:solidFill>
                <a:latin typeface="Grundfos TheSans ExtraBold" panose="020B0802050302020203" pitchFamily="34" charset="0"/>
              </a:defRPr>
            </a:lvl1pPr>
            <a:lvl2pPr marL="457200" indent="0">
              <a:buFontTx/>
              <a:buNone/>
              <a:defRPr>
                <a:solidFill>
                  <a:srgbClr val="11497B"/>
                </a:solidFill>
              </a:defRPr>
            </a:lvl2pPr>
            <a:lvl3pPr marL="914400" indent="0">
              <a:buFontTx/>
              <a:buNone/>
              <a:defRPr>
                <a:solidFill>
                  <a:srgbClr val="11497B"/>
                </a:solidFill>
              </a:defRPr>
            </a:lvl3pPr>
            <a:lvl4pPr marL="1371600" indent="0">
              <a:buFontTx/>
              <a:buNone/>
              <a:defRPr>
                <a:solidFill>
                  <a:srgbClr val="11497B"/>
                </a:solidFill>
              </a:defRPr>
            </a:lvl4pPr>
            <a:lvl5pPr marL="1828800" indent="0">
              <a:buFontTx/>
              <a:buNone/>
              <a:defRPr>
                <a:solidFill>
                  <a:srgbClr val="11497B"/>
                </a:solidFill>
              </a:defRPr>
            </a:lvl5pPr>
          </a:lstStyle>
          <a:p>
            <a:pPr lvl="0"/>
            <a:r>
              <a:rPr lang="en-US" dirty="0"/>
              <a:t>Click to add your sub-header</a:t>
            </a:r>
          </a:p>
        </p:txBody>
      </p:sp>
    </p:spTree>
    <p:extLst>
      <p:ext uri="{BB962C8B-B14F-4D97-AF65-F5344CB8AC3E}">
        <p14:creationId xmlns:p14="http://schemas.microsoft.com/office/powerpoint/2010/main" val="273034405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One image - Blue">
    <p:bg>
      <p:bgPr>
        <a:solidFill>
          <a:srgbClr val="11497B"/>
        </a:solidFill>
        <a:effectLst/>
      </p:bgPr>
    </p:bg>
    <p:spTree>
      <p:nvGrpSpPr>
        <p:cNvPr id="1" name=""/>
        <p:cNvGrpSpPr/>
        <p:nvPr/>
      </p:nvGrpSpPr>
      <p:grpSpPr>
        <a:xfrm>
          <a:off x="0" y="0"/>
          <a:ext cx="0" cy="0"/>
          <a:chOff x="0" y="0"/>
          <a:chExt cx="0" cy="0"/>
        </a:xfrm>
      </p:grpSpPr>
      <p:sp>
        <p:nvSpPr>
          <p:cNvPr id="12" name="Pladsholder til billede 56">
            <a:extLst>
              <a:ext uri="{FF2B5EF4-FFF2-40B4-BE49-F238E27FC236}">
                <a16:creationId xmlns:a16="http://schemas.microsoft.com/office/drawing/2014/main" id="{657EADFF-0E1A-4965-BAD7-8432BFBC9214}"/>
              </a:ext>
            </a:extLst>
          </p:cNvPr>
          <p:cNvSpPr>
            <a:spLocks noGrp="1"/>
          </p:cNvSpPr>
          <p:nvPr>
            <p:ph type="pic" sz="quarter" idx="15" hasCustomPrompt="1"/>
          </p:nvPr>
        </p:nvSpPr>
        <p:spPr>
          <a:xfrm>
            <a:off x="530225" y="1196975"/>
            <a:ext cx="11129961" cy="5130800"/>
          </a:xfrm>
          <a:prstGeom prst="rect">
            <a:avLst/>
          </a:prstGeom>
          <a:solidFill>
            <a:srgbClr val="969696"/>
          </a:solidFill>
          <a:ln w="19050">
            <a:solidFill>
              <a:schemeClr val="accent1"/>
            </a:solidFill>
          </a:ln>
        </p:spPr>
        <p:txBody>
          <a:bodyPr tIns="900000" bIns="0" anchor="ctr" anchorCtr="0">
            <a:normAutofit/>
          </a:bodyPr>
          <a:lstStyle>
            <a:lvl1pPr marL="0" indent="0" algn="ctr">
              <a:buFontTx/>
              <a:buNone/>
              <a:defRPr sz="1200" b="0">
                <a:solidFill>
                  <a:srgbClr val="FFFF00"/>
                </a:solidFill>
              </a:defRPr>
            </a:lvl1pPr>
          </a:lstStyle>
          <a:p>
            <a:r>
              <a:rPr lang="en-GB"/>
              <a:t>Click to place a picture</a:t>
            </a:r>
          </a:p>
        </p:txBody>
      </p:sp>
      <p:sp>
        <p:nvSpPr>
          <p:cNvPr id="2" name="Title 1">
            <a:extLst>
              <a:ext uri="{FF2B5EF4-FFF2-40B4-BE49-F238E27FC236}">
                <a16:creationId xmlns:a16="http://schemas.microsoft.com/office/drawing/2014/main" id="{6DDD3EE7-0E00-4FC9-BC7A-AFEC9F5E7C50}"/>
              </a:ext>
            </a:extLst>
          </p:cNvPr>
          <p:cNvSpPr>
            <a:spLocks noGrp="1"/>
          </p:cNvSpPr>
          <p:nvPr>
            <p:ph type="title" hasCustomPrompt="1"/>
          </p:nvPr>
        </p:nvSpPr>
        <p:spPr/>
        <p:txBody>
          <a:bodyPr/>
          <a:lstStyle>
            <a:lvl1pPr>
              <a:defRPr>
                <a:solidFill>
                  <a:srgbClr val="E9F1F7"/>
                </a:solidFill>
              </a:defRPr>
            </a:lvl1pPr>
          </a:lstStyle>
          <a:p>
            <a:r>
              <a:rPr lang="en-US"/>
              <a:t>Click to add your slide headline</a:t>
            </a:r>
            <a:endParaRPr lang="en-GB"/>
          </a:p>
        </p:txBody>
      </p:sp>
      <p:pic>
        <p:nvPicPr>
          <p:cNvPr id="4" name="Graphic 3">
            <a:extLst>
              <a:ext uri="{FF2B5EF4-FFF2-40B4-BE49-F238E27FC236}">
                <a16:creationId xmlns:a16="http://schemas.microsoft.com/office/drawing/2014/main" id="{BA2CE1F2-522C-4E88-B33C-9BA4325873F3}"/>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361600" y="529200"/>
            <a:ext cx="298421" cy="270000"/>
          </a:xfrm>
          <a:prstGeom prst="rect">
            <a:avLst/>
          </a:prstGeom>
        </p:spPr>
      </p:pic>
    </p:spTree>
    <p:extLst>
      <p:ext uri="{BB962C8B-B14F-4D97-AF65-F5344CB8AC3E}">
        <p14:creationId xmlns:p14="http://schemas.microsoft.com/office/powerpoint/2010/main" val="65937717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wo images - Blue">
    <p:bg>
      <p:bgPr>
        <a:solidFill>
          <a:srgbClr val="11497B"/>
        </a:solidFill>
        <a:effectLst/>
      </p:bgPr>
    </p:bg>
    <p:spTree>
      <p:nvGrpSpPr>
        <p:cNvPr id="1" name=""/>
        <p:cNvGrpSpPr/>
        <p:nvPr/>
      </p:nvGrpSpPr>
      <p:grpSpPr>
        <a:xfrm>
          <a:off x="0" y="0"/>
          <a:ext cx="0" cy="0"/>
          <a:chOff x="0" y="0"/>
          <a:chExt cx="0" cy="0"/>
        </a:xfrm>
      </p:grpSpPr>
      <p:sp>
        <p:nvSpPr>
          <p:cNvPr id="11" name="Pladsholder til billede 56">
            <a:extLst>
              <a:ext uri="{FF2B5EF4-FFF2-40B4-BE49-F238E27FC236}">
                <a16:creationId xmlns:a16="http://schemas.microsoft.com/office/drawing/2014/main" id="{92E460C4-BBDF-41A7-BC52-24EE73E04F6E}"/>
              </a:ext>
            </a:extLst>
          </p:cNvPr>
          <p:cNvSpPr>
            <a:spLocks noGrp="1"/>
          </p:cNvSpPr>
          <p:nvPr>
            <p:ph type="pic" sz="quarter" idx="15" hasCustomPrompt="1"/>
          </p:nvPr>
        </p:nvSpPr>
        <p:spPr>
          <a:xfrm>
            <a:off x="530226" y="1196974"/>
            <a:ext cx="5565773" cy="5129213"/>
          </a:xfrm>
          <a:prstGeom prst="rect">
            <a:avLst/>
          </a:prstGeom>
          <a:solidFill>
            <a:srgbClr val="969696"/>
          </a:solidFill>
          <a:ln w="19050">
            <a:solidFill>
              <a:schemeClr val="accent1"/>
            </a:solidFill>
          </a:ln>
        </p:spPr>
        <p:txBody>
          <a:bodyPr tIns="900000" bIns="0" anchor="ctr" anchorCtr="0">
            <a:normAutofit/>
          </a:bodyPr>
          <a:lstStyle>
            <a:lvl1pPr marL="0" indent="0" algn="ctr">
              <a:buFontTx/>
              <a:buNone/>
              <a:defRPr sz="1200" b="0">
                <a:solidFill>
                  <a:srgbClr val="FFFF00"/>
                </a:solidFill>
              </a:defRPr>
            </a:lvl1pPr>
          </a:lstStyle>
          <a:p>
            <a:r>
              <a:rPr lang="en-GB"/>
              <a:t>Click to place a picture</a:t>
            </a:r>
          </a:p>
        </p:txBody>
      </p:sp>
      <p:sp>
        <p:nvSpPr>
          <p:cNvPr id="10" name="Pladsholder til billede 56">
            <a:extLst>
              <a:ext uri="{FF2B5EF4-FFF2-40B4-BE49-F238E27FC236}">
                <a16:creationId xmlns:a16="http://schemas.microsoft.com/office/drawing/2014/main" id="{94B87B30-6C30-448E-A0BA-0AB69662867C}"/>
              </a:ext>
            </a:extLst>
          </p:cNvPr>
          <p:cNvSpPr>
            <a:spLocks noGrp="1"/>
          </p:cNvSpPr>
          <p:nvPr>
            <p:ph type="pic" sz="quarter" idx="19" hasCustomPrompt="1"/>
          </p:nvPr>
        </p:nvSpPr>
        <p:spPr>
          <a:xfrm>
            <a:off x="6096000" y="1196974"/>
            <a:ext cx="5564186" cy="5129213"/>
          </a:xfrm>
          <a:prstGeom prst="rect">
            <a:avLst/>
          </a:prstGeom>
          <a:solidFill>
            <a:srgbClr val="969696"/>
          </a:solidFill>
          <a:ln w="19050">
            <a:solidFill>
              <a:schemeClr val="accent1"/>
            </a:solidFill>
          </a:ln>
        </p:spPr>
        <p:txBody>
          <a:bodyPr tIns="900000" bIns="0" anchor="ctr" anchorCtr="0">
            <a:normAutofit/>
          </a:bodyPr>
          <a:lstStyle>
            <a:lvl1pPr marL="0" indent="0" algn="ctr">
              <a:buFontTx/>
              <a:buNone/>
              <a:defRPr sz="1200" b="0">
                <a:solidFill>
                  <a:srgbClr val="FFFF00"/>
                </a:solidFill>
              </a:defRPr>
            </a:lvl1pPr>
          </a:lstStyle>
          <a:p>
            <a:r>
              <a:rPr lang="en-GB"/>
              <a:t>Click to place a picture</a:t>
            </a:r>
          </a:p>
        </p:txBody>
      </p:sp>
      <p:sp>
        <p:nvSpPr>
          <p:cNvPr id="2" name="Title 1">
            <a:extLst>
              <a:ext uri="{FF2B5EF4-FFF2-40B4-BE49-F238E27FC236}">
                <a16:creationId xmlns:a16="http://schemas.microsoft.com/office/drawing/2014/main" id="{DC77EE8E-2E05-4B3D-B136-ACF7016620E1}"/>
              </a:ext>
            </a:extLst>
          </p:cNvPr>
          <p:cNvSpPr>
            <a:spLocks noGrp="1"/>
          </p:cNvSpPr>
          <p:nvPr>
            <p:ph type="title" hasCustomPrompt="1"/>
          </p:nvPr>
        </p:nvSpPr>
        <p:spPr/>
        <p:txBody>
          <a:bodyPr/>
          <a:lstStyle>
            <a:lvl1pPr>
              <a:defRPr>
                <a:solidFill>
                  <a:srgbClr val="E9F1F7"/>
                </a:solidFill>
              </a:defRPr>
            </a:lvl1pPr>
          </a:lstStyle>
          <a:p>
            <a:r>
              <a:rPr lang="en-US"/>
              <a:t>Click to add your slide headline</a:t>
            </a:r>
            <a:endParaRPr lang="en-GB"/>
          </a:p>
        </p:txBody>
      </p:sp>
      <p:pic>
        <p:nvPicPr>
          <p:cNvPr id="5" name="Graphic 4">
            <a:extLst>
              <a:ext uri="{FF2B5EF4-FFF2-40B4-BE49-F238E27FC236}">
                <a16:creationId xmlns:a16="http://schemas.microsoft.com/office/drawing/2014/main" id="{99C8918A-C7DF-44F9-A6AB-E00138C71FDA}"/>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361600" y="529200"/>
            <a:ext cx="298421" cy="270000"/>
          </a:xfrm>
          <a:prstGeom prst="rect">
            <a:avLst/>
          </a:prstGeom>
        </p:spPr>
      </p:pic>
    </p:spTree>
    <p:extLst>
      <p:ext uri="{BB962C8B-B14F-4D97-AF65-F5344CB8AC3E}">
        <p14:creationId xmlns:p14="http://schemas.microsoft.com/office/powerpoint/2010/main" val="3196950485"/>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Light image right - Blue">
    <p:bg>
      <p:bgPr>
        <a:solidFill>
          <a:srgbClr val="11497B"/>
        </a:solidFill>
        <a:effectLst/>
      </p:bgPr>
    </p:bg>
    <p:spTree>
      <p:nvGrpSpPr>
        <p:cNvPr id="1" name=""/>
        <p:cNvGrpSpPr/>
        <p:nvPr/>
      </p:nvGrpSpPr>
      <p:grpSpPr>
        <a:xfrm>
          <a:off x="0" y="0"/>
          <a:ext cx="0" cy="0"/>
          <a:chOff x="0" y="0"/>
          <a:chExt cx="0" cy="0"/>
        </a:xfrm>
      </p:grpSpPr>
      <p:sp>
        <p:nvSpPr>
          <p:cNvPr id="18" name="Pladsholder til billede 56">
            <a:extLst>
              <a:ext uri="{FF2B5EF4-FFF2-40B4-BE49-F238E27FC236}">
                <a16:creationId xmlns:a16="http://schemas.microsoft.com/office/drawing/2014/main" id="{271DDD88-AF33-40DB-BE0B-D87604935E8D}"/>
              </a:ext>
            </a:extLst>
          </p:cNvPr>
          <p:cNvSpPr>
            <a:spLocks noGrp="1"/>
          </p:cNvSpPr>
          <p:nvPr>
            <p:ph type="pic" sz="quarter" idx="15" hasCustomPrompt="1"/>
          </p:nvPr>
        </p:nvSpPr>
        <p:spPr>
          <a:xfrm>
            <a:off x="5284788" y="-1050"/>
            <a:ext cx="6908112" cy="6859050"/>
          </a:xfrm>
          <a:solidFill>
            <a:srgbClr val="E8E8E8"/>
          </a:solidFill>
        </p:spPr>
        <p:txBody>
          <a:bodyPr tIns="900000" bIns="0" anchor="ctr" anchorCtr="0">
            <a:normAutofit/>
          </a:bodyPr>
          <a:lstStyle>
            <a:lvl1pPr marL="0" indent="0" algn="ctr">
              <a:buFontTx/>
              <a:buNone/>
              <a:defRPr sz="1200" b="0">
                <a:solidFill>
                  <a:srgbClr val="E33353"/>
                </a:solidFill>
              </a:defRPr>
            </a:lvl1pPr>
          </a:lstStyle>
          <a:p>
            <a:r>
              <a:rPr lang="en-GB"/>
              <a:t>Click to place a light picture</a:t>
            </a:r>
          </a:p>
        </p:txBody>
      </p:sp>
      <p:sp>
        <p:nvSpPr>
          <p:cNvPr id="9" name="Title 8">
            <a:extLst>
              <a:ext uri="{FF2B5EF4-FFF2-40B4-BE49-F238E27FC236}">
                <a16:creationId xmlns:a16="http://schemas.microsoft.com/office/drawing/2014/main" id="{DB4C19EE-2305-453A-9F14-BBF2034B2EA8}"/>
              </a:ext>
            </a:extLst>
          </p:cNvPr>
          <p:cNvSpPr>
            <a:spLocks noGrp="1"/>
          </p:cNvSpPr>
          <p:nvPr>
            <p:ph type="title" hasCustomPrompt="1"/>
          </p:nvPr>
        </p:nvSpPr>
        <p:spPr>
          <a:xfrm>
            <a:off x="530225" y="1863726"/>
            <a:ext cx="4249739" cy="1016208"/>
          </a:xfrm>
        </p:spPr>
        <p:txBody>
          <a:bodyPr/>
          <a:lstStyle>
            <a:lvl1pPr>
              <a:defRPr>
                <a:solidFill>
                  <a:srgbClr val="E9F1F7"/>
                </a:solidFill>
              </a:defRPr>
            </a:lvl1pPr>
          </a:lstStyle>
          <a:p>
            <a:r>
              <a:rPr lang="en-US"/>
              <a:t>Click to add your slide headline</a:t>
            </a:r>
            <a:endParaRPr lang="en-GB"/>
          </a:p>
        </p:txBody>
      </p:sp>
      <p:sp>
        <p:nvSpPr>
          <p:cNvPr id="15" name="Date Placeholder 14">
            <a:extLst>
              <a:ext uri="{FF2B5EF4-FFF2-40B4-BE49-F238E27FC236}">
                <a16:creationId xmlns:a16="http://schemas.microsoft.com/office/drawing/2014/main" id="{2D8E5CD6-6ED0-4532-9FDB-994D77AC4803}"/>
              </a:ext>
            </a:extLst>
          </p:cNvPr>
          <p:cNvSpPr>
            <a:spLocks noGrp="1"/>
          </p:cNvSpPr>
          <p:nvPr>
            <p:ph type="dt" sz="half" idx="20"/>
          </p:nvPr>
        </p:nvSpPr>
        <p:spPr/>
        <p:txBody>
          <a:bodyPr/>
          <a:lstStyle>
            <a:lvl1pPr>
              <a:defRPr>
                <a:solidFill>
                  <a:schemeClr val="bg1"/>
                </a:solidFill>
              </a:defRPr>
            </a:lvl1pPr>
          </a:lstStyle>
          <a:p>
            <a:fld id="{D0A92B78-1DD2-45FA-A79C-EB831B78FEC1}" type="datetime1">
              <a:rPr lang="da-DK" smtClean="0"/>
              <a:pPr/>
              <a:t>12-09-2025</a:t>
            </a:fld>
            <a:endParaRPr lang="en-GB"/>
          </a:p>
        </p:txBody>
      </p:sp>
      <p:sp>
        <p:nvSpPr>
          <p:cNvPr id="16" name="Footer Placeholder 15">
            <a:extLst>
              <a:ext uri="{FF2B5EF4-FFF2-40B4-BE49-F238E27FC236}">
                <a16:creationId xmlns:a16="http://schemas.microsoft.com/office/drawing/2014/main" id="{3532A282-7E3C-46C8-A87D-BDB597A5DE69}"/>
              </a:ext>
            </a:extLst>
          </p:cNvPr>
          <p:cNvSpPr>
            <a:spLocks noGrp="1"/>
          </p:cNvSpPr>
          <p:nvPr>
            <p:ph type="ftr" sz="quarter" idx="21"/>
          </p:nvPr>
        </p:nvSpPr>
        <p:spPr>
          <a:xfrm>
            <a:off x="1242219" y="5995946"/>
            <a:ext cx="3537746" cy="365125"/>
          </a:xfrm>
        </p:spPr>
        <p:txBody>
          <a:bodyPr/>
          <a:lstStyle>
            <a:lvl1pPr>
              <a:defRPr>
                <a:solidFill>
                  <a:schemeClr val="bg1"/>
                </a:solidFill>
              </a:defRPr>
            </a:lvl1pPr>
          </a:lstStyle>
          <a:p>
            <a:r>
              <a:rPr lang="en-US"/>
              <a:t>© 2022 Grundfos Holding A/S</a:t>
            </a:r>
            <a:endParaRPr lang="en-GB"/>
          </a:p>
        </p:txBody>
      </p:sp>
      <p:sp>
        <p:nvSpPr>
          <p:cNvPr id="17" name="Slide Number Placeholder 16">
            <a:extLst>
              <a:ext uri="{FF2B5EF4-FFF2-40B4-BE49-F238E27FC236}">
                <a16:creationId xmlns:a16="http://schemas.microsoft.com/office/drawing/2014/main" id="{C713AEEE-229B-4CF5-AECF-86757156BB97}"/>
              </a:ext>
            </a:extLst>
          </p:cNvPr>
          <p:cNvSpPr>
            <a:spLocks noGrp="1"/>
          </p:cNvSpPr>
          <p:nvPr>
            <p:ph type="sldNum" sz="quarter" idx="22"/>
          </p:nvPr>
        </p:nvSpPr>
        <p:spPr/>
        <p:txBody>
          <a:bodyPr/>
          <a:lstStyle>
            <a:lvl1pPr>
              <a:defRPr>
                <a:solidFill>
                  <a:srgbClr val="11497B"/>
                </a:solidFill>
              </a:defRPr>
            </a:lvl1pPr>
          </a:lstStyle>
          <a:p>
            <a:fld id="{85D19AB6-A39C-F648-8673-AE723FC1C93C}" type="slidenum">
              <a:rPr lang="en-GB" smtClean="0"/>
              <a:pPr/>
              <a:t>‹#›</a:t>
            </a:fld>
            <a:endParaRPr lang="en-GB"/>
          </a:p>
        </p:txBody>
      </p:sp>
      <p:sp>
        <p:nvSpPr>
          <p:cNvPr id="10" name="Text Placeholder 6">
            <a:extLst>
              <a:ext uri="{FF2B5EF4-FFF2-40B4-BE49-F238E27FC236}">
                <a16:creationId xmlns:a16="http://schemas.microsoft.com/office/drawing/2014/main" id="{6724D18A-1AEA-48FE-A55D-6A8F7C1D2E15}"/>
              </a:ext>
            </a:extLst>
          </p:cNvPr>
          <p:cNvSpPr>
            <a:spLocks noGrp="1"/>
          </p:cNvSpPr>
          <p:nvPr>
            <p:ph type="body" sz="quarter" idx="13" hasCustomPrompt="1"/>
          </p:nvPr>
        </p:nvSpPr>
        <p:spPr>
          <a:xfrm>
            <a:off x="530225" y="3004159"/>
            <a:ext cx="4249739" cy="2191729"/>
          </a:xfrm>
        </p:spPr>
        <p:txBody>
          <a:bodyPr/>
          <a:lstStyle>
            <a:lvl1pPr marL="182563" indent="-182563">
              <a:buFont typeface="Arial" panose="020B0604020202020204" pitchFamily="34" charset="0"/>
              <a:buChar cha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add your body text</a:t>
            </a:r>
          </a:p>
          <a:p>
            <a:pPr lvl="1"/>
            <a:r>
              <a:rPr lang="en-US"/>
              <a:t>Second level</a:t>
            </a:r>
          </a:p>
          <a:p>
            <a:pPr lvl="2"/>
            <a:r>
              <a:rPr lang="en-US"/>
              <a:t>Third level</a:t>
            </a:r>
          </a:p>
          <a:p>
            <a:pPr lvl="3"/>
            <a:r>
              <a:rPr lang="en-US"/>
              <a:t>Fourth level</a:t>
            </a:r>
          </a:p>
          <a:p>
            <a:pPr lvl="4"/>
            <a:r>
              <a:rPr lang="en-US"/>
              <a:t>Fifth level</a:t>
            </a:r>
          </a:p>
        </p:txBody>
      </p:sp>
      <p:sp>
        <p:nvSpPr>
          <p:cNvPr id="3" name="Text Placeholder 2">
            <a:extLst>
              <a:ext uri="{FF2B5EF4-FFF2-40B4-BE49-F238E27FC236}">
                <a16:creationId xmlns:a16="http://schemas.microsoft.com/office/drawing/2014/main" id="{EB989437-118C-4B1B-A286-2F63FDAFE654}"/>
              </a:ext>
            </a:extLst>
          </p:cNvPr>
          <p:cNvSpPr>
            <a:spLocks noGrp="1"/>
          </p:cNvSpPr>
          <p:nvPr>
            <p:ph type="body" sz="quarter" idx="23" hasCustomPrompt="1"/>
          </p:nvPr>
        </p:nvSpPr>
        <p:spPr>
          <a:xfrm>
            <a:off x="11361600" y="529200"/>
            <a:ext cx="298800" cy="270000"/>
          </a:xfrm>
          <a:blipFill>
            <a:blip r:embed="rId2">
              <a:extLst>
                <a:ext uri="{96DAC541-7B7A-43D3-8B79-37D633B846F1}">
                  <asvg:svgBlip xmlns:asvg="http://schemas.microsoft.com/office/drawing/2016/SVG/main" r:embed="rId3"/>
                </a:ext>
              </a:extLst>
            </a:blip>
            <a:stretch>
              <a:fillRect/>
            </a:stretch>
          </a:blipFill>
        </p:spPr>
        <p:txBody>
          <a:bodyPr tIns="0" bIns="0"/>
          <a:lstStyle>
            <a:lvl1pPr marL="0" indent="0">
              <a:buNone/>
              <a:defRPr sz="100"/>
            </a:lvl1pPr>
          </a:lstStyle>
          <a:p>
            <a:pPr lvl="0"/>
            <a:r>
              <a:rPr lang="en-GB"/>
              <a:t> </a:t>
            </a:r>
          </a:p>
        </p:txBody>
      </p:sp>
    </p:spTree>
    <p:extLst>
      <p:ext uri="{BB962C8B-B14F-4D97-AF65-F5344CB8AC3E}">
        <p14:creationId xmlns:p14="http://schemas.microsoft.com/office/powerpoint/2010/main" val="89607671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Dark image right - Blue">
    <p:bg>
      <p:bgPr>
        <a:solidFill>
          <a:srgbClr val="11497B"/>
        </a:solidFill>
        <a:effectLst/>
      </p:bgPr>
    </p:bg>
    <p:spTree>
      <p:nvGrpSpPr>
        <p:cNvPr id="1" name=""/>
        <p:cNvGrpSpPr/>
        <p:nvPr/>
      </p:nvGrpSpPr>
      <p:grpSpPr>
        <a:xfrm>
          <a:off x="0" y="0"/>
          <a:ext cx="0" cy="0"/>
          <a:chOff x="0" y="0"/>
          <a:chExt cx="0" cy="0"/>
        </a:xfrm>
      </p:grpSpPr>
      <p:sp>
        <p:nvSpPr>
          <p:cNvPr id="8" name="Pladsholder til billede 56">
            <a:extLst>
              <a:ext uri="{FF2B5EF4-FFF2-40B4-BE49-F238E27FC236}">
                <a16:creationId xmlns:a16="http://schemas.microsoft.com/office/drawing/2014/main" id="{D284C4C0-9EBD-4A79-82F2-48A6278AC762}"/>
              </a:ext>
            </a:extLst>
          </p:cNvPr>
          <p:cNvSpPr>
            <a:spLocks noGrp="1"/>
          </p:cNvSpPr>
          <p:nvPr>
            <p:ph type="pic" sz="quarter" idx="15" hasCustomPrompt="1"/>
          </p:nvPr>
        </p:nvSpPr>
        <p:spPr>
          <a:xfrm>
            <a:off x="5284788" y="-1050"/>
            <a:ext cx="6908112" cy="6859050"/>
          </a:xfrm>
          <a:prstGeom prst="rect">
            <a:avLst/>
          </a:prstGeom>
          <a:solidFill>
            <a:srgbClr val="4D4D4D"/>
          </a:solidFill>
        </p:spPr>
        <p:txBody>
          <a:bodyPr tIns="900000" bIns="0" anchor="ctr" anchorCtr="0">
            <a:normAutofit/>
          </a:bodyPr>
          <a:lstStyle>
            <a:lvl1pPr marL="0" indent="0" algn="ctr">
              <a:buFontTx/>
              <a:buNone/>
              <a:defRPr sz="1200" b="0">
                <a:solidFill>
                  <a:srgbClr val="FFFF00"/>
                </a:solidFill>
              </a:defRPr>
            </a:lvl1pPr>
          </a:lstStyle>
          <a:p>
            <a:r>
              <a:rPr lang="en-GB"/>
              <a:t>Click to place a dark picture</a:t>
            </a:r>
          </a:p>
        </p:txBody>
      </p:sp>
      <p:sp>
        <p:nvSpPr>
          <p:cNvPr id="9" name="Title 8">
            <a:extLst>
              <a:ext uri="{FF2B5EF4-FFF2-40B4-BE49-F238E27FC236}">
                <a16:creationId xmlns:a16="http://schemas.microsoft.com/office/drawing/2014/main" id="{DB4C19EE-2305-453A-9F14-BBF2034B2EA8}"/>
              </a:ext>
            </a:extLst>
          </p:cNvPr>
          <p:cNvSpPr>
            <a:spLocks noGrp="1"/>
          </p:cNvSpPr>
          <p:nvPr>
            <p:ph type="title" hasCustomPrompt="1"/>
          </p:nvPr>
        </p:nvSpPr>
        <p:spPr>
          <a:xfrm>
            <a:off x="530225" y="1863726"/>
            <a:ext cx="4249739" cy="1016208"/>
          </a:xfrm>
        </p:spPr>
        <p:txBody>
          <a:bodyPr/>
          <a:lstStyle>
            <a:lvl1pPr>
              <a:defRPr>
                <a:solidFill>
                  <a:srgbClr val="E9F1F7"/>
                </a:solidFill>
              </a:defRPr>
            </a:lvl1pPr>
          </a:lstStyle>
          <a:p>
            <a:r>
              <a:rPr lang="en-US"/>
              <a:t>Click to add your slide headline</a:t>
            </a:r>
            <a:endParaRPr lang="en-GB"/>
          </a:p>
        </p:txBody>
      </p:sp>
      <p:sp>
        <p:nvSpPr>
          <p:cNvPr id="15" name="Date Placeholder 14">
            <a:extLst>
              <a:ext uri="{FF2B5EF4-FFF2-40B4-BE49-F238E27FC236}">
                <a16:creationId xmlns:a16="http://schemas.microsoft.com/office/drawing/2014/main" id="{2D8E5CD6-6ED0-4532-9FDB-994D77AC4803}"/>
              </a:ext>
            </a:extLst>
          </p:cNvPr>
          <p:cNvSpPr>
            <a:spLocks noGrp="1"/>
          </p:cNvSpPr>
          <p:nvPr>
            <p:ph type="dt" sz="half" idx="20"/>
          </p:nvPr>
        </p:nvSpPr>
        <p:spPr/>
        <p:txBody>
          <a:bodyPr/>
          <a:lstStyle>
            <a:lvl1pPr>
              <a:defRPr>
                <a:solidFill>
                  <a:schemeClr val="bg1"/>
                </a:solidFill>
              </a:defRPr>
            </a:lvl1pPr>
          </a:lstStyle>
          <a:p>
            <a:fld id="{D0A92B78-1DD2-45FA-A79C-EB831B78FEC1}" type="datetime1">
              <a:rPr lang="da-DK" smtClean="0"/>
              <a:pPr/>
              <a:t>12-09-2025</a:t>
            </a:fld>
            <a:endParaRPr lang="en-GB"/>
          </a:p>
        </p:txBody>
      </p:sp>
      <p:sp>
        <p:nvSpPr>
          <p:cNvPr id="16" name="Footer Placeholder 15">
            <a:extLst>
              <a:ext uri="{FF2B5EF4-FFF2-40B4-BE49-F238E27FC236}">
                <a16:creationId xmlns:a16="http://schemas.microsoft.com/office/drawing/2014/main" id="{3532A282-7E3C-46C8-A87D-BDB597A5DE69}"/>
              </a:ext>
            </a:extLst>
          </p:cNvPr>
          <p:cNvSpPr>
            <a:spLocks noGrp="1"/>
          </p:cNvSpPr>
          <p:nvPr>
            <p:ph type="ftr" sz="quarter" idx="21"/>
          </p:nvPr>
        </p:nvSpPr>
        <p:spPr>
          <a:xfrm>
            <a:off x="1242219" y="5995946"/>
            <a:ext cx="3537746" cy="365125"/>
          </a:xfrm>
        </p:spPr>
        <p:txBody>
          <a:bodyPr/>
          <a:lstStyle>
            <a:lvl1pPr>
              <a:defRPr>
                <a:solidFill>
                  <a:schemeClr val="bg1"/>
                </a:solidFill>
              </a:defRPr>
            </a:lvl1pPr>
          </a:lstStyle>
          <a:p>
            <a:r>
              <a:rPr lang="en-US"/>
              <a:t>© 2022 Grundfos Holding A/S</a:t>
            </a:r>
            <a:endParaRPr lang="en-GB"/>
          </a:p>
        </p:txBody>
      </p:sp>
      <p:sp>
        <p:nvSpPr>
          <p:cNvPr id="17" name="Slide Number Placeholder 16">
            <a:extLst>
              <a:ext uri="{FF2B5EF4-FFF2-40B4-BE49-F238E27FC236}">
                <a16:creationId xmlns:a16="http://schemas.microsoft.com/office/drawing/2014/main" id="{C713AEEE-229B-4CF5-AECF-86757156BB97}"/>
              </a:ext>
            </a:extLst>
          </p:cNvPr>
          <p:cNvSpPr>
            <a:spLocks noGrp="1"/>
          </p:cNvSpPr>
          <p:nvPr>
            <p:ph type="sldNum" sz="quarter" idx="22"/>
          </p:nvPr>
        </p:nvSpPr>
        <p:spPr/>
        <p:txBody>
          <a:bodyPr/>
          <a:lstStyle>
            <a:lvl1pPr>
              <a:defRPr>
                <a:solidFill>
                  <a:schemeClr val="bg1"/>
                </a:solidFill>
              </a:defRPr>
            </a:lvl1pPr>
          </a:lstStyle>
          <a:p>
            <a:fld id="{85D19AB6-A39C-F648-8673-AE723FC1C93C}" type="slidenum">
              <a:rPr lang="en-GB" smtClean="0"/>
              <a:pPr/>
              <a:t>‹#›</a:t>
            </a:fld>
            <a:endParaRPr lang="en-GB"/>
          </a:p>
        </p:txBody>
      </p:sp>
      <p:sp>
        <p:nvSpPr>
          <p:cNvPr id="11" name="Text Placeholder 6">
            <a:extLst>
              <a:ext uri="{FF2B5EF4-FFF2-40B4-BE49-F238E27FC236}">
                <a16:creationId xmlns:a16="http://schemas.microsoft.com/office/drawing/2014/main" id="{70D5824E-C4C1-4D61-AFF3-F72D6382A82C}"/>
              </a:ext>
            </a:extLst>
          </p:cNvPr>
          <p:cNvSpPr>
            <a:spLocks noGrp="1"/>
          </p:cNvSpPr>
          <p:nvPr>
            <p:ph type="body" sz="quarter" idx="13" hasCustomPrompt="1"/>
          </p:nvPr>
        </p:nvSpPr>
        <p:spPr>
          <a:xfrm>
            <a:off x="530225" y="3004159"/>
            <a:ext cx="4249739" cy="2191729"/>
          </a:xfrm>
        </p:spPr>
        <p:txBody>
          <a:bodyPr/>
          <a:lstStyle>
            <a:lvl1pPr marL="182563" indent="-182563">
              <a:buFont typeface="Arial" panose="020B0604020202020204" pitchFamily="34" charset="0"/>
              <a:buChar cha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add your body text</a:t>
            </a:r>
          </a:p>
          <a:p>
            <a:pPr lvl="1"/>
            <a:r>
              <a:rPr lang="en-US"/>
              <a:t>Second level</a:t>
            </a:r>
          </a:p>
          <a:p>
            <a:pPr lvl="2"/>
            <a:r>
              <a:rPr lang="en-US"/>
              <a:t>Third level</a:t>
            </a:r>
          </a:p>
          <a:p>
            <a:pPr lvl="3"/>
            <a:r>
              <a:rPr lang="en-US"/>
              <a:t>Fourth level</a:t>
            </a:r>
          </a:p>
          <a:p>
            <a:pPr lvl="4"/>
            <a:r>
              <a:rPr lang="en-US"/>
              <a:t>Fifth level</a:t>
            </a:r>
          </a:p>
        </p:txBody>
      </p:sp>
      <p:sp>
        <p:nvSpPr>
          <p:cNvPr id="3" name="Text Placeholder 2">
            <a:extLst>
              <a:ext uri="{FF2B5EF4-FFF2-40B4-BE49-F238E27FC236}">
                <a16:creationId xmlns:a16="http://schemas.microsoft.com/office/drawing/2014/main" id="{708C9325-CCC2-448F-A790-652E0C86F3B9}"/>
              </a:ext>
            </a:extLst>
          </p:cNvPr>
          <p:cNvSpPr>
            <a:spLocks noGrp="1"/>
          </p:cNvSpPr>
          <p:nvPr>
            <p:ph type="body" sz="quarter" idx="23" hasCustomPrompt="1"/>
          </p:nvPr>
        </p:nvSpPr>
        <p:spPr>
          <a:xfrm>
            <a:off x="11361600" y="529200"/>
            <a:ext cx="298800" cy="270000"/>
          </a:xfrm>
          <a:blipFill>
            <a:blip r:embed="rId2">
              <a:extLst>
                <a:ext uri="{96DAC541-7B7A-43D3-8B79-37D633B846F1}">
                  <asvg:svgBlip xmlns:asvg="http://schemas.microsoft.com/office/drawing/2016/SVG/main" r:embed="rId3"/>
                </a:ext>
              </a:extLst>
            </a:blip>
            <a:stretch>
              <a:fillRect/>
            </a:stretch>
          </a:blipFill>
        </p:spPr>
        <p:txBody>
          <a:bodyPr tIns="0" bIns="0"/>
          <a:lstStyle>
            <a:lvl1pPr marL="0" indent="0">
              <a:buNone/>
              <a:defRPr sz="100"/>
            </a:lvl1pPr>
          </a:lstStyle>
          <a:p>
            <a:pPr lvl="0"/>
            <a:r>
              <a:rPr lang="en-GB"/>
              <a:t> </a:t>
            </a:r>
          </a:p>
        </p:txBody>
      </p:sp>
    </p:spTree>
    <p:extLst>
      <p:ext uri="{BB962C8B-B14F-4D97-AF65-F5344CB8AC3E}">
        <p14:creationId xmlns:p14="http://schemas.microsoft.com/office/powerpoint/2010/main" val="99638133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Image left - Blue">
    <p:bg>
      <p:bgPr>
        <a:solidFill>
          <a:srgbClr val="11497B"/>
        </a:solidFill>
        <a:effectLst/>
      </p:bgPr>
    </p:bg>
    <p:spTree>
      <p:nvGrpSpPr>
        <p:cNvPr id="1" name=""/>
        <p:cNvGrpSpPr/>
        <p:nvPr/>
      </p:nvGrpSpPr>
      <p:grpSpPr>
        <a:xfrm>
          <a:off x="0" y="0"/>
          <a:ext cx="0" cy="0"/>
          <a:chOff x="0" y="0"/>
          <a:chExt cx="0" cy="0"/>
        </a:xfrm>
      </p:grpSpPr>
      <p:sp>
        <p:nvSpPr>
          <p:cNvPr id="8" name="Pladsholder til billede 56">
            <a:extLst>
              <a:ext uri="{FF2B5EF4-FFF2-40B4-BE49-F238E27FC236}">
                <a16:creationId xmlns:a16="http://schemas.microsoft.com/office/drawing/2014/main" id="{D284C4C0-9EBD-4A79-82F2-48A6278AC762}"/>
              </a:ext>
            </a:extLst>
          </p:cNvPr>
          <p:cNvSpPr>
            <a:spLocks noGrp="1"/>
          </p:cNvSpPr>
          <p:nvPr>
            <p:ph type="pic" sz="quarter" idx="15" hasCustomPrompt="1"/>
          </p:nvPr>
        </p:nvSpPr>
        <p:spPr>
          <a:xfrm>
            <a:off x="0" y="-1050"/>
            <a:ext cx="6908112" cy="6859050"/>
          </a:xfrm>
          <a:prstGeom prst="rect">
            <a:avLst/>
          </a:prstGeom>
          <a:solidFill>
            <a:srgbClr val="969696"/>
          </a:solidFill>
        </p:spPr>
        <p:txBody>
          <a:bodyPr tIns="900000" bIns="0" anchor="ctr" anchorCtr="0">
            <a:normAutofit/>
          </a:bodyPr>
          <a:lstStyle>
            <a:lvl1pPr marL="0" indent="0" algn="ctr">
              <a:buFontTx/>
              <a:buNone/>
              <a:defRPr sz="1200" b="0">
                <a:solidFill>
                  <a:srgbClr val="FFFF00"/>
                </a:solidFill>
              </a:defRPr>
            </a:lvl1pPr>
          </a:lstStyle>
          <a:p>
            <a:r>
              <a:rPr lang="en-GB"/>
              <a:t>Click to place a picture</a:t>
            </a:r>
          </a:p>
        </p:txBody>
      </p:sp>
      <p:sp>
        <p:nvSpPr>
          <p:cNvPr id="10" name="Pladsholder til slidenummer 5">
            <a:extLst>
              <a:ext uri="{FF2B5EF4-FFF2-40B4-BE49-F238E27FC236}">
                <a16:creationId xmlns:a16="http://schemas.microsoft.com/office/drawing/2014/main" id="{08DB4514-4A1D-4CDC-A359-D5BFA04FF62A}"/>
              </a:ext>
            </a:extLst>
          </p:cNvPr>
          <p:cNvSpPr>
            <a:spLocks noGrp="1"/>
          </p:cNvSpPr>
          <p:nvPr>
            <p:ph type="sldNum" sz="quarter" idx="12"/>
          </p:nvPr>
        </p:nvSpPr>
        <p:spPr>
          <a:xfrm>
            <a:off x="11155362" y="6199794"/>
            <a:ext cx="504825" cy="192089"/>
          </a:xfrm>
        </p:spPr>
        <p:txBody>
          <a:bodyPr/>
          <a:lstStyle>
            <a:lvl1pPr>
              <a:defRPr>
                <a:solidFill>
                  <a:schemeClr val="bg1"/>
                </a:solidFill>
              </a:defRPr>
            </a:lvl1pPr>
          </a:lstStyle>
          <a:p>
            <a:fld id="{85D19AB6-A39C-F648-8673-AE723FC1C93C}" type="slidenum">
              <a:rPr lang="en-GB" smtClean="0"/>
              <a:pPr/>
              <a:t>‹#›</a:t>
            </a:fld>
            <a:endParaRPr lang="en-GB"/>
          </a:p>
        </p:txBody>
      </p:sp>
      <p:sp>
        <p:nvSpPr>
          <p:cNvPr id="4" name="Title 3">
            <a:extLst>
              <a:ext uri="{FF2B5EF4-FFF2-40B4-BE49-F238E27FC236}">
                <a16:creationId xmlns:a16="http://schemas.microsoft.com/office/drawing/2014/main" id="{AB150BA7-D7E3-4ECE-B324-18256B6A0E32}"/>
              </a:ext>
            </a:extLst>
          </p:cNvPr>
          <p:cNvSpPr>
            <a:spLocks noGrp="1"/>
          </p:cNvSpPr>
          <p:nvPr>
            <p:ph type="title" hasCustomPrompt="1"/>
          </p:nvPr>
        </p:nvSpPr>
        <p:spPr>
          <a:xfrm>
            <a:off x="7410449" y="1863726"/>
            <a:ext cx="4249738" cy="1016208"/>
          </a:xfrm>
        </p:spPr>
        <p:txBody>
          <a:bodyPr/>
          <a:lstStyle>
            <a:lvl1pPr>
              <a:defRPr>
                <a:solidFill>
                  <a:srgbClr val="E9F1F7"/>
                </a:solidFill>
              </a:defRPr>
            </a:lvl1pPr>
          </a:lstStyle>
          <a:p>
            <a:r>
              <a:rPr lang="en-US"/>
              <a:t>Click to add your slide headline</a:t>
            </a:r>
            <a:endParaRPr lang="en-GB"/>
          </a:p>
        </p:txBody>
      </p:sp>
      <p:sp>
        <p:nvSpPr>
          <p:cNvPr id="12" name="Text Placeholder 5">
            <a:extLst>
              <a:ext uri="{FF2B5EF4-FFF2-40B4-BE49-F238E27FC236}">
                <a16:creationId xmlns:a16="http://schemas.microsoft.com/office/drawing/2014/main" id="{91BB8ACE-A20A-4185-A991-56DE0AD4A105}"/>
              </a:ext>
            </a:extLst>
          </p:cNvPr>
          <p:cNvSpPr>
            <a:spLocks noGrp="1"/>
          </p:cNvSpPr>
          <p:nvPr>
            <p:ph type="body" sz="quarter" idx="16" hasCustomPrompt="1"/>
          </p:nvPr>
        </p:nvSpPr>
        <p:spPr>
          <a:xfrm>
            <a:off x="7410449" y="3004159"/>
            <a:ext cx="4249738" cy="2191729"/>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add your body text</a:t>
            </a:r>
          </a:p>
          <a:p>
            <a:pPr lvl="1"/>
            <a:r>
              <a:rPr lang="en-US"/>
              <a:t>Second level</a:t>
            </a:r>
          </a:p>
          <a:p>
            <a:pPr lvl="2"/>
            <a:r>
              <a:rPr lang="en-US"/>
              <a:t>Third level</a:t>
            </a:r>
          </a:p>
          <a:p>
            <a:pPr lvl="3"/>
            <a:r>
              <a:rPr lang="en-US"/>
              <a:t>Fourth level</a:t>
            </a:r>
          </a:p>
          <a:p>
            <a:pPr lvl="4"/>
            <a:r>
              <a:rPr lang="en-US"/>
              <a:t>Fifth level</a:t>
            </a:r>
            <a:endParaRPr lang="en-GB"/>
          </a:p>
        </p:txBody>
      </p:sp>
      <p:pic>
        <p:nvPicPr>
          <p:cNvPr id="6" name="Graphic 5">
            <a:extLst>
              <a:ext uri="{FF2B5EF4-FFF2-40B4-BE49-F238E27FC236}">
                <a16:creationId xmlns:a16="http://schemas.microsoft.com/office/drawing/2014/main" id="{93B01BA6-EFF0-4FE6-BEAA-40802D48335C}"/>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361600" y="529200"/>
            <a:ext cx="298421" cy="270000"/>
          </a:xfrm>
          <a:prstGeom prst="rect">
            <a:avLst/>
          </a:prstGeom>
        </p:spPr>
      </p:pic>
    </p:spTree>
    <p:extLst>
      <p:ext uri="{BB962C8B-B14F-4D97-AF65-F5344CB8AC3E}">
        <p14:creationId xmlns:p14="http://schemas.microsoft.com/office/powerpoint/2010/main" val="3907488569"/>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Full image 1 - Dark">
    <p:spTree>
      <p:nvGrpSpPr>
        <p:cNvPr id="1" name=""/>
        <p:cNvGrpSpPr/>
        <p:nvPr/>
      </p:nvGrpSpPr>
      <p:grpSpPr>
        <a:xfrm>
          <a:off x="0" y="0"/>
          <a:ext cx="0" cy="0"/>
          <a:chOff x="0" y="0"/>
          <a:chExt cx="0" cy="0"/>
        </a:xfrm>
      </p:grpSpPr>
      <p:sp>
        <p:nvSpPr>
          <p:cNvPr id="8" name="Pladsholder til billede 56">
            <a:extLst>
              <a:ext uri="{FF2B5EF4-FFF2-40B4-BE49-F238E27FC236}">
                <a16:creationId xmlns:a16="http://schemas.microsoft.com/office/drawing/2014/main" id="{62FA8511-013C-46F9-9C0C-1C8D0D762638}"/>
              </a:ext>
            </a:extLst>
          </p:cNvPr>
          <p:cNvSpPr>
            <a:spLocks noGrp="1"/>
          </p:cNvSpPr>
          <p:nvPr>
            <p:ph type="pic" sz="quarter" idx="15" hasCustomPrompt="1"/>
          </p:nvPr>
        </p:nvSpPr>
        <p:spPr>
          <a:xfrm>
            <a:off x="0" y="-1050"/>
            <a:ext cx="12192900" cy="6859050"/>
          </a:xfrm>
          <a:prstGeom prst="rect">
            <a:avLst/>
          </a:prstGeom>
          <a:solidFill>
            <a:srgbClr val="4D4D4D"/>
          </a:solidFill>
        </p:spPr>
        <p:txBody>
          <a:bodyPr tIns="540000" bIns="0" anchor="ctr" anchorCtr="0">
            <a:normAutofit/>
          </a:bodyPr>
          <a:lstStyle>
            <a:lvl1pPr marL="0" indent="0" algn="ctr">
              <a:buFontTx/>
              <a:buNone/>
              <a:defRPr sz="1200" b="0">
                <a:solidFill>
                  <a:srgbClr val="FFFF00"/>
                </a:solidFill>
              </a:defRPr>
            </a:lvl1pPr>
          </a:lstStyle>
          <a:p>
            <a:r>
              <a:rPr lang="en-GB"/>
              <a:t>Click to place a dark background picture</a:t>
            </a:r>
          </a:p>
        </p:txBody>
      </p:sp>
      <p:sp>
        <p:nvSpPr>
          <p:cNvPr id="15" name="Title 9">
            <a:extLst>
              <a:ext uri="{FF2B5EF4-FFF2-40B4-BE49-F238E27FC236}">
                <a16:creationId xmlns:a16="http://schemas.microsoft.com/office/drawing/2014/main" id="{105AED23-106A-4546-ADEA-F9AD911EEC58}"/>
              </a:ext>
            </a:extLst>
          </p:cNvPr>
          <p:cNvSpPr>
            <a:spLocks noGrp="1"/>
          </p:cNvSpPr>
          <p:nvPr>
            <p:ph type="title" hasCustomPrompt="1"/>
          </p:nvPr>
        </p:nvSpPr>
        <p:spPr>
          <a:xfrm>
            <a:off x="1551784" y="2590800"/>
            <a:ext cx="9088433" cy="745743"/>
          </a:xfrm>
        </p:spPr>
        <p:txBody>
          <a:bodyPr anchor="ctr" anchorCtr="0"/>
          <a:lstStyle>
            <a:lvl1pPr algn="ctr">
              <a:defRPr sz="3600">
                <a:solidFill>
                  <a:srgbClr val="E9F1F7"/>
                </a:solidFill>
              </a:defRPr>
            </a:lvl1pPr>
          </a:lstStyle>
          <a:p>
            <a:r>
              <a:rPr lang="en-US"/>
              <a:t>Click to add your slide headline</a:t>
            </a:r>
            <a:endParaRPr lang="en-GB"/>
          </a:p>
        </p:txBody>
      </p:sp>
      <p:sp>
        <p:nvSpPr>
          <p:cNvPr id="11" name="Date Placeholder 10">
            <a:extLst>
              <a:ext uri="{FF2B5EF4-FFF2-40B4-BE49-F238E27FC236}">
                <a16:creationId xmlns:a16="http://schemas.microsoft.com/office/drawing/2014/main" id="{BF0EE36E-D239-482D-AF8F-2B9CED9AE210}"/>
              </a:ext>
            </a:extLst>
          </p:cNvPr>
          <p:cNvSpPr>
            <a:spLocks noGrp="1"/>
          </p:cNvSpPr>
          <p:nvPr>
            <p:ph type="dt" sz="half" idx="19"/>
          </p:nvPr>
        </p:nvSpPr>
        <p:spPr/>
        <p:txBody>
          <a:bodyPr/>
          <a:lstStyle>
            <a:lvl1pPr>
              <a:defRPr>
                <a:solidFill>
                  <a:schemeClr val="bg1"/>
                </a:solidFill>
              </a:defRPr>
            </a:lvl1pPr>
          </a:lstStyle>
          <a:p>
            <a:fld id="{D0A92B78-1DD2-45FA-A79C-EB831B78FEC1}" type="datetime1">
              <a:rPr lang="da-DK" smtClean="0"/>
              <a:pPr/>
              <a:t>12-09-2025</a:t>
            </a:fld>
            <a:endParaRPr lang="en-GB"/>
          </a:p>
        </p:txBody>
      </p:sp>
      <p:sp>
        <p:nvSpPr>
          <p:cNvPr id="16" name="Footer Placeholder 15">
            <a:extLst>
              <a:ext uri="{FF2B5EF4-FFF2-40B4-BE49-F238E27FC236}">
                <a16:creationId xmlns:a16="http://schemas.microsoft.com/office/drawing/2014/main" id="{2C1D96EE-4995-4DCD-A162-883DC12A19B0}"/>
              </a:ext>
            </a:extLst>
          </p:cNvPr>
          <p:cNvSpPr>
            <a:spLocks noGrp="1"/>
          </p:cNvSpPr>
          <p:nvPr>
            <p:ph type="ftr" sz="quarter" idx="20"/>
          </p:nvPr>
        </p:nvSpPr>
        <p:spPr/>
        <p:txBody>
          <a:bodyPr/>
          <a:lstStyle>
            <a:lvl1pPr>
              <a:defRPr>
                <a:solidFill>
                  <a:schemeClr val="bg1"/>
                </a:solidFill>
              </a:defRPr>
            </a:lvl1pPr>
          </a:lstStyle>
          <a:p>
            <a:r>
              <a:rPr lang="en-US"/>
              <a:t>© 2022 Grundfos Holding A/S</a:t>
            </a:r>
            <a:endParaRPr lang="en-GB"/>
          </a:p>
        </p:txBody>
      </p:sp>
      <p:sp>
        <p:nvSpPr>
          <p:cNvPr id="17" name="Slide Number Placeholder 16">
            <a:extLst>
              <a:ext uri="{FF2B5EF4-FFF2-40B4-BE49-F238E27FC236}">
                <a16:creationId xmlns:a16="http://schemas.microsoft.com/office/drawing/2014/main" id="{2D268ED2-6FED-438C-A270-8285E38CEBEE}"/>
              </a:ext>
            </a:extLst>
          </p:cNvPr>
          <p:cNvSpPr>
            <a:spLocks noGrp="1"/>
          </p:cNvSpPr>
          <p:nvPr>
            <p:ph type="sldNum" sz="quarter" idx="21"/>
          </p:nvPr>
        </p:nvSpPr>
        <p:spPr/>
        <p:txBody>
          <a:bodyPr/>
          <a:lstStyle>
            <a:lvl1pPr>
              <a:defRPr>
                <a:solidFill>
                  <a:schemeClr val="bg1"/>
                </a:solidFill>
              </a:defRPr>
            </a:lvl1pPr>
          </a:lstStyle>
          <a:p>
            <a:fld id="{85D19AB6-A39C-F648-8673-AE723FC1C93C}" type="slidenum">
              <a:rPr lang="en-GB" smtClean="0"/>
              <a:pPr/>
              <a:t>‹#›</a:t>
            </a:fld>
            <a:endParaRPr lang="en-GB"/>
          </a:p>
        </p:txBody>
      </p:sp>
      <p:sp>
        <p:nvSpPr>
          <p:cNvPr id="3" name="Text Placeholder 2">
            <a:extLst>
              <a:ext uri="{FF2B5EF4-FFF2-40B4-BE49-F238E27FC236}">
                <a16:creationId xmlns:a16="http://schemas.microsoft.com/office/drawing/2014/main" id="{BB11D147-2FBB-4056-993A-E46B09F38224}"/>
              </a:ext>
            </a:extLst>
          </p:cNvPr>
          <p:cNvSpPr>
            <a:spLocks noGrp="1"/>
          </p:cNvSpPr>
          <p:nvPr>
            <p:ph type="body" sz="quarter" idx="22" hasCustomPrompt="1"/>
          </p:nvPr>
        </p:nvSpPr>
        <p:spPr>
          <a:xfrm>
            <a:off x="11361600" y="529200"/>
            <a:ext cx="298800" cy="270000"/>
          </a:xfrm>
          <a:blipFill>
            <a:blip r:embed="rId2">
              <a:extLst>
                <a:ext uri="{96DAC541-7B7A-43D3-8B79-37D633B846F1}">
                  <asvg:svgBlip xmlns:asvg="http://schemas.microsoft.com/office/drawing/2016/SVG/main" r:embed="rId3"/>
                </a:ext>
              </a:extLst>
            </a:blip>
            <a:stretch>
              <a:fillRect/>
            </a:stretch>
          </a:blipFill>
        </p:spPr>
        <p:txBody>
          <a:bodyPr tIns="0" bIns="0"/>
          <a:lstStyle>
            <a:lvl1pPr marL="0" indent="0">
              <a:buNone/>
              <a:defRPr sz="100"/>
            </a:lvl1pPr>
          </a:lstStyle>
          <a:p>
            <a:pPr lvl="0"/>
            <a:r>
              <a:rPr lang="en-GB"/>
              <a:t> </a:t>
            </a:r>
          </a:p>
        </p:txBody>
      </p:sp>
    </p:spTree>
    <p:extLst>
      <p:ext uri="{BB962C8B-B14F-4D97-AF65-F5344CB8AC3E}">
        <p14:creationId xmlns:p14="http://schemas.microsoft.com/office/powerpoint/2010/main" val="333939415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Full image 2 - Dark">
    <p:spTree>
      <p:nvGrpSpPr>
        <p:cNvPr id="1" name=""/>
        <p:cNvGrpSpPr/>
        <p:nvPr/>
      </p:nvGrpSpPr>
      <p:grpSpPr>
        <a:xfrm>
          <a:off x="0" y="0"/>
          <a:ext cx="0" cy="0"/>
          <a:chOff x="0" y="0"/>
          <a:chExt cx="0" cy="0"/>
        </a:xfrm>
      </p:grpSpPr>
      <p:sp>
        <p:nvSpPr>
          <p:cNvPr id="8" name="Pladsholder til billede 56">
            <a:extLst>
              <a:ext uri="{FF2B5EF4-FFF2-40B4-BE49-F238E27FC236}">
                <a16:creationId xmlns:a16="http://schemas.microsoft.com/office/drawing/2014/main" id="{62FA8511-013C-46F9-9C0C-1C8D0D762638}"/>
              </a:ext>
            </a:extLst>
          </p:cNvPr>
          <p:cNvSpPr>
            <a:spLocks noGrp="1"/>
          </p:cNvSpPr>
          <p:nvPr>
            <p:ph type="pic" sz="quarter" idx="15" hasCustomPrompt="1"/>
          </p:nvPr>
        </p:nvSpPr>
        <p:spPr>
          <a:xfrm>
            <a:off x="0" y="-1050"/>
            <a:ext cx="12192900" cy="6859050"/>
          </a:xfrm>
          <a:prstGeom prst="rect">
            <a:avLst/>
          </a:prstGeom>
          <a:solidFill>
            <a:srgbClr val="4D4D4D"/>
          </a:solidFill>
        </p:spPr>
        <p:txBody>
          <a:bodyPr tIns="540000" bIns="0" anchor="ctr" anchorCtr="0">
            <a:normAutofit/>
          </a:bodyPr>
          <a:lstStyle>
            <a:lvl1pPr marL="0" indent="0" algn="ctr">
              <a:buFontTx/>
              <a:buNone/>
              <a:defRPr sz="1200" b="0">
                <a:solidFill>
                  <a:srgbClr val="FFFF00"/>
                </a:solidFill>
              </a:defRPr>
            </a:lvl1pPr>
          </a:lstStyle>
          <a:p>
            <a:r>
              <a:rPr lang="en-GB"/>
              <a:t>Click to place a dark background picture</a:t>
            </a:r>
          </a:p>
        </p:txBody>
      </p:sp>
      <p:sp>
        <p:nvSpPr>
          <p:cNvPr id="6" name="Title 5">
            <a:extLst>
              <a:ext uri="{FF2B5EF4-FFF2-40B4-BE49-F238E27FC236}">
                <a16:creationId xmlns:a16="http://schemas.microsoft.com/office/drawing/2014/main" id="{411141B2-32EF-4CCE-840F-935ECF3F62A5}"/>
              </a:ext>
            </a:extLst>
          </p:cNvPr>
          <p:cNvSpPr>
            <a:spLocks noGrp="1"/>
          </p:cNvSpPr>
          <p:nvPr>
            <p:ph type="title" hasCustomPrompt="1"/>
          </p:nvPr>
        </p:nvSpPr>
        <p:spPr>
          <a:xfrm>
            <a:off x="530227" y="1640793"/>
            <a:ext cx="11129958" cy="1353232"/>
          </a:xfrm>
        </p:spPr>
        <p:txBody>
          <a:bodyPr/>
          <a:lstStyle>
            <a:lvl1pPr>
              <a:defRPr sz="3600">
                <a:solidFill>
                  <a:srgbClr val="E9F1F7"/>
                </a:solidFill>
              </a:defRPr>
            </a:lvl1pPr>
          </a:lstStyle>
          <a:p>
            <a:r>
              <a:rPr lang="en-US"/>
              <a:t>Click to add your </a:t>
            </a:r>
            <a:br>
              <a:rPr lang="en-US"/>
            </a:br>
            <a:r>
              <a:rPr lang="en-US"/>
              <a:t>section headline</a:t>
            </a:r>
            <a:endParaRPr lang="en-GB"/>
          </a:p>
        </p:txBody>
      </p:sp>
      <p:sp>
        <p:nvSpPr>
          <p:cNvPr id="7" name="Date Placeholder 6">
            <a:extLst>
              <a:ext uri="{FF2B5EF4-FFF2-40B4-BE49-F238E27FC236}">
                <a16:creationId xmlns:a16="http://schemas.microsoft.com/office/drawing/2014/main" id="{DAAD7331-A290-4E7C-96AB-830E485CC3EC}"/>
              </a:ext>
            </a:extLst>
          </p:cNvPr>
          <p:cNvSpPr>
            <a:spLocks noGrp="1"/>
          </p:cNvSpPr>
          <p:nvPr>
            <p:ph type="dt" sz="half" idx="19"/>
          </p:nvPr>
        </p:nvSpPr>
        <p:spPr/>
        <p:txBody>
          <a:bodyPr/>
          <a:lstStyle>
            <a:lvl1pPr>
              <a:defRPr>
                <a:solidFill>
                  <a:schemeClr val="bg1"/>
                </a:solidFill>
              </a:defRPr>
            </a:lvl1pPr>
          </a:lstStyle>
          <a:p>
            <a:fld id="{D0A92B78-1DD2-45FA-A79C-EB831B78FEC1}" type="datetime1">
              <a:rPr lang="da-DK" smtClean="0"/>
              <a:pPr/>
              <a:t>12-09-2025</a:t>
            </a:fld>
            <a:endParaRPr lang="en-GB"/>
          </a:p>
        </p:txBody>
      </p:sp>
      <p:sp>
        <p:nvSpPr>
          <p:cNvPr id="11" name="Footer Placeholder 10">
            <a:extLst>
              <a:ext uri="{FF2B5EF4-FFF2-40B4-BE49-F238E27FC236}">
                <a16:creationId xmlns:a16="http://schemas.microsoft.com/office/drawing/2014/main" id="{404E87D7-1173-416D-A1D1-66C572E24080}"/>
              </a:ext>
            </a:extLst>
          </p:cNvPr>
          <p:cNvSpPr>
            <a:spLocks noGrp="1"/>
          </p:cNvSpPr>
          <p:nvPr>
            <p:ph type="ftr" sz="quarter" idx="20"/>
          </p:nvPr>
        </p:nvSpPr>
        <p:spPr/>
        <p:txBody>
          <a:bodyPr/>
          <a:lstStyle>
            <a:lvl1pPr>
              <a:defRPr>
                <a:solidFill>
                  <a:schemeClr val="bg1"/>
                </a:solidFill>
              </a:defRPr>
            </a:lvl1pPr>
          </a:lstStyle>
          <a:p>
            <a:r>
              <a:rPr lang="en-US"/>
              <a:t>© 2022 Grundfos Holding A/S</a:t>
            </a:r>
            <a:endParaRPr lang="en-GB"/>
          </a:p>
        </p:txBody>
      </p:sp>
      <p:sp>
        <p:nvSpPr>
          <p:cNvPr id="16" name="Slide Number Placeholder 15">
            <a:extLst>
              <a:ext uri="{FF2B5EF4-FFF2-40B4-BE49-F238E27FC236}">
                <a16:creationId xmlns:a16="http://schemas.microsoft.com/office/drawing/2014/main" id="{B90BF342-4EB1-4B9F-AA8F-8C410D71AA0F}"/>
              </a:ext>
            </a:extLst>
          </p:cNvPr>
          <p:cNvSpPr>
            <a:spLocks noGrp="1"/>
          </p:cNvSpPr>
          <p:nvPr>
            <p:ph type="sldNum" sz="quarter" idx="21"/>
          </p:nvPr>
        </p:nvSpPr>
        <p:spPr/>
        <p:txBody>
          <a:bodyPr/>
          <a:lstStyle>
            <a:lvl1pPr>
              <a:defRPr>
                <a:solidFill>
                  <a:schemeClr val="bg1"/>
                </a:solidFill>
              </a:defRPr>
            </a:lvl1pPr>
          </a:lstStyle>
          <a:p>
            <a:fld id="{85D19AB6-A39C-F648-8673-AE723FC1C93C}" type="slidenum">
              <a:rPr lang="en-GB" smtClean="0"/>
              <a:pPr/>
              <a:t>‹#›</a:t>
            </a:fld>
            <a:endParaRPr lang="en-GB"/>
          </a:p>
        </p:txBody>
      </p:sp>
      <p:sp>
        <p:nvSpPr>
          <p:cNvPr id="3" name="Text Placeholder 2">
            <a:extLst>
              <a:ext uri="{FF2B5EF4-FFF2-40B4-BE49-F238E27FC236}">
                <a16:creationId xmlns:a16="http://schemas.microsoft.com/office/drawing/2014/main" id="{C19FFF76-F4CA-4D0D-8433-60341C7214E8}"/>
              </a:ext>
            </a:extLst>
          </p:cNvPr>
          <p:cNvSpPr>
            <a:spLocks noGrp="1"/>
          </p:cNvSpPr>
          <p:nvPr>
            <p:ph type="body" sz="quarter" idx="22" hasCustomPrompt="1"/>
          </p:nvPr>
        </p:nvSpPr>
        <p:spPr>
          <a:xfrm>
            <a:off x="11361600" y="529200"/>
            <a:ext cx="298800" cy="270000"/>
          </a:xfrm>
          <a:blipFill>
            <a:blip r:embed="rId2">
              <a:extLst>
                <a:ext uri="{96DAC541-7B7A-43D3-8B79-37D633B846F1}">
                  <asvg:svgBlip xmlns:asvg="http://schemas.microsoft.com/office/drawing/2016/SVG/main" r:embed="rId3"/>
                </a:ext>
              </a:extLst>
            </a:blip>
            <a:stretch>
              <a:fillRect/>
            </a:stretch>
          </a:blipFill>
        </p:spPr>
        <p:txBody>
          <a:bodyPr tIns="0" bIns="0"/>
          <a:lstStyle>
            <a:lvl1pPr marL="0" indent="0">
              <a:buNone/>
              <a:defRPr sz="100"/>
            </a:lvl1pPr>
          </a:lstStyle>
          <a:p>
            <a:pPr lvl="0"/>
            <a:r>
              <a:rPr lang="en-GB"/>
              <a:t> </a:t>
            </a:r>
          </a:p>
        </p:txBody>
      </p:sp>
    </p:spTree>
    <p:extLst>
      <p:ext uri="{BB962C8B-B14F-4D97-AF65-F5344CB8AC3E}">
        <p14:creationId xmlns:p14="http://schemas.microsoft.com/office/powerpoint/2010/main" val="1671386756"/>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Full image 3 - Dark">
    <p:spTree>
      <p:nvGrpSpPr>
        <p:cNvPr id="1" name=""/>
        <p:cNvGrpSpPr/>
        <p:nvPr/>
      </p:nvGrpSpPr>
      <p:grpSpPr>
        <a:xfrm>
          <a:off x="0" y="0"/>
          <a:ext cx="0" cy="0"/>
          <a:chOff x="0" y="0"/>
          <a:chExt cx="0" cy="0"/>
        </a:xfrm>
      </p:grpSpPr>
      <p:sp>
        <p:nvSpPr>
          <p:cNvPr id="8" name="Pladsholder til billede 56">
            <a:extLst>
              <a:ext uri="{FF2B5EF4-FFF2-40B4-BE49-F238E27FC236}">
                <a16:creationId xmlns:a16="http://schemas.microsoft.com/office/drawing/2014/main" id="{62FA8511-013C-46F9-9C0C-1C8D0D762638}"/>
              </a:ext>
            </a:extLst>
          </p:cNvPr>
          <p:cNvSpPr>
            <a:spLocks noGrp="1"/>
          </p:cNvSpPr>
          <p:nvPr>
            <p:ph type="pic" sz="quarter" idx="15" hasCustomPrompt="1"/>
          </p:nvPr>
        </p:nvSpPr>
        <p:spPr>
          <a:xfrm>
            <a:off x="0" y="-1050"/>
            <a:ext cx="12192900" cy="6859050"/>
          </a:xfrm>
          <a:prstGeom prst="rect">
            <a:avLst/>
          </a:prstGeom>
          <a:solidFill>
            <a:srgbClr val="4D4D4D"/>
          </a:solidFill>
        </p:spPr>
        <p:txBody>
          <a:bodyPr tIns="540000" bIns="0" anchor="ctr" anchorCtr="0">
            <a:normAutofit/>
          </a:bodyPr>
          <a:lstStyle>
            <a:lvl1pPr marL="0" indent="0" algn="ctr">
              <a:buFontTx/>
              <a:buNone/>
              <a:defRPr sz="1200" b="0">
                <a:solidFill>
                  <a:srgbClr val="FFFF00"/>
                </a:solidFill>
              </a:defRPr>
            </a:lvl1pPr>
          </a:lstStyle>
          <a:p>
            <a:r>
              <a:rPr lang="en-GB"/>
              <a:t>Click to place a dark background picture</a:t>
            </a:r>
          </a:p>
        </p:txBody>
      </p:sp>
      <p:sp>
        <p:nvSpPr>
          <p:cNvPr id="2" name="Title 1">
            <a:extLst>
              <a:ext uri="{FF2B5EF4-FFF2-40B4-BE49-F238E27FC236}">
                <a16:creationId xmlns:a16="http://schemas.microsoft.com/office/drawing/2014/main" id="{A7A4B03E-F99A-45F8-8AB5-97D7EE918D0E}"/>
              </a:ext>
            </a:extLst>
          </p:cNvPr>
          <p:cNvSpPr>
            <a:spLocks noGrp="1"/>
          </p:cNvSpPr>
          <p:nvPr>
            <p:ph type="title" hasCustomPrompt="1"/>
          </p:nvPr>
        </p:nvSpPr>
        <p:spPr/>
        <p:txBody>
          <a:bodyPr/>
          <a:lstStyle>
            <a:lvl1pPr>
              <a:defRPr>
                <a:solidFill>
                  <a:srgbClr val="E9F1F7"/>
                </a:solidFill>
              </a:defRPr>
            </a:lvl1pPr>
          </a:lstStyle>
          <a:p>
            <a:r>
              <a:rPr lang="en-US"/>
              <a:t>Click to add your slide headline</a:t>
            </a:r>
            <a:endParaRPr lang="en-GB"/>
          </a:p>
        </p:txBody>
      </p:sp>
      <p:sp>
        <p:nvSpPr>
          <p:cNvPr id="12" name="Text Placeholder 3">
            <a:extLst>
              <a:ext uri="{FF2B5EF4-FFF2-40B4-BE49-F238E27FC236}">
                <a16:creationId xmlns:a16="http://schemas.microsoft.com/office/drawing/2014/main" id="{DBFDDD3A-AEA2-4EF0-AA2B-86A532B90F03}"/>
              </a:ext>
            </a:extLst>
          </p:cNvPr>
          <p:cNvSpPr>
            <a:spLocks noGrp="1"/>
          </p:cNvSpPr>
          <p:nvPr>
            <p:ph type="body" sz="quarter" idx="19" hasCustomPrompt="1"/>
          </p:nvPr>
        </p:nvSpPr>
        <p:spPr>
          <a:xfrm>
            <a:off x="530225" y="1196975"/>
            <a:ext cx="4992750" cy="5129212"/>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add your body text</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D187478F-1779-4392-A704-2EB17F4E7392}"/>
              </a:ext>
            </a:extLst>
          </p:cNvPr>
          <p:cNvSpPr>
            <a:spLocks noGrp="1"/>
          </p:cNvSpPr>
          <p:nvPr>
            <p:ph type="dt" sz="half" idx="20"/>
          </p:nvPr>
        </p:nvSpPr>
        <p:spPr/>
        <p:txBody>
          <a:bodyPr/>
          <a:lstStyle>
            <a:lvl1pPr>
              <a:defRPr>
                <a:solidFill>
                  <a:schemeClr val="bg1"/>
                </a:solidFill>
              </a:defRPr>
            </a:lvl1pPr>
          </a:lstStyle>
          <a:p>
            <a:fld id="{D0A92B78-1DD2-45FA-A79C-EB831B78FEC1}" type="datetime1">
              <a:rPr lang="da-DK" smtClean="0"/>
              <a:pPr/>
              <a:t>12-09-2025</a:t>
            </a:fld>
            <a:endParaRPr lang="en-GB"/>
          </a:p>
        </p:txBody>
      </p:sp>
      <p:sp>
        <p:nvSpPr>
          <p:cNvPr id="6" name="Footer Placeholder 5">
            <a:extLst>
              <a:ext uri="{FF2B5EF4-FFF2-40B4-BE49-F238E27FC236}">
                <a16:creationId xmlns:a16="http://schemas.microsoft.com/office/drawing/2014/main" id="{EFD0BAC7-3A13-42F7-83BA-A443A891D3EC}"/>
              </a:ext>
            </a:extLst>
          </p:cNvPr>
          <p:cNvSpPr>
            <a:spLocks noGrp="1"/>
          </p:cNvSpPr>
          <p:nvPr>
            <p:ph type="ftr" sz="quarter" idx="21"/>
          </p:nvPr>
        </p:nvSpPr>
        <p:spPr/>
        <p:txBody>
          <a:bodyPr/>
          <a:lstStyle>
            <a:lvl1pPr>
              <a:defRPr>
                <a:solidFill>
                  <a:schemeClr val="bg1"/>
                </a:solidFill>
              </a:defRPr>
            </a:lvl1pPr>
          </a:lstStyle>
          <a:p>
            <a:r>
              <a:rPr lang="en-US"/>
              <a:t>© 2022 Grundfos Holding A/S</a:t>
            </a:r>
            <a:endParaRPr lang="en-GB"/>
          </a:p>
        </p:txBody>
      </p:sp>
      <p:sp>
        <p:nvSpPr>
          <p:cNvPr id="7" name="Slide Number Placeholder 6">
            <a:extLst>
              <a:ext uri="{FF2B5EF4-FFF2-40B4-BE49-F238E27FC236}">
                <a16:creationId xmlns:a16="http://schemas.microsoft.com/office/drawing/2014/main" id="{3F4CE12F-F1CB-4192-BF62-257E6332749F}"/>
              </a:ext>
            </a:extLst>
          </p:cNvPr>
          <p:cNvSpPr>
            <a:spLocks noGrp="1"/>
          </p:cNvSpPr>
          <p:nvPr>
            <p:ph type="sldNum" sz="quarter" idx="22"/>
          </p:nvPr>
        </p:nvSpPr>
        <p:spPr/>
        <p:txBody>
          <a:bodyPr/>
          <a:lstStyle>
            <a:lvl1pPr>
              <a:defRPr>
                <a:solidFill>
                  <a:schemeClr val="bg1"/>
                </a:solidFill>
              </a:defRPr>
            </a:lvl1pPr>
          </a:lstStyle>
          <a:p>
            <a:fld id="{85D19AB6-A39C-F648-8673-AE723FC1C93C}" type="slidenum">
              <a:rPr lang="en-GB" smtClean="0"/>
              <a:pPr/>
              <a:t>‹#›</a:t>
            </a:fld>
            <a:endParaRPr lang="en-GB"/>
          </a:p>
        </p:txBody>
      </p:sp>
      <p:sp>
        <p:nvSpPr>
          <p:cNvPr id="9" name="Text Placeholder 8">
            <a:extLst>
              <a:ext uri="{FF2B5EF4-FFF2-40B4-BE49-F238E27FC236}">
                <a16:creationId xmlns:a16="http://schemas.microsoft.com/office/drawing/2014/main" id="{4B55E935-FCCE-43AD-9267-5D8ED6120C64}"/>
              </a:ext>
            </a:extLst>
          </p:cNvPr>
          <p:cNvSpPr>
            <a:spLocks noGrp="1"/>
          </p:cNvSpPr>
          <p:nvPr>
            <p:ph type="body" sz="quarter" idx="24" hasCustomPrompt="1"/>
          </p:nvPr>
        </p:nvSpPr>
        <p:spPr>
          <a:xfrm>
            <a:off x="11361600" y="529200"/>
            <a:ext cx="298800" cy="270000"/>
          </a:xfrm>
          <a:blipFill>
            <a:blip r:embed="rId2">
              <a:extLst>
                <a:ext uri="{96DAC541-7B7A-43D3-8B79-37D633B846F1}">
                  <asvg:svgBlip xmlns:asvg="http://schemas.microsoft.com/office/drawing/2016/SVG/main" r:embed="rId3"/>
                </a:ext>
              </a:extLst>
            </a:blip>
            <a:stretch>
              <a:fillRect/>
            </a:stretch>
          </a:blipFill>
        </p:spPr>
        <p:txBody>
          <a:bodyPr tIns="0" bIns="0"/>
          <a:lstStyle>
            <a:lvl1pPr marL="0" indent="0">
              <a:buNone/>
              <a:defRPr sz="100"/>
            </a:lvl1pPr>
          </a:lstStyle>
          <a:p>
            <a:pPr lvl="0"/>
            <a:r>
              <a:rPr lang="en-GB"/>
              <a:t> </a:t>
            </a:r>
          </a:p>
        </p:txBody>
      </p:sp>
    </p:spTree>
    <p:extLst>
      <p:ext uri="{BB962C8B-B14F-4D97-AF65-F5344CB8AC3E}">
        <p14:creationId xmlns:p14="http://schemas.microsoft.com/office/powerpoint/2010/main" val="2465493999"/>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itle Slide - Dark">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0A3C237B-1374-468B-8472-D409173F04E9}"/>
              </a:ext>
            </a:extLst>
          </p:cNvPr>
          <p:cNvSpPr>
            <a:spLocks noGrp="1"/>
          </p:cNvSpPr>
          <p:nvPr>
            <p:ph type="pic" sz="quarter" idx="14" hasCustomPrompt="1"/>
          </p:nvPr>
        </p:nvSpPr>
        <p:spPr>
          <a:xfrm>
            <a:off x="0" y="0"/>
            <a:ext cx="12191999" cy="6858000"/>
          </a:xfrm>
          <a:solidFill>
            <a:srgbClr val="4D4D4D"/>
          </a:solidFill>
        </p:spPr>
        <p:txBody>
          <a:bodyPr tIns="900000" bIns="0" anchor="ctr" anchorCtr="0"/>
          <a:lstStyle>
            <a:lvl1pPr marL="0" indent="0" algn="ctr">
              <a:buNone/>
              <a:defRPr sz="1200">
                <a:solidFill>
                  <a:srgbClr val="FFFF00"/>
                </a:solidFill>
              </a:defRPr>
            </a:lvl1pPr>
          </a:lstStyle>
          <a:p>
            <a:r>
              <a:rPr lang="da-DK"/>
              <a:t> </a:t>
            </a:r>
            <a:r>
              <a:rPr lang="en-GB"/>
              <a:t>Click to place a dark background picture</a:t>
            </a:r>
          </a:p>
          <a:p>
            <a:r>
              <a:rPr lang="en-GB"/>
              <a:t>Please make sure that the logo is clearly visable</a:t>
            </a:r>
          </a:p>
        </p:txBody>
      </p:sp>
      <p:sp>
        <p:nvSpPr>
          <p:cNvPr id="2" name="Title 1">
            <a:extLst>
              <a:ext uri="{FF2B5EF4-FFF2-40B4-BE49-F238E27FC236}">
                <a16:creationId xmlns:a16="http://schemas.microsoft.com/office/drawing/2014/main" id="{EF1DF524-76FF-4A6E-BDCF-3FC6DDF0BDCF}"/>
              </a:ext>
            </a:extLst>
          </p:cNvPr>
          <p:cNvSpPr>
            <a:spLocks noGrp="1"/>
          </p:cNvSpPr>
          <p:nvPr>
            <p:ph type="ctrTitle" hasCustomPrompt="1"/>
          </p:nvPr>
        </p:nvSpPr>
        <p:spPr>
          <a:xfrm>
            <a:off x="529200" y="1328400"/>
            <a:ext cx="8499600" cy="1749600"/>
          </a:xfrm>
        </p:spPr>
        <p:txBody>
          <a:bodyPr anchor="b"/>
          <a:lstStyle>
            <a:lvl1pPr algn="l">
              <a:defRPr sz="5400">
                <a:solidFill>
                  <a:srgbClr val="E9F1F7"/>
                </a:solidFill>
              </a:defRPr>
            </a:lvl1pPr>
          </a:lstStyle>
          <a:p>
            <a:r>
              <a:rPr lang="en-US"/>
              <a:t>Click to add your title slide headline</a:t>
            </a:r>
            <a:endParaRPr lang="da-DK"/>
          </a:p>
        </p:txBody>
      </p:sp>
      <p:sp>
        <p:nvSpPr>
          <p:cNvPr id="3" name="Subtitle 2">
            <a:extLst>
              <a:ext uri="{FF2B5EF4-FFF2-40B4-BE49-F238E27FC236}">
                <a16:creationId xmlns:a16="http://schemas.microsoft.com/office/drawing/2014/main" id="{8D3C0CC1-F0E7-4F53-BA42-3CD94A7B7B23}"/>
              </a:ext>
            </a:extLst>
          </p:cNvPr>
          <p:cNvSpPr>
            <a:spLocks noGrp="1"/>
          </p:cNvSpPr>
          <p:nvPr>
            <p:ph type="subTitle" idx="1" hasCustomPrompt="1"/>
          </p:nvPr>
        </p:nvSpPr>
        <p:spPr>
          <a:xfrm>
            <a:off x="529200" y="3312000"/>
            <a:ext cx="4957200" cy="583200"/>
          </a:xfrm>
        </p:spPr>
        <p:txBody>
          <a:bodyPr/>
          <a:lstStyle>
            <a:lvl1pPr marL="0" indent="0" algn="l">
              <a:buNone/>
              <a:defRPr sz="22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a support text</a:t>
            </a:r>
            <a:endParaRPr lang="da-DK"/>
          </a:p>
        </p:txBody>
      </p:sp>
      <p:sp>
        <p:nvSpPr>
          <p:cNvPr id="4" name="Date Placeholder 3">
            <a:extLst>
              <a:ext uri="{FF2B5EF4-FFF2-40B4-BE49-F238E27FC236}">
                <a16:creationId xmlns:a16="http://schemas.microsoft.com/office/drawing/2014/main" id="{64659C24-B636-4B48-9BF9-4D691D37B9C3}"/>
              </a:ext>
            </a:extLst>
          </p:cNvPr>
          <p:cNvSpPr>
            <a:spLocks noGrp="1"/>
          </p:cNvSpPr>
          <p:nvPr>
            <p:ph type="dt" sz="half" idx="10"/>
          </p:nvPr>
        </p:nvSpPr>
        <p:spPr/>
        <p:txBody>
          <a:bodyPr/>
          <a:lstStyle>
            <a:lvl1pPr>
              <a:defRPr>
                <a:solidFill>
                  <a:schemeClr val="bg1"/>
                </a:solidFill>
              </a:defRPr>
            </a:lvl1pPr>
          </a:lstStyle>
          <a:p>
            <a:fld id="{D0A92B78-1DD2-45FA-A79C-EB831B78FEC1}" type="datetime1">
              <a:rPr lang="da-DK" smtClean="0"/>
              <a:pPr/>
              <a:t>12-09-2025</a:t>
            </a:fld>
            <a:endParaRPr lang="en-GB"/>
          </a:p>
        </p:txBody>
      </p:sp>
      <p:sp>
        <p:nvSpPr>
          <p:cNvPr id="5" name="Footer Placeholder 4">
            <a:extLst>
              <a:ext uri="{FF2B5EF4-FFF2-40B4-BE49-F238E27FC236}">
                <a16:creationId xmlns:a16="http://schemas.microsoft.com/office/drawing/2014/main" id="{8A11D626-B802-4443-96A4-EDF171022B3C}"/>
              </a:ext>
            </a:extLst>
          </p:cNvPr>
          <p:cNvSpPr>
            <a:spLocks noGrp="1"/>
          </p:cNvSpPr>
          <p:nvPr>
            <p:ph type="ftr" sz="quarter" idx="11"/>
          </p:nvPr>
        </p:nvSpPr>
        <p:spPr/>
        <p:txBody>
          <a:bodyPr/>
          <a:lstStyle>
            <a:lvl1pPr>
              <a:defRPr>
                <a:solidFill>
                  <a:schemeClr val="bg1"/>
                </a:solidFill>
              </a:defRPr>
            </a:lvl1pPr>
          </a:lstStyle>
          <a:p>
            <a:r>
              <a:rPr lang="en-US"/>
              <a:t>© 2022 Grundfos Holding A/S</a:t>
            </a:r>
            <a:endParaRPr lang="en-GB"/>
          </a:p>
        </p:txBody>
      </p:sp>
      <p:sp>
        <p:nvSpPr>
          <p:cNvPr id="7" name="Text Placeholder 6">
            <a:extLst>
              <a:ext uri="{FF2B5EF4-FFF2-40B4-BE49-F238E27FC236}">
                <a16:creationId xmlns:a16="http://schemas.microsoft.com/office/drawing/2014/main" id="{9BF4E758-D0A0-4C22-A6A4-794986A0683A}"/>
              </a:ext>
            </a:extLst>
          </p:cNvPr>
          <p:cNvSpPr>
            <a:spLocks noGrp="1"/>
          </p:cNvSpPr>
          <p:nvPr>
            <p:ph type="body" sz="quarter" idx="15" hasCustomPrompt="1"/>
          </p:nvPr>
        </p:nvSpPr>
        <p:spPr>
          <a:xfrm>
            <a:off x="9028800" y="5626800"/>
            <a:ext cx="2631600" cy="734400"/>
          </a:xfrm>
          <a:blipFill>
            <a:blip r:embed="rId2">
              <a:extLst>
                <a:ext uri="{96DAC541-7B7A-43D3-8B79-37D633B846F1}">
                  <asvg:svgBlip xmlns:asvg="http://schemas.microsoft.com/office/drawing/2016/SVG/main" r:embed="rId3"/>
                </a:ext>
              </a:extLst>
            </a:blip>
            <a:stretch>
              <a:fillRect/>
            </a:stretch>
          </a:blipFill>
        </p:spPr>
        <p:txBody>
          <a:bodyPr/>
          <a:lstStyle>
            <a:lvl1pPr marL="0" indent="0">
              <a:buNone/>
              <a:defRPr sz="800"/>
            </a:lvl1pPr>
          </a:lstStyle>
          <a:p>
            <a:pPr lvl="0"/>
            <a:r>
              <a:rPr lang="en-GB"/>
              <a:t> </a:t>
            </a:r>
          </a:p>
        </p:txBody>
      </p:sp>
    </p:spTree>
    <p:extLst>
      <p:ext uri="{BB962C8B-B14F-4D97-AF65-F5344CB8AC3E}">
        <p14:creationId xmlns:p14="http://schemas.microsoft.com/office/powerpoint/2010/main" val="3433324067"/>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Title Slide Box 1 - Dark">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0A3C237B-1374-468B-8472-D409173F04E9}"/>
              </a:ext>
            </a:extLst>
          </p:cNvPr>
          <p:cNvSpPr>
            <a:spLocks noGrp="1"/>
          </p:cNvSpPr>
          <p:nvPr>
            <p:ph type="pic" sz="quarter" idx="14" hasCustomPrompt="1"/>
          </p:nvPr>
        </p:nvSpPr>
        <p:spPr>
          <a:xfrm>
            <a:off x="0" y="0"/>
            <a:ext cx="12191999" cy="6858000"/>
          </a:xfrm>
          <a:solidFill>
            <a:srgbClr val="969696"/>
          </a:solidFill>
        </p:spPr>
        <p:txBody>
          <a:bodyPr tIns="0" bIns="720000" anchor="ctr" anchorCtr="0"/>
          <a:lstStyle>
            <a:lvl1pPr marL="0" indent="0" algn="ctr">
              <a:buNone/>
              <a:defRPr sz="1200">
                <a:solidFill>
                  <a:srgbClr val="FFFF00"/>
                </a:solidFill>
              </a:defRPr>
            </a:lvl1pPr>
          </a:lstStyle>
          <a:p>
            <a:r>
              <a:rPr lang="en-GB"/>
              <a:t>Click to place a background picture</a:t>
            </a:r>
          </a:p>
        </p:txBody>
      </p:sp>
      <p:sp>
        <p:nvSpPr>
          <p:cNvPr id="2" name="Title 1">
            <a:extLst>
              <a:ext uri="{FF2B5EF4-FFF2-40B4-BE49-F238E27FC236}">
                <a16:creationId xmlns:a16="http://schemas.microsoft.com/office/drawing/2014/main" id="{EF1DF524-76FF-4A6E-BDCF-3FC6DDF0BDCF}"/>
              </a:ext>
            </a:extLst>
          </p:cNvPr>
          <p:cNvSpPr>
            <a:spLocks noGrp="1"/>
          </p:cNvSpPr>
          <p:nvPr>
            <p:ph type="ctrTitle" hasCustomPrompt="1"/>
          </p:nvPr>
        </p:nvSpPr>
        <p:spPr>
          <a:xfrm>
            <a:off x="532800" y="3862800"/>
            <a:ext cx="11660400" cy="2995200"/>
          </a:xfrm>
          <a:solidFill>
            <a:srgbClr val="11497B"/>
          </a:solidFill>
        </p:spPr>
        <p:txBody>
          <a:bodyPr lIns="475200" tIns="424800" rIns="3600000" anchor="t" anchorCtr="0"/>
          <a:lstStyle>
            <a:lvl1pPr algn="l">
              <a:defRPr sz="3600">
                <a:solidFill>
                  <a:srgbClr val="E9F1F7"/>
                </a:solidFill>
              </a:defRPr>
            </a:lvl1pPr>
          </a:lstStyle>
          <a:p>
            <a:r>
              <a:rPr lang="en-US"/>
              <a:t>Click to add your title </a:t>
            </a:r>
            <a:br>
              <a:rPr lang="en-US"/>
            </a:br>
            <a:r>
              <a:rPr lang="en-US"/>
              <a:t>slide headline</a:t>
            </a:r>
            <a:endParaRPr lang="da-DK"/>
          </a:p>
        </p:txBody>
      </p:sp>
      <p:sp>
        <p:nvSpPr>
          <p:cNvPr id="3" name="Subtitle 2">
            <a:extLst>
              <a:ext uri="{FF2B5EF4-FFF2-40B4-BE49-F238E27FC236}">
                <a16:creationId xmlns:a16="http://schemas.microsoft.com/office/drawing/2014/main" id="{8D3C0CC1-F0E7-4F53-BA42-3CD94A7B7B23}"/>
              </a:ext>
            </a:extLst>
          </p:cNvPr>
          <p:cNvSpPr>
            <a:spLocks noGrp="1"/>
          </p:cNvSpPr>
          <p:nvPr>
            <p:ph type="subTitle" idx="1" hasCustomPrompt="1"/>
          </p:nvPr>
        </p:nvSpPr>
        <p:spPr>
          <a:xfrm>
            <a:off x="1036800" y="5418000"/>
            <a:ext cx="7081200" cy="442800"/>
          </a:xfrm>
        </p:spPr>
        <p:txBody>
          <a:bodyPr/>
          <a:lstStyle>
            <a:lvl1pPr marL="0" indent="0" algn="l">
              <a:buNone/>
              <a:defRPr sz="16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a support text</a:t>
            </a:r>
            <a:endParaRPr lang="da-DK"/>
          </a:p>
        </p:txBody>
      </p:sp>
      <p:sp>
        <p:nvSpPr>
          <p:cNvPr id="4" name="Date Placeholder 3">
            <a:extLst>
              <a:ext uri="{FF2B5EF4-FFF2-40B4-BE49-F238E27FC236}">
                <a16:creationId xmlns:a16="http://schemas.microsoft.com/office/drawing/2014/main" id="{64659C24-B636-4B48-9BF9-4D691D37B9C3}"/>
              </a:ext>
            </a:extLst>
          </p:cNvPr>
          <p:cNvSpPr>
            <a:spLocks noGrp="1"/>
          </p:cNvSpPr>
          <p:nvPr>
            <p:ph type="dt" sz="half" idx="10"/>
          </p:nvPr>
        </p:nvSpPr>
        <p:spPr>
          <a:xfrm>
            <a:off x="1036800" y="6199200"/>
            <a:ext cx="605631" cy="192088"/>
          </a:xfrm>
        </p:spPr>
        <p:txBody>
          <a:bodyPr/>
          <a:lstStyle>
            <a:lvl1pPr>
              <a:defRPr>
                <a:solidFill>
                  <a:schemeClr val="bg1"/>
                </a:solidFill>
              </a:defRPr>
            </a:lvl1pPr>
          </a:lstStyle>
          <a:p>
            <a:fld id="{D0A92B78-1DD2-45FA-A79C-EB831B78FEC1}" type="datetime1">
              <a:rPr lang="da-DK" smtClean="0"/>
              <a:pPr/>
              <a:t>12-09-2025</a:t>
            </a:fld>
            <a:endParaRPr lang="en-GB"/>
          </a:p>
        </p:txBody>
      </p:sp>
      <p:sp>
        <p:nvSpPr>
          <p:cNvPr id="5" name="Footer Placeholder 4">
            <a:extLst>
              <a:ext uri="{FF2B5EF4-FFF2-40B4-BE49-F238E27FC236}">
                <a16:creationId xmlns:a16="http://schemas.microsoft.com/office/drawing/2014/main" id="{8A11D626-B802-4443-96A4-EDF171022B3C}"/>
              </a:ext>
            </a:extLst>
          </p:cNvPr>
          <p:cNvSpPr>
            <a:spLocks noGrp="1"/>
          </p:cNvSpPr>
          <p:nvPr>
            <p:ph type="ftr" sz="quarter" idx="11"/>
          </p:nvPr>
        </p:nvSpPr>
        <p:spPr>
          <a:xfrm>
            <a:off x="1746000" y="5997600"/>
            <a:ext cx="6372000" cy="365125"/>
          </a:xfrm>
        </p:spPr>
        <p:txBody>
          <a:bodyPr/>
          <a:lstStyle>
            <a:lvl1pPr>
              <a:defRPr>
                <a:solidFill>
                  <a:schemeClr val="bg1"/>
                </a:solidFill>
              </a:defRPr>
            </a:lvl1pPr>
          </a:lstStyle>
          <a:p>
            <a:r>
              <a:rPr lang="en-US"/>
              <a:t>© 2022 Grundfos Holding A/S</a:t>
            </a:r>
            <a:endParaRPr lang="en-GB"/>
          </a:p>
        </p:txBody>
      </p:sp>
      <p:sp>
        <p:nvSpPr>
          <p:cNvPr id="15" name="Text Placeholder 14">
            <a:extLst>
              <a:ext uri="{FF2B5EF4-FFF2-40B4-BE49-F238E27FC236}">
                <a16:creationId xmlns:a16="http://schemas.microsoft.com/office/drawing/2014/main" id="{44C2709E-74A0-4685-A663-84C21200BBC6}"/>
              </a:ext>
            </a:extLst>
          </p:cNvPr>
          <p:cNvSpPr>
            <a:spLocks noGrp="1"/>
          </p:cNvSpPr>
          <p:nvPr>
            <p:ph type="body" sz="quarter" idx="15" hasCustomPrompt="1"/>
          </p:nvPr>
        </p:nvSpPr>
        <p:spPr>
          <a:xfrm>
            <a:off x="9033775" y="5627561"/>
            <a:ext cx="2628000" cy="727200"/>
          </a:xfrm>
          <a:blipFill>
            <a:blip r:embed="rId2">
              <a:extLst>
                <a:ext uri="{96DAC541-7B7A-43D3-8B79-37D633B846F1}">
                  <asvg:svgBlip xmlns:asvg="http://schemas.microsoft.com/office/drawing/2016/SVG/main" r:embed="rId3"/>
                </a:ext>
              </a:extLst>
            </a:blip>
            <a:stretch>
              <a:fillRect/>
            </a:stretch>
          </a:blipFill>
        </p:spPr>
        <p:txBody>
          <a:bodyPr tIns="0" bIns="0"/>
          <a:lstStyle>
            <a:lvl1pPr marL="0" indent="0">
              <a:buNone/>
              <a:defRPr sz="800"/>
            </a:lvl1pPr>
          </a:lstStyle>
          <a:p>
            <a:pPr lvl="0"/>
            <a:r>
              <a:rPr lang="en-GB"/>
              <a:t> </a:t>
            </a:r>
          </a:p>
        </p:txBody>
      </p:sp>
    </p:spTree>
    <p:extLst>
      <p:ext uri="{BB962C8B-B14F-4D97-AF65-F5344CB8AC3E}">
        <p14:creationId xmlns:p14="http://schemas.microsoft.com/office/powerpoint/2010/main" val="336538875"/>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Title Slide Box 2 - Dark">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0A3C237B-1374-468B-8472-D409173F04E9}"/>
              </a:ext>
            </a:extLst>
          </p:cNvPr>
          <p:cNvSpPr>
            <a:spLocks noGrp="1"/>
          </p:cNvSpPr>
          <p:nvPr>
            <p:ph type="pic" sz="quarter" idx="14" hasCustomPrompt="1"/>
          </p:nvPr>
        </p:nvSpPr>
        <p:spPr>
          <a:xfrm>
            <a:off x="0" y="0"/>
            <a:ext cx="12191999" cy="6858000"/>
          </a:xfrm>
          <a:solidFill>
            <a:srgbClr val="969696"/>
          </a:solidFill>
        </p:spPr>
        <p:txBody>
          <a:bodyPr lIns="3600000" tIns="0" bIns="0" anchor="ctr" anchorCtr="0"/>
          <a:lstStyle>
            <a:lvl1pPr marL="0" indent="0" algn="l">
              <a:buNone/>
              <a:defRPr sz="1200">
                <a:solidFill>
                  <a:srgbClr val="FFFF00"/>
                </a:solidFill>
              </a:defRPr>
            </a:lvl1pPr>
          </a:lstStyle>
          <a:p>
            <a:r>
              <a:rPr lang="en-GB"/>
              <a:t>Click to place a background picture</a:t>
            </a:r>
          </a:p>
        </p:txBody>
      </p:sp>
      <p:sp>
        <p:nvSpPr>
          <p:cNvPr id="2" name="Title 1">
            <a:extLst>
              <a:ext uri="{FF2B5EF4-FFF2-40B4-BE49-F238E27FC236}">
                <a16:creationId xmlns:a16="http://schemas.microsoft.com/office/drawing/2014/main" id="{EF1DF524-76FF-4A6E-BDCF-3FC6DDF0BDCF}"/>
              </a:ext>
            </a:extLst>
          </p:cNvPr>
          <p:cNvSpPr>
            <a:spLocks noGrp="1"/>
          </p:cNvSpPr>
          <p:nvPr>
            <p:ph type="ctrTitle" hasCustomPrompt="1"/>
          </p:nvPr>
        </p:nvSpPr>
        <p:spPr>
          <a:xfrm>
            <a:off x="6199200" y="529200"/>
            <a:ext cx="5994000" cy="6328800"/>
          </a:xfrm>
          <a:solidFill>
            <a:srgbClr val="11497B"/>
          </a:solidFill>
        </p:spPr>
        <p:txBody>
          <a:bodyPr lIns="468000" tIns="612000" rIns="468000" bIns="2329200" anchor="t" anchorCtr="0"/>
          <a:lstStyle>
            <a:lvl1pPr algn="l">
              <a:defRPr sz="4000">
                <a:solidFill>
                  <a:srgbClr val="E9F1F7"/>
                </a:solidFill>
              </a:defRPr>
            </a:lvl1pPr>
          </a:lstStyle>
          <a:p>
            <a:r>
              <a:rPr lang="en-US"/>
              <a:t>Click to add your title slide headline</a:t>
            </a:r>
            <a:endParaRPr lang="da-DK"/>
          </a:p>
        </p:txBody>
      </p:sp>
      <p:sp>
        <p:nvSpPr>
          <p:cNvPr id="3" name="Subtitle 2">
            <a:extLst>
              <a:ext uri="{FF2B5EF4-FFF2-40B4-BE49-F238E27FC236}">
                <a16:creationId xmlns:a16="http://schemas.microsoft.com/office/drawing/2014/main" id="{8D3C0CC1-F0E7-4F53-BA42-3CD94A7B7B23}"/>
              </a:ext>
            </a:extLst>
          </p:cNvPr>
          <p:cNvSpPr>
            <a:spLocks noGrp="1"/>
          </p:cNvSpPr>
          <p:nvPr>
            <p:ph type="subTitle" idx="1" hasCustomPrompt="1"/>
          </p:nvPr>
        </p:nvSpPr>
        <p:spPr>
          <a:xfrm>
            <a:off x="6703200" y="2948400"/>
            <a:ext cx="4957200" cy="388800"/>
          </a:xfrm>
        </p:spPr>
        <p:txBody>
          <a:bodyPr/>
          <a:lstStyle>
            <a:lvl1pPr marL="0" indent="0" algn="l">
              <a:buNone/>
              <a:defRPr sz="18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a support text</a:t>
            </a:r>
            <a:endParaRPr lang="da-DK"/>
          </a:p>
        </p:txBody>
      </p:sp>
      <p:sp>
        <p:nvSpPr>
          <p:cNvPr id="4" name="Date Placeholder 3">
            <a:extLst>
              <a:ext uri="{FF2B5EF4-FFF2-40B4-BE49-F238E27FC236}">
                <a16:creationId xmlns:a16="http://schemas.microsoft.com/office/drawing/2014/main" id="{64659C24-B636-4B48-9BF9-4D691D37B9C3}"/>
              </a:ext>
            </a:extLst>
          </p:cNvPr>
          <p:cNvSpPr>
            <a:spLocks noGrp="1"/>
          </p:cNvSpPr>
          <p:nvPr>
            <p:ph type="dt" sz="half" idx="10"/>
          </p:nvPr>
        </p:nvSpPr>
        <p:spPr>
          <a:xfrm>
            <a:off x="529200" y="6199200"/>
            <a:ext cx="605631" cy="192088"/>
          </a:xfrm>
        </p:spPr>
        <p:txBody>
          <a:bodyPr/>
          <a:lstStyle>
            <a:lvl1pPr>
              <a:defRPr>
                <a:solidFill>
                  <a:schemeClr val="bg1"/>
                </a:solidFill>
              </a:defRPr>
            </a:lvl1pPr>
          </a:lstStyle>
          <a:p>
            <a:fld id="{D0A92B78-1DD2-45FA-A79C-EB831B78FEC1}" type="datetime1">
              <a:rPr lang="da-DK" smtClean="0"/>
              <a:pPr/>
              <a:t>12-09-2025</a:t>
            </a:fld>
            <a:endParaRPr lang="en-GB"/>
          </a:p>
        </p:txBody>
      </p:sp>
      <p:sp>
        <p:nvSpPr>
          <p:cNvPr id="5" name="Footer Placeholder 4">
            <a:extLst>
              <a:ext uri="{FF2B5EF4-FFF2-40B4-BE49-F238E27FC236}">
                <a16:creationId xmlns:a16="http://schemas.microsoft.com/office/drawing/2014/main" id="{8A11D626-B802-4443-96A4-EDF171022B3C}"/>
              </a:ext>
            </a:extLst>
          </p:cNvPr>
          <p:cNvSpPr>
            <a:spLocks noGrp="1"/>
          </p:cNvSpPr>
          <p:nvPr>
            <p:ph type="ftr" sz="quarter" idx="11"/>
          </p:nvPr>
        </p:nvSpPr>
        <p:spPr>
          <a:xfrm>
            <a:off x="1242000" y="5997600"/>
            <a:ext cx="4244400" cy="365125"/>
          </a:xfrm>
        </p:spPr>
        <p:txBody>
          <a:bodyPr/>
          <a:lstStyle>
            <a:lvl1pPr>
              <a:defRPr>
                <a:solidFill>
                  <a:schemeClr val="bg1"/>
                </a:solidFill>
              </a:defRPr>
            </a:lvl1pPr>
          </a:lstStyle>
          <a:p>
            <a:r>
              <a:rPr lang="en-US"/>
              <a:t>© 2022 Grundfos Holding A/S</a:t>
            </a:r>
            <a:endParaRPr lang="en-GB"/>
          </a:p>
        </p:txBody>
      </p:sp>
      <p:sp>
        <p:nvSpPr>
          <p:cNvPr id="15" name="Text Placeholder 14">
            <a:extLst>
              <a:ext uri="{FF2B5EF4-FFF2-40B4-BE49-F238E27FC236}">
                <a16:creationId xmlns:a16="http://schemas.microsoft.com/office/drawing/2014/main" id="{44C2709E-74A0-4685-A663-84C21200BBC6}"/>
              </a:ext>
            </a:extLst>
          </p:cNvPr>
          <p:cNvSpPr>
            <a:spLocks noGrp="1"/>
          </p:cNvSpPr>
          <p:nvPr>
            <p:ph type="body" sz="quarter" idx="15" hasCustomPrompt="1"/>
          </p:nvPr>
        </p:nvSpPr>
        <p:spPr>
          <a:xfrm>
            <a:off x="9033775" y="5627561"/>
            <a:ext cx="2628000" cy="727200"/>
          </a:xfrm>
          <a:blipFill>
            <a:blip r:embed="rId2">
              <a:extLst>
                <a:ext uri="{96DAC541-7B7A-43D3-8B79-37D633B846F1}">
                  <asvg:svgBlip xmlns:asvg="http://schemas.microsoft.com/office/drawing/2016/SVG/main" r:embed="rId3"/>
                </a:ext>
              </a:extLst>
            </a:blip>
            <a:stretch>
              <a:fillRect/>
            </a:stretch>
          </a:blipFill>
        </p:spPr>
        <p:txBody>
          <a:bodyPr tIns="0" bIns="0"/>
          <a:lstStyle>
            <a:lvl1pPr marL="0" indent="0">
              <a:buNone/>
              <a:defRPr sz="800"/>
            </a:lvl1pPr>
          </a:lstStyle>
          <a:p>
            <a:pPr lvl="0"/>
            <a:r>
              <a:rPr lang="en-GB"/>
              <a:t> </a:t>
            </a:r>
          </a:p>
        </p:txBody>
      </p:sp>
    </p:spTree>
    <p:extLst>
      <p:ext uri="{BB962C8B-B14F-4D97-AF65-F5344CB8AC3E}">
        <p14:creationId xmlns:p14="http://schemas.microsoft.com/office/powerpoint/2010/main" val="3090172918"/>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Title Slide small image - Dark">
    <p:bg>
      <p:bgPr>
        <a:solidFill>
          <a:srgbClr val="11497B"/>
        </a:solidFill>
        <a:effectLst/>
      </p:bgPr>
    </p:bg>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0A3C237B-1374-468B-8472-D409173F04E9}"/>
              </a:ext>
            </a:extLst>
          </p:cNvPr>
          <p:cNvSpPr>
            <a:spLocks noGrp="1"/>
          </p:cNvSpPr>
          <p:nvPr>
            <p:ph type="pic" sz="quarter" idx="14" hasCustomPrompt="1"/>
          </p:nvPr>
        </p:nvSpPr>
        <p:spPr>
          <a:xfrm>
            <a:off x="4575600" y="-1"/>
            <a:ext cx="7617600" cy="4993200"/>
          </a:xfrm>
          <a:solidFill>
            <a:srgbClr val="969696"/>
          </a:solidFill>
        </p:spPr>
        <p:txBody>
          <a:bodyPr tIns="540000" bIns="0" anchor="ctr" anchorCtr="0"/>
          <a:lstStyle>
            <a:lvl1pPr marL="0" indent="0" algn="ctr">
              <a:buNone/>
              <a:defRPr sz="1200">
                <a:solidFill>
                  <a:srgbClr val="FFFF00"/>
                </a:solidFill>
              </a:defRPr>
            </a:lvl1pPr>
          </a:lstStyle>
          <a:p>
            <a:r>
              <a:rPr lang="en-GB"/>
              <a:t>Click to place a picture</a:t>
            </a:r>
          </a:p>
        </p:txBody>
      </p:sp>
      <p:sp>
        <p:nvSpPr>
          <p:cNvPr id="2" name="Title 1">
            <a:extLst>
              <a:ext uri="{FF2B5EF4-FFF2-40B4-BE49-F238E27FC236}">
                <a16:creationId xmlns:a16="http://schemas.microsoft.com/office/drawing/2014/main" id="{EF1DF524-76FF-4A6E-BDCF-3FC6DDF0BDCF}"/>
              </a:ext>
            </a:extLst>
          </p:cNvPr>
          <p:cNvSpPr>
            <a:spLocks noGrp="1"/>
          </p:cNvSpPr>
          <p:nvPr>
            <p:ph type="ctrTitle" hasCustomPrompt="1"/>
          </p:nvPr>
        </p:nvSpPr>
        <p:spPr>
          <a:xfrm>
            <a:off x="532800" y="1155600"/>
            <a:ext cx="3538800" cy="1540800"/>
          </a:xfrm>
        </p:spPr>
        <p:txBody>
          <a:bodyPr anchor="t" anchorCtr="0"/>
          <a:lstStyle>
            <a:lvl1pPr algn="l">
              <a:defRPr sz="3600">
                <a:solidFill>
                  <a:srgbClr val="E9F1F7"/>
                </a:solidFill>
              </a:defRPr>
            </a:lvl1pPr>
          </a:lstStyle>
          <a:p>
            <a:r>
              <a:rPr lang="en-US"/>
              <a:t>Click to add your title slide header</a:t>
            </a:r>
            <a:endParaRPr lang="da-DK"/>
          </a:p>
        </p:txBody>
      </p:sp>
      <p:sp>
        <p:nvSpPr>
          <p:cNvPr id="3" name="Subtitle 2">
            <a:extLst>
              <a:ext uri="{FF2B5EF4-FFF2-40B4-BE49-F238E27FC236}">
                <a16:creationId xmlns:a16="http://schemas.microsoft.com/office/drawing/2014/main" id="{8D3C0CC1-F0E7-4F53-BA42-3CD94A7B7B23}"/>
              </a:ext>
            </a:extLst>
          </p:cNvPr>
          <p:cNvSpPr>
            <a:spLocks noGrp="1"/>
          </p:cNvSpPr>
          <p:nvPr>
            <p:ph type="subTitle" idx="1" hasCustomPrompt="1"/>
          </p:nvPr>
        </p:nvSpPr>
        <p:spPr>
          <a:xfrm>
            <a:off x="529200" y="2782800"/>
            <a:ext cx="3538800" cy="442800"/>
          </a:xfrm>
        </p:spPr>
        <p:txBody>
          <a:bodyPr/>
          <a:lstStyle>
            <a:lvl1pPr marL="0" indent="0" algn="l">
              <a:buNone/>
              <a:defRPr sz="16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a support text</a:t>
            </a:r>
            <a:endParaRPr lang="da-DK"/>
          </a:p>
        </p:txBody>
      </p:sp>
      <p:sp>
        <p:nvSpPr>
          <p:cNvPr id="4" name="Date Placeholder 3">
            <a:extLst>
              <a:ext uri="{FF2B5EF4-FFF2-40B4-BE49-F238E27FC236}">
                <a16:creationId xmlns:a16="http://schemas.microsoft.com/office/drawing/2014/main" id="{64659C24-B636-4B48-9BF9-4D691D37B9C3}"/>
              </a:ext>
            </a:extLst>
          </p:cNvPr>
          <p:cNvSpPr>
            <a:spLocks noGrp="1"/>
          </p:cNvSpPr>
          <p:nvPr>
            <p:ph type="dt" sz="half" idx="10"/>
          </p:nvPr>
        </p:nvSpPr>
        <p:spPr/>
        <p:txBody>
          <a:bodyPr/>
          <a:lstStyle>
            <a:lvl1pPr>
              <a:defRPr>
                <a:solidFill>
                  <a:schemeClr val="bg1"/>
                </a:solidFill>
              </a:defRPr>
            </a:lvl1pPr>
          </a:lstStyle>
          <a:p>
            <a:fld id="{D0A92B78-1DD2-45FA-A79C-EB831B78FEC1}" type="datetime1">
              <a:rPr lang="da-DK" smtClean="0"/>
              <a:pPr/>
              <a:t>12-09-2025</a:t>
            </a:fld>
            <a:endParaRPr lang="en-GB"/>
          </a:p>
        </p:txBody>
      </p:sp>
      <p:sp>
        <p:nvSpPr>
          <p:cNvPr id="5" name="Footer Placeholder 4">
            <a:extLst>
              <a:ext uri="{FF2B5EF4-FFF2-40B4-BE49-F238E27FC236}">
                <a16:creationId xmlns:a16="http://schemas.microsoft.com/office/drawing/2014/main" id="{8A11D626-B802-4443-96A4-EDF171022B3C}"/>
              </a:ext>
            </a:extLst>
          </p:cNvPr>
          <p:cNvSpPr>
            <a:spLocks noGrp="1"/>
          </p:cNvSpPr>
          <p:nvPr>
            <p:ph type="ftr" sz="quarter" idx="11"/>
          </p:nvPr>
        </p:nvSpPr>
        <p:spPr/>
        <p:txBody>
          <a:bodyPr/>
          <a:lstStyle>
            <a:lvl1pPr>
              <a:defRPr>
                <a:solidFill>
                  <a:schemeClr val="bg1"/>
                </a:solidFill>
              </a:defRPr>
            </a:lvl1pPr>
          </a:lstStyle>
          <a:p>
            <a:r>
              <a:rPr lang="en-US"/>
              <a:t>© 2022 Grundfos Holding A/S</a:t>
            </a:r>
            <a:endParaRPr lang="en-GB"/>
          </a:p>
        </p:txBody>
      </p:sp>
      <p:sp>
        <p:nvSpPr>
          <p:cNvPr id="15" name="Text Placeholder 14">
            <a:extLst>
              <a:ext uri="{FF2B5EF4-FFF2-40B4-BE49-F238E27FC236}">
                <a16:creationId xmlns:a16="http://schemas.microsoft.com/office/drawing/2014/main" id="{44C2709E-74A0-4685-A663-84C21200BBC6}"/>
              </a:ext>
            </a:extLst>
          </p:cNvPr>
          <p:cNvSpPr>
            <a:spLocks noGrp="1"/>
          </p:cNvSpPr>
          <p:nvPr>
            <p:ph type="body" sz="quarter" idx="15" hasCustomPrompt="1"/>
          </p:nvPr>
        </p:nvSpPr>
        <p:spPr>
          <a:xfrm>
            <a:off x="9033775" y="5627561"/>
            <a:ext cx="2628000" cy="727200"/>
          </a:xfrm>
          <a:blipFill>
            <a:blip r:embed="rId2">
              <a:extLst>
                <a:ext uri="{96DAC541-7B7A-43D3-8B79-37D633B846F1}">
                  <asvg:svgBlip xmlns:asvg="http://schemas.microsoft.com/office/drawing/2016/SVG/main" r:embed="rId3"/>
                </a:ext>
              </a:extLst>
            </a:blip>
            <a:stretch>
              <a:fillRect/>
            </a:stretch>
          </a:blipFill>
        </p:spPr>
        <p:txBody>
          <a:bodyPr tIns="0" bIns="0"/>
          <a:lstStyle>
            <a:lvl1pPr marL="0" indent="0">
              <a:buNone/>
              <a:defRPr sz="800"/>
            </a:lvl1pPr>
          </a:lstStyle>
          <a:p>
            <a:pPr lvl="0"/>
            <a:r>
              <a:rPr lang="en-GB"/>
              <a:t> </a:t>
            </a:r>
          </a:p>
        </p:txBody>
      </p:sp>
    </p:spTree>
    <p:extLst>
      <p:ext uri="{BB962C8B-B14F-4D97-AF65-F5344CB8AC3E}">
        <p14:creationId xmlns:p14="http://schemas.microsoft.com/office/powerpoint/2010/main" val="541018510"/>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cSld name="Title and Content">
    <p:spTree>
      <p:nvGrpSpPr>
        <p:cNvPr id="1" name=""/>
        <p:cNvGrpSpPr/>
        <p:nvPr/>
      </p:nvGrpSpPr>
      <p:grpSpPr>
        <a:xfrm>
          <a:off x="0" y="0"/>
          <a:ext cx="0" cy="0"/>
          <a:chOff x="0" y="0"/>
          <a:chExt cx="0" cy="0"/>
        </a:xfrm>
      </p:grpSpPr>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58000" y="6390622"/>
            <a:ext cx="11934000" cy="361635"/>
          </a:xfrm>
          <a:prstGeom prst="rect">
            <a:avLst/>
          </a:prstGeom>
        </p:spPr>
      </p:pic>
      <p:sp>
        <p:nvSpPr>
          <p:cNvPr id="12" name="Date Placeholder 10"/>
          <p:cNvSpPr>
            <a:spLocks noGrp="1"/>
          </p:cNvSpPr>
          <p:nvPr>
            <p:ph type="dt" sz="half" idx="2"/>
          </p:nvPr>
        </p:nvSpPr>
        <p:spPr>
          <a:xfrm>
            <a:off x="364799" y="6086350"/>
            <a:ext cx="889200" cy="365125"/>
          </a:xfrm>
          <a:prstGeom prst="rect">
            <a:avLst/>
          </a:prstGeom>
        </p:spPr>
        <p:txBody>
          <a:bodyPr vert="horz" lIns="0" tIns="45720" rIns="0" bIns="45720" rtlCol="0" anchor="ctr"/>
          <a:lstStyle>
            <a:lvl1pPr algn="l">
              <a:defRPr sz="900">
                <a:solidFill>
                  <a:srgbClr val="73A0CD"/>
                </a:solidFill>
                <a:latin typeface="Calibri" panose="020F0502020204030204" pitchFamily="34" charset="0"/>
              </a:defRPr>
            </a:lvl1pPr>
          </a:lstStyle>
          <a:p>
            <a:fld id="{846CE7D5-CF57-46EF-B807-FDD0502418D4}" type="datetimeFigureOut">
              <a:rPr lang="en-US" smtClean="0"/>
              <a:t>9/12/2025</a:t>
            </a:fld>
            <a:endParaRPr lang="en-US"/>
          </a:p>
        </p:txBody>
      </p:sp>
      <p:sp>
        <p:nvSpPr>
          <p:cNvPr id="13" name="Footer Placeholder 11"/>
          <p:cNvSpPr>
            <a:spLocks noGrp="1"/>
          </p:cNvSpPr>
          <p:nvPr>
            <p:ph type="ftr" sz="quarter" idx="3"/>
          </p:nvPr>
        </p:nvSpPr>
        <p:spPr>
          <a:xfrm>
            <a:off x="1365000" y="6165118"/>
            <a:ext cx="9720000" cy="230832"/>
          </a:xfrm>
          <a:prstGeom prst="rect">
            <a:avLst/>
          </a:prstGeom>
          <a:noFill/>
        </p:spPr>
        <p:txBody>
          <a:bodyPr vert="horz" wrap="square" lIns="91440" tIns="45720" rIns="91440" bIns="45720" rtlCol="0" anchor="b" anchorCtr="0">
            <a:spAutoFit/>
          </a:bodyPr>
          <a:lstStyle>
            <a:lvl1pPr algn="ctr">
              <a:defRPr sz="900">
                <a:solidFill>
                  <a:srgbClr val="73A0CD"/>
                </a:solidFill>
                <a:latin typeface="Calibri" panose="020F0502020204030204" pitchFamily="34" charset="0"/>
              </a:defRPr>
            </a:lvl1pPr>
          </a:lstStyle>
          <a:p>
            <a:endParaRPr lang="en-US"/>
          </a:p>
        </p:txBody>
      </p:sp>
      <p:sp>
        <p:nvSpPr>
          <p:cNvPr id="14" name="Slide Number Placeholder 12"/>
          <p:cNvSpPr>
            <a:spLocks noGrp="1"/>
          </p:cNvSpPr>
          <p:nvPr>
            <p:ph type="sldNum" sz="quarter" idx="4"/>
          </p:nvPr>
        </p:nvSpPr>
        <p:spPr>
          <a:xfrm>
            <a:off x="11410800" y="6086350"/>
            <a:ext cx="601200" cy="365125"/>
          </a:xfrm>
          <a:prstGeom prst="rect">
            <a:avLst/>
          </a:prstGeom>
        </p:spPr>
        <p:txBody>
          <a:bodyPr vert="horz" lIns="0" tIns="45720" rIns="0" bIns="45720" rtlCol="0" anchor="ctr"/>
          <a:lstStyle>
            <a:lvl1pPr algn="r">
              <a:defRPr sz="900">
                <a:solidFill>
                  <a:srgbClr val="73A0CD"/>
                </a:solidFill>
                <a:latin typeface="Calibri" panose="020F0502020204030204" pitchFamily="34" charset="0"/>
              </a:defRPr>
            </a:lvl1pPr>
          </a:lstStyle>
          <a:p>
            <a:fld id="{330EA680-D336-4FF7-8B7A-9848BB0A1C32}" type="slidenum">
              <a:rPr lang="en-US" smtClean="0"/>
              <a:t>‹#›</a:t>
            </a:fld>
            <a:endParaRPr lang="en-US"/>
          </a:p>
        </p:txBody>
      </p:sp>
      <p:sp>
        <p:nvSpPr>
          <p:cNvPr id="19" name="Title 1"/>
          <p:cNvSpPr>
            <a:spLocks noGrp="1"/>
          </p:cNvSpPr>
          <p:nvPr>
            <p:ph type="title"/>
          </p:nvPr>
        </p:nvSpPr>
        <p:spPr>
          <a:xfrm>
            <a:off x="360000" y="360201"/>
            <a:ext cx="11472000" cy="814685"/>
          </a:xfrm>
        </p:spPr>
        <p:txBody>
          <a:bodyPr>
            <a:noAutofit/>
          </a:bodyPr>
          <a:lstStyle>
            <a:lvl1pPr>
              <a:lnSpc>
                <a:spcPts val="3300"/>
              </a:lnSpc>
              <a:defRPr/>
            </a:lvl1pPr>
          </a:lstStyle>
          <a:p>
            <a:r>
              <a:rPr lang="en-US"/>
              <a:t>Click to edit Master title style</a:t>
            </a:r>
            <a:endParaRPr lang="da-DK" dirty="0"/>
          </a:p>
        </p:txBody>
      </p:sp>
      <p:sp>
        <p:nvSpPr>
          <p:cNvPr id="20" name="Content Placeholder 7"/>
          <p:cNvSpPr>
            <a:spLocks noGrp="1"/>
          </p:cNvSpPr>
          <p:nvPr>
            <p:ph sz="quarter" idx="14"/>
          </p:nvPr>
        </p:nvSpPr>
        <p:spPr>
          <a:xfrm>
            <a:off x="360000" y="1316736"/>
            <a:ext cx="11472000" cy="4711002"/>
          </a:xfrm>
        </p:spPr>
        <p:txBody>
          <a:bodyPr>
            <a:normAutofit/>
          </a:bodyPr>
          <a:lstStyle>
            <a:lvl1pPr>
              <a:defRPr sz="1700"/>
            </a:lvl1pPr>
            <a:lvl2pPr>
              <a:defRPr sz="1700"/>
            </a:lvl2pPr>
            <a:lvl3pPr>
              <a:defRPr sz="1700"/>
            </a:lvl3pPr>
            <a:lvl4pPr>
              <a:defRPr sz="1700"/>
            </a:lvl4pPr>
            <a:lvl5pPr>
              <a:defRPr sz="17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da-DK" dirty="0"/>
          </a:p>
        </p:txBody>
      </p:sp>
    </p:spTree>
    <p:extLst>
      <p:ext uri="{BB962C8B-B14F-4D97-AF65-F5344CB8AC3E}">
        <p14:creationId xmlns:p14="http://schemas.microsoft.com/office/powerpoint/2010/main" val="2888131890"/>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userDrawn="1">
  <p:cSld name="Blue background">
    <p:spTree>
      <p:nvGrpSpPr>
        <p:cNvPr id="1" name=""/>
        <p:cNvGrpSpPr/>
        <p:nvPr/>
      </p:nvGrpSpPr>
      <p:grpSpPr>
        <a:xfrm>
          <a:off x="0" y="0"/>
          <a:ext cx="0" cy="0"/>
          <a:chOff x="0" y="0"/>
          <a:chExt cx="0" cy="0"/>
        </a:xfrm>
      </p:grpSpPr>
      <p:sp>
        <p:nvSpPr>
          <p:cNvPr id="6" name="Rektangel 12"/>
          <p:cNvSpPr>
            <a:spLocks noChangeArrowheads="1"/>
          </p:cNvSpPr>
          <p:nvPr userDrawn="1"/>
        </p:nvSpPr>
        <p:spPr bwMode="auto">
          <a:xfrm>
            <a:off x="0" y="0"/>
            <a:ext cx="12192000" cy="6858000"/>
          </a:xfrm>
          <a:prstGeom prst="rect">
            <a:avLst/>
          </a:prstGeom>
          <a:gradFill rotWithShape="1">
            <a:gsLst>
              <a:gs pos="0">
                <a:srgbClr val="11497B"/>
              </a:gs>
              <a:gs pos="100000">
                <a:srgbClr val="11497B">
                  <a:gamma/>
                  <a:shade val="60392"/>
                  <a:invGamma/>
                </a:srgbClr>
              </a:gs>
            </a:gsLst>
            <a:lin ang="5400000" scaled="1"/>
          </a:gradFill>
          <a:ln>
            <a:noFill/>
          </a:ln>
          <a:extLst>
            <a:ext uri="{91240B29-F687-4F45-9708-019B960494DF}">
              <a14:hiddenLine xmlns:a14="http://schemas.microsoft.com/office/drawing/2010/main" w="25400" algn="ctr">
                <a:solidFill>
                  <a:srgbClr val="000000"/>
                </a:solidFill>
                <a:miter lim="800000"/>
                <a:headEnd/>
                <a:tailEnd/>
              </a14:hiddenLine>
            </a:ext>
          </a:extLst>
        </p:spPr>
        <p:txBody>
          <a:bodyPr anchor="ctr"/>
          <a:lstStyle/>
          <a:p>
            <a:pPr algn="ctr" fontAlgn="auto">
              <a:spcBef>
                <a:spcPts val="0"/>
              </a:spcBef>
              <a:spcAft>
                <a:spcPts val="0"/>
              </a:spcAft>
              <a:defRPr/>
            </a:pPr>
            <a:endParaRPr lang="da-DK" sz="3200">
              <a:solidFill>
                <a:schemeClr val="lt1"/>
              </a:solidFill>
              <a:latin typeface="+mn-lt"/>
              <a:cs typeface="+mn-cs"/>
            </a:endParaRPr>
          </a:p>
        </p:txBody>
      </p:sp>
      <p:pic>
        <p:nvPicPr>
          <p:cNvPr id="11" name="Picture 10"/>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58000" y="6390622"/>
            <a:ext cx="11934000" cy="361635"/>
          </a:xfrm>
          <a:prstGeom prst="rect">
            <a:avLst/>
          </a:prstGeom>
        </p:spPr>
      </p:pic>
      <p:sp>
        <p:nvSpPr>
          <p:cNvPr id="12" name="Date Placeholder 10"/>
          <p:cNvSpPr>
            <a:spLocks noGrp="1"/>
          </p:cNvSpPr>
          <p:nvPr>
            <p:ph type="dt" sz="half" idx="2"/>
          </p:nvPr>
        </p:nvSpPr>
        <p:spPr>
          <a:xfrm>
            <a:off x="364799" y="6086350"/>
            <a:ext cx="889200" cy="365125"/>
          </a:xfrm>
          <a:prstGeom prst="rect">
            <a:avLst/>
          </a:prstGeom>
        </p:spPr>
        <p:txBody>
          <a:bodyPr vert="horz" lIns="0" tIns="45720" rIns="0" bIns="45720" rtlCol="0" anchor="ctr"/>
          <a:lstStyle>
            <a:lvl1pPr algn="l">
              <a:defRPr sz="900">
                <a:solidFill>
                  <a:srgbClr val="73A0CD"/>
                </a:solidFill>
                <a:latin typeface="Calibri" panose="020F0502020204030204" pitchFamily="34" charset="0"/>
              </a:defRPr>
            </a:lvl1pPr>
          </a:lstStyle>
          <a:p>
            <a:fld id="{2AAFE42E-08E3-4D5E-8604-6252EFEB63F2}" type="datetime1">
              <a:rPr lang="da-DK" smtClean="0"/>
              <a:t>12-09-2025</a:t>
            </a:fld>
            <a:endParaRPr lang="en-GB" dirty="0"/>
          </a:p>
        </p:txBody>
      </p:sp>
      <p:sp>
        <p:nvSpPr>
          <p:cNvPr id="13" name="Footer Placeholder 11"/>
          <p:cNvSpPr>
            <a:spLocks noGrp="1"/>
          </p:cNvSpPr>
          <p:nvPr>
            <p:ph type="ftr" sz="quarter" idx="3"/>
          </p:nvPr>
        </p:nvSpPr>
        <p:spPr>
          <a:xfrm>
            <a:off x="1365000" y="6165118"/>
            <a:ext cx="9720000" cy="230832"/>
          </a:xfrm>
          <a:prstGeom prst="rect">
            <a:avLst/>
          </a:prstGeom>
          <a:noFill/>
        </p:spPr>
        <p:txBody>
          <a:bodyPr vert="horz" wrap="square" lIns="91440" tIns="45720" rIns="91440" bIns="45720" rtlCol="0" anchor="b" anchorCtr="0">
            <a:spAutoFit/>
          </a:bodyPr>
          <a:lstStyle>
            <a:lvl1pPr algn="ctr">
              <a:defRPr sz="900">
                <a:solidFill>
                  <a:srgbClr val="73A0CD"/>
                </a:solidFill>
                <a:latin typeface="Calibri" panose="020F0502020204030204" pitchFamily="34" charset="0"/>
              </a:defRPr>
            </a:lvl1pPr>
          </a:lstStyle>
          <a:p>
            <a:endParaRPr lang="en-GB" dirty="0"/>
          </a:p>
        </p:txBody>
      </p:sp>
      <p:sp>
        <p:nvSpPr>
          <p:cNvPr id="14" name="Slide Number Placeholder 12"/>
          <p:cNvSpPr>
            <a:spLocks noGrp="1"/>
          </p:cNvSpPr>
          <p:nvPr>
            <p:ph type="sldNum" sz="quarter" idx="4"/>
          </p:nvPr>
        </p:nvSpPr>
        <p:spPr>
          <a:xfrm>
            <a:off x="11410800" y="6086350"/>
            <a:ext cx="601200" cy="365125"/>
          </a:xfrm>
          <a:prstGeom prst="rect">
            <a:avLst/>
          </a:prstGeom>
        </p:spPr>
        <p:txBody>
          <a:bodyPr vert="horz" lIns="0" tIns="45720" rIns="0" bIns="45720" rtlCol="0" anchor="ctr"/>
          <a:lstStyle>
            <a:lvl1pPr algn="r">
              <a:defRPr sz="900">
                <a:solidFill>
                  <a:srgbClr val="73A0CD"/>
                </a:solidFill>
                <a:latin typeface="Calibri" panose="020F0502020204030204" pitchFamily="34" charset="0"/>
              </a:defRPr>
            </a:lvl1pPr>
          </a:lstStyle>
          <a:p>
            <a:fld id="{CBCF9B5F-7303-487F-84C3-25EFE368C5C8}" type="slidenum">
              <a:rPr lang="en-GB" smtClean="0"/>
              <a:pPr/>
              <a:t>‹#›</a:t>
            </a:fld>
            <a:endParaRPr lang="en-GB" dirty="0"/>
          </a:p>
        </p:txBody>
      </p:sp>
      <p:sp>
        <p:nvSpPr>
          <p:cNvPr id="15" name="Title 12"/>
          <p:cNvSpPr>
            <a:spLocks noGrp="1"/>
          </p:cNvSpPr>
          <p:nvPr>
            <p:ph type="title"/>
          </p:nvPr>
        </p:nvSpPr>
        <p:spPr>
          <a:xfrm>
            <a:off x="360000" y="360202"/>
            <a:ext cx="11472000" cy="815496"/>
          </a:xfrm>
        </p:spPr>
        <p:txBody>
          <a:bodyPr/>
          <a:lstStyle>
            <a:lvl1pPr>
              <a:defRPr>
                <a:solidFill>
                  <a:srgbClr val="FFFFFF"/>
                </a:solidFill>
              </a:defRPr>
            </a:lvl1pPr>
          </a:lstStyle>
          <a:p>
            <a:r>
              <a:rPr lang="en-US"/>
              <a:t>Click to edit Master title style</a:t>
            </a:r>
            <a:endParaRPr lang="en-GB" dirty="0"/>
          </a:p>
        </p:txBody>
      </p:sp>
      <p:sp>
        <p:nvSpPr>
          <p:cNvPr id="16" name="Content Placeholder 7"/>
          <p:cNvSpPr>
            <a:spLocks noGrp="1"/>
          </p:cNvSpPr>
          <p:nvPr>
            <p:ph sz="quarter" idx="14"/>
          </p:nvPr>
        </p:nvSpPr>
        <p:spPr>
          <a:xfrm>
            <a:off x="360000" y="1316126"/>
            <a:ext cx="11472000" cy="4711612"/>
          </a:xfrm>
        </p:spPr>
        <p:txBody>
          <a:bodyPr/>
          <a:lstStyle>
            <a:lvl1pPr>
              <a:defRPr>
                <a:solidFill>
                  <a:srgbClr val="FFFFFF"/>
                </a:solidFill>
              </a:defRPr>
            </a:lvl1pPr>
            <a:lvl2pPr>
              <a:defRPr>
                <a:solidFill>
                  <a:srgbClr val="FFFFFF"/>
                </a:solidFill>
              </a:defRPr>
            </a:lvl2pPr>
            <a:lvl3pPr>
              <a:defRPr>
                <a:solidFill>
                  <a:srgbClr val="FFFFFF"/>
                </a:solidFill>
              </a:defRPr>
            </a:lvl3pPr>
            <a:lvl4pPr>
              <a:defRPr>
                <a:solidFill>
                  <a:srgbClr val="FFFFFF"/>
                </a:solidFill>
              </a:defRPr>
            </a:lvl4pPr>
            <a:lvl5pPr>
              <a:defRPr>
                <a:solidFill>
                  <a:srgbClr val="FFFFFF"/>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da-DK" dirty="0"/>
          </a:p>
        </p:txBody>
      </p:sp>
    </p:spTree>
    <p:extLst>
      <p:ext uri="{BB962C8B-B14F-4D97-AF65-F5344CB8AC3E}">
        <p14:creationId xmlns:p14="http://schemas.microsoft.com/office/powerpoint/2010/main" val="3138835555"/>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Default OST Layout Title">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FACD540E-B094-B305-FEA2-D0BBF63D0EB4}"/>
              </a:ext>
            </a:extLst>
          </p:cNvPr>
          <p:cNvSpPr>
            <a:spLocks noGrp="1"/>
          </p:cNvSpPr>
          <p:nvPr>
            <p:ph type="dt" sz="half" idx="10"/>
          </p:nvPr>
        </p:nvSpPr>
        <p:spPr/>
        <p:txBody>
          <a:bodyPr/>
          <a:lstStyle/>
          <a:p>
            <a:r>
              <a:rPr lang="en-GB"/>
              <a:t>© Oxford Semantic Technologies Limited </a:t>
            </a:r>
            <a:fld id="{DE07E3EE-B268-4B94-822D-50BC932B7FC9}" type="datetimeyyyy">
              <a:rPr lang="en-US" smtClean="0"/>
              <a:t>2025</a:t>
            </a:fld>
            <a:endParaRPr lang="en-GB"/>
          </a:p>
        </p:txBody>
      </p:sp>
      <p:sp>
        <p:nvSpPr>
          <p:cNvPr id="5" name="Rectangle 4">
            <a:extLst>
              <a:ext uri="{FF2B5EF4-FFF2-40B4-BE49-F238E27FC236}">
                <a16:creationId xmlns:a16="http://schemas.microsoft.com/office/drawing/2014/main" id="{D856A27E-5B71-D7C2-B0C5-50FA0D07E41B}"/>
              </a:ext>
            </a:extLst>
          </p:cNvPr>
          <p:cNvSpPr/>
          <p:nvPr userDrawn="1"/>
        </p:nvSpPr>
        <p:spPr>
          <a:xfrm>
            <a:off x="-1" y="0"/>
            <a:ext cx="12192000" cy="3429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264">
              <a:latin typeface="+mn-lt"/>
            </a:endParaRPr>
          </a:p>
        </p:txBody>
      </p:sp>
      <p:sp>
        <p:nvSpPr>
          <p:cNvPr id="6" name="Title 1">
            <a:extLst>
              <a:ext uri="{FF2B5EF4-FFF2-40B4-BE49-F238E27FC236}">
                <a16:creationId xmlns:a16="http://schemas.microsoft.com/office/drawing/2014/main" id="{77FBA782-A1BC-1132-69D2-D160019F3D5D}"/>
              </a:ext>
            </a:extLst>
          </p:cNvPr>
          <p:cNvSpPr>
            <a:spLocks noGrp="1"/>
          </p:cNvSpPr>
          <p:nvPr>
            <p:ph type="ctrTitle"/>
          </p:nvPr>
        </p:nvSpPr>
        <p:spPr>
          <a:xfrm>
            <a:off x="1523999" y="2556547"/>
            <a:ext cx="9144000" cy="807761"/>
          </a:xfrm>
          <a:prstGeom prst="rect">
            <a:avLst/>
          </a:prstGeom>
        </p:spPr>
        <p:txBody>
          <a:bodyPr anchor="b">
            <a:normAutofit/>
          </a:bodyPr>
          <a:lstStyle>
            <a:lvl1pPr algn="ctr">
              <a:defRPr sz="3960">
                <a:solidFill>
                  <a:schemeClr val="bg2"/>
                </a:solidFill>
                <a:latin typeface="+mn-lt"/>
              </a:defRPr>
            </a:lvl1pPr>
          </a:lstStyle>
          <a:p>
            <a:r>
              <a:rPr lang="en-GB"/>
              <a:t>Click to edit Master title style</a:t>
            </a:r>
          </a:p>
        </p:txBody>
      </p:sp>
      <p:pic>
        <p:nvPicPr>
          <p:cNvPr id="8" name="Picture 7" descr="A close up of a sign&#10;&#10;Description automatically generated">
            <a:extLst>
              <a:ext uri="{FF2B5EF4-FFF2-40B4-BE49-F238E27FC236}">
                <a16:creationId xmlns:a16="http://schemas.microsoft.com/office/drawing/2014/main" id="{D2EF3163-CE3D-0B5C-1F3D-34977E7CDA2E}"/>
              </a:ext>
            </a:extLst>
          </p:cNvPr>
          <p:cNvPicPr>
            <a:picLocks noChangeAspect="1"/>
          </p:cNvPicPr>
          <p:nvPr userDrawn="1"/>
        </p:nvPicPr>
        <p:blipFill>
          <a:blip r:embed="rId2" cstate="hqprint">
            <a:extLst>
              <a:ext uri="{28A0092B-C50C-407E-A947-70E740481C1C}">
                <a14:useLocalDpi xmlns:a14="http://schemas.microsoft.com/office/drawing/2010/main"/>
              </a:ext>
            </a:extLst>
          </a:blip>
          <a:stretch>
            <a:fillRect/>
          </a:stretch>
        </p:blipFill>
        <p:spPr>
          <a:xfrm>
            <a:off x="4835082" y="3746382"/>
            <a:ext cx="2521831" cy="882000"/>
          </a:xfrm>
          <a:prstGeom prst="rect">
            <a:avLst/>
          </a:prstGeom>
        </p:spPr>
      </p:pic>
      <p:pic>
        <p:nvPicPr>
          <p:cNvPr id="9" name="Picture 8">
            <a:extLst>
              <a:ext uri="{FF2B5EF4-FFF2-40B4-BE49-F238E27FC236}">
                <a16:creationId xmlns:a16="http://schemas.microsoft.com/office/drawing/2014/main" id="{5A8C5D4A-A201-D60D-964B-3581F25B5D99}"/>
              </a:ext>
            </a:extLst>
          </p:cNvPr>
          <p:cNvPicPr>
            <a:picLocks noChangeAspect="1"/>
          </p:cNvPicPr>
          <p:nvPr userDrawn="1"/>
        </p:nvPicPr>
        <p:blipFill>
          <a:blip r:embed="rId3" cstate="hqprint">
            <a:extLst>
              <a:ext uri="{28A0092B-C50C-407E-A947-70E740481C1C}">
                <a14:useLocalDpi xmlns:a14="http://schemas.microsoft.com/office/drawing/2010/main"/>
              </a:ext>
            </a:extLst>
          </a:blip>
          <a:stretch>
            <a:fillRect/>
          </a:stretch>
        </p:blipFill>
        <p:spPr>
          <a:xfrm>
            <a:off x="3360942" y="1402462"/>
            <a:ext cx="5470109" cy="624076"/>
          </a:xfrm>
          <a:prstGeom prst="rect">
            <a:avLst/>
          </a:prstGeom>
        </p:spPr>
      </p:pic>
      <p:sp>
        <p:nvSpPr>
          <p:cNvPr id="2" name="TextBox 1">
            <a:extLst>
              <a:ext uri="{FF2B5EF4-FFF2-40B4-BE49-F238E27FC236}">
                <a16:creationId xmlns:a16="http://schemas.microsoft.com/office/drawing/2014/main" id="{53AEE13D-B9AC-0A1D-CC16-9BA9654F44BC}"/>
              </a:ext>
            </a:extLst>
          </p:cNvPr>
          <p:cNvSpPr txBox="1"/>
          <p:nvPr userDrawn="1"/>
        </p:nvSpPr>
        <p:spPr>
          <a:xfrm>
            <a:off x="1523999" y="4787022"/>
            <a:ext cx="9144000" cy="391517"/>
          </a:xfrm>
          <a:prstGeom prst="rect">
            <a:avLst/>
          </a:prstGeom>
          <a:noFill/>
        </p:spPr>
        <p:txBody>
          <a:bodyPr wrap="square" rtlCol="0">
            <a:spAutoFit/>
          </a:bodyPr>
          <a:lstStyle/>
          <a:p>
            <a:pPr marL="0" marR="0" lvl="0" indent="0" algn="ctr" defTabSz="822960" rtl="0" eaLnBrk="1" fontAlgn="auto" latinLnBrk="0" hangingPunct="1">
              <a:lnSpc>
                <a:spcPct val="90000"/>
              </a:lnSpc>
              <a:spcBef>
                <a:spcPts val="900"/>
              </a:spcBef>
              <a:spcAft>
                <a:spcPts val="0"/>
              </a:spcAft>
              <a:buClrTx/>
              <a:buSzTx/>
              <a:buFont typeface="Arial" panose="020B0604020202020204" pitchFamily="34" charset="0"/>
              <a:buNone/>
              <a:tabLst/>
              <a:defRPr/>
            </a:pPr>
            <a:r>
              <a:rPr lang="en-US" sz="2160" kern="1200">
                <a:solidFill>
                  <a:schemeClr val="bg1"/>
                </a:solidFill>
                <a:latin typeface="+mn-lt"/>
              </a:rPr>
              <a:t>The world’s most performant knowledge graph and reasoning engine.</a:t>
            </a:r>
            <a:endParaRPr lang="en-GB" sz="2160" kern="1200">
              <a:solidFill>
                <a:schemeClr val="bg1"/>
              </a:solidFill>
              <a:latin typeface="+mn-lt"/>
            </a:endParaRPr>
          </a:p>
        </p:txBody>
      </p:sp>
    </p:spTree>
    <p:extLst>
      <p:ext uri="{BB962C8B-B14F-4D97-AF65-F5344CB8AC3E}">
        <p14:creationId xmlns:p14="http://schemas.microsoft.com/office/powerpoint/2010/main" val="570969389"/>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Default OST Layout Blank">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574F32CC-B814-DD42-984C-DACC23D6401C}"/>
              </a:ext>
            </a:extLst>
          </p:cNvPr>
          <p:cNvSpPr/>
          <p:nvPr userDrawn="1"/>
        </p:nvSpPr>
        <p:spPr>
          <a:xfrm>
            <a:off x="0" y="1"/>
            <a:ext cx="12192000" cy="111034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264">
              <a:latin typeface="+mn-lt"/>
            </a:endParaRPr>
          </a:p>
        </p:txBody>
      </p:sp>
      <p:sp>
        <p:nvSpPr>
          <p:cNvPr id="3" name="Date Placeholder 2">
            <a:extLst>
              <a:ext uri="{FF2B5EF4-FFF2-40B4-BE49-F238E27FC236}">
                <a16:creationId xmlns:a16="http://schemas.microsoft.com/office/drawing/2014/main" id="{15BF91A6-BA81-C9B1-22AC-B55FB194C82D}"/>
              </a:ext>
            </a:extLst>
          </p:cNvPr>
          <p:cNvSpPr>
            <a:spLocks noGrp="1"/>
          </p:cNvSpPr>
          <p:nvPr>
            <p:ph type="dt" sz="half" idx="10"/>
          </p:nvPr>
        </p:nvSpPr>
        <p:spPr/>
        <p:txBody>
          <a:bodyPr/>
          <a:lstStyle/>
          <a:p>
            <a:r>
              <a:rPr lang="en-GB"/>
              <a:t>© Oxford Semantic Technologies Limited </a:t>
            </a:r>
            <a:fld id="{52518D4B-7D94-48B8-88E3-C4E26025EF7A}" type="datetimeyyyy">
              <a:rPr lang="en-US" smtClean="0"/>
              <a:t>2025</a:t>
            </a:fld>
            <a:endParaRPr lang="en-GB"/>
          </a:p>
        </p:txBody>
      </p:sp>
      <p:sp>
        <p:nvSpPr>
          <p:cNvPr id="4" name="Slide Number Placeholder 3">
            <a:extLst>
              <a:ext uri="{FF2B5EF4-FFF2-40B4-BE49-F238E27FC236}">
                <a16:creationId xmlns:a16="http://schemas.microsoft.com/office/drawing/2014/main" id="{79EF3E2B-1A05-5AD0-BB09-6E4F8F4002CA}"/>
              </a:ext>
            </a:extLst>
          </p:cNvPr>
          <p:cNvSpPr>
            <a:spLocks noGrp="1"/>
          </p:cNvSpPr>
          <p:nvPr>
            <p:ph type="sldNum" sz="quarter" idx="11"/>
          </p:nvPr>
        </p:nvSpPr>
        <p:spPr/>
        <p:txBody>
          <a:bodyPr/>
          <a:lstStyle/>
          <a:p>
            <a:fld id="{D0A04442-A2F9-6442-AC47-79D3CBE769CD}" type="slidenum">
              <a:rPr lang="en-GB" smtClean="0"/>
              <a:pPr/>
              <a:t>‹#›</a:t>
            </a:fld>
            <a:endParaRPr lang="en-GB"/>
          </a:p>
        </p:txBody>
      </p:sp>
      <p:pic>
        <p:nvPicPr>
          <p:cNvPr id="8" name="Picture 7" descr="A picture containing object, clock&#10;&#10;Description automatically generated">
            <a:extLst>
              <a:ext uri="{FF2B5EF4-FFF2-40B4-BE49-F238E27FC236}">
                <a16:creationId xmlns:a16="http://schemas.microsoft.com/office/drawing/2014/main" id="{824FFB25-CCD6-1B44-D735-3F38BEBB7E0C}"/>
              </a:ext>
            </a:extLst>
          </p:cNvPr>
          <p:cNvPicPr>
            <a:picLocks noChangeAspect="1"/>
          </p:cNvPicPr>
          <p:nvPr userDrawn="1"/>
        </p:nvPicPr>
        <p:blipFill>
          <a:blip r:embed="rId2" cstate="hqprint">
            <a:extLst>
              <a:ext uri="{28A0092B-C50C-407E-A947-70E740481C1C}">
                <a14:useLocalDpi xmlns:a14="http://schemas.microsoft.com/office/drawing/2010/main"/>
              </a:ext>
            </a:extLst>
          </a:blip>
          <a:stretch>
            <a:fillRect/>
          </a:stretch>
        </p:blipFill>
        <p:spPr>
          <a:xfrm>
            <a:off x="11329686" y="169181"/>
            <a:ext cx="720000" cy="772364"/>
          </a:xfrm>
          <a:prstGeom prst="rect">
            <a:avLst/>
          </a:prstGeom>
        </p:spPr>
      </p:pic>
      <p:pic>
        <p:nvPicPr>
          <p:cNvPr id="9" name="Graphic 8">
            <a:extLst>
              <a:ext uri="{FF2B5EF4-FFF2-40B4-BE49-F238E27FC236}">
                <a16:creationId xmlns:a16="http://schemas.microsoft.com/office/drawing/2014/main" id="{4A1F6DFE-E839-8FDC-5CE1-58E4DFB85D02}"/>
              </a:ext>
            </a:extLst>
          </p:cNvPr>
          <p:cNvPicPr>
            <a:picLocks noChangeAspect="1"/>
          </p:cNvPicPr>
          <p:nvPr userDrawn="1"/>
        </p:nvPicPr>
        <p:blipFill rotWithShape="1">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l="82935" r="-1819" b="49660"/>
          <a:stretch/>
        </p:blipFill>
        <p:spPr>
          <a:xfrm>
            <a:off x="10228320" y="169181"/>
            <a:ext cx="992959" cy="729549"/>
          </a:xfrm>
          <a:prstGeom prst="rect">
            <a:avLst/>
          </a:prstGeom>
        </p:spPr>
      </p:pic>
      <p:sp>
        <p:nvSpPr>
          <p:cNvPr id="10" name="Title 1">
            <a:extLst>
              <a:ext uri="{FF2B5EF4-FFF2-40B4-BE49-F238E27FC236}">
                <a16:creationId xmlns:a16="http://schemas.microsoft.com/office/drawing/2014/main" id="{FA76B497-1498-0B86-F073-044E5455F637}"/>
              </a:ext>
            </a:extLst>
          </p:cNvPr>
          <p:cNvSpPr>
            <a:spLocks noGrp="1"/>
          </p:cNvSpPr>
          <p:nvPr>
            <p:ph type="title"/>
          </p:nvPr>
        </p:nvSpPr>
        <p:spPr>
          <a:xfrm>
            <a:off x="671772" y="0"/>
            <a:ext cx="10515600" cy="1110344"/>
          </a:xfrm>
        </p:spPr>
        <p:txBody>
          <a:bodyPr/>
          <a:lstStyle>
            <a:lvl1pPr>
              <a:defRPr b="1"/>
            </a:lvl1pPr>
          </a:lstStyle>
          <a:p>
            <a:r>
              <a:rPr lang="en-US"/>
              <a:t>Click to edit Master title style</a:t>
            </a:r>
            <a:endParaRPr lang="en-GB"/>
          </a:p>
        </p:txBody>
      </p:sp>
    </p:spTree>
    <p:extLst>
      <p:ext uri="{BB962C8B-B14F-4D97-AF65-F5344CB8AC3E}">
        <p14:creationId xmlns:p14="http://schemas.microsoft.com/office/powerpoint/2010/main" val="1273787587"/>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1_Default OST Layout Main">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F702FDC2-5F81-C46F-AB0F-1E783B5F3212}"/>
              </a:ext>
            </a:extLst>
          </p:cNvPr>
          <p:cNvSpPr/>
          <p:nvPr userDrawn="1"/>
        </p:nvSpPr>
        <p:spPr>
          <a:xfrm>
            <a:off x="0" y="1"/>
            <a:ext cx="12192000" cy="111034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264">
              <a:latin typeface="+mn-lt"/>
            </a:endParaRPr>
          </a:p>
        </p:txBody>
      </p:sp>
      <p:sp>
        <p:nvSpPr>
          <p:cNvPr id="9" name="Content Placeholder 2">
            <a:extLst>
              <a:ext uri="{FF2B5EF4-FFF2-40B4-BE49-F238E27FC236}">
                <a16:creationId xmlns:a16="http://schemas.microsoft.com/office/drawing/2014/main" id="{3D215E45-D248-40E8-8375-AAC9D29EDB67}"/>
              </a:ext>
            </a:extLst>
          </p:cNvPr>
          <p:cNvSpPr>
            <a:spLocks noGrp="1"/>
          </p:cNvSpPr>
          <p:nvPr>
            <p:ph idx="1"/>
          </p:nvPr>
        </p:nvSpPr>
        <p:spPr>
          <a:xfrm>
            <a:off x="838200" y="1733265"/>
            <a:ext cx="10515600" cy="4443697"/>
          </a:xfrm>
          <a:prstGeom prst="rect">
            <a:avLst/>
          </a:prstGeo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2" name="Title 1">
            <a:extLst>
              <a:ext uri="{FF2B5EF4-FFF2-40B4-BE49-F238E27FC236}">
                <a16:creationId xmlns:a16="http://schemas.microsoft.com/office/drawing/2014/main" id="{5AA1648B-6AFE-E5EC-BC4B-42C519645782}"/>
              </a:ext>
            </a:extLst>
          </p:cNvPr>
          <p:cNvSpPr>
            <a:spLocks noGrp="1"/>
          </p:cNvSpPr>
          <p:nvPr>
            <p:ph type="title"/>
          </p:nvPr>
        </p:nvSpPr>
        <p:spPr>
          <a:xfrm>
            <a:off x="838199" y="136525"/>
            <a:ext cx="9848353" cy="1325563"/>
          </a:xfrm>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0DF087FA-6240-798E-1E33-DC58A79EE65D}"/>
              </a:ext>
            </a:extLst>
          </p:cNvPr>
          <p:cNvSpPr>
            <a:spLocks noGrp="1"/>
          </p:cNvSpPr>
          <p:nvPr>
            <p:ph type="dt" sz="half" idx="10"/>
          </p:nvPr>
        </p:nvSpPr>
        <p:spPr/>
        <p:txBody>
          <a:bodyPr/>
          <a:lstStyle/>
          <a:p>
            <a:r>
              <a:rPr lang="en-GB"/>
              <a:t>© Oxford Semantic Technologies Limited </a:t>
            </a:r>
            <a:fld id="{D7D3FB0C-D4C1-4E3C-870A-4C8CCB511E0C}" type="datetimeyyyy">
              <a:rPr lang="en-US" smtClean="0"/>
              <a:t>2025</a:t>
            </a:fld>
            <a:endParaRPr lang="en-GB"/>
          </a:p>
        </p:txBody>
      </p:sp>
      <p:sp>
        <p:nvSpPr>
          <p:cNvPr id="4" name="Slide Number Placeholder 3">
            <a:extLst>
              <a:ext uri="{FF2B5EF4-FFF2-40B4-BE49-F238E27FC236}">
                <a16:creationId xmlns:a16="http://schemas.microsoft.com/office/drawing/2014/main" id="{338D3551-C6AE-6A81-3248-4E5582DCEE62}"/>
              </a:ext>
            </a:extLst>
          </p:cNvPr>
          <p:cNvSpPr>
            <a:spLocks noGrp="1"/>
          </p:cNvSpPr>
          <p:nvPr>
            <p:ph type="sldNum" sz="quarter" idx="11"/>
          </p:nvPr>
        </p:nvSpPr>
        <p:spPr/>
        <p:txBody>
          <a:bodyPr/>
          <a:lstStyle/>
          <a:p>
            <a:fld id="{D0A04442-A2F9-6442-AC47-79D3CBE769CD}" type="slidenum">
              <a:rPr lang="en-GB" smtClean="0"/>
              <a:pPr/>
              <a:t>‹#›</a:t>
            </a:fld>
            <a:endParaRPr lang="en-GB"/>
          </a:p>
        </p:txBody>
      </p:sp>
      <p:pic>
        <p:nvPicPr>
          <p:cNvPr id="6" name="Picture 5" descr="A picture containing object, clock&#10;&#10;Description automatically generated">
            <a:extLst>
              <a:ext uri="{FF2B5EF4-FFF2-40B4-BE49-F238E27FC236}">
                <a16:creationId xmlns:a16="http://schemas.microsoft.com/office/drawing/2014/main" id="{A5AB2F4A-DE58-0ED0-02CA-5363B5F1FCE6}"/>
              </a:ext>
            </a:extLst>
          </p:cNvPr>
          <p:cNvPicPr>
            <a:picLocks noChangeAspect="1"/>
          </p:cNvPicPr>
          <p:nvPr userDrawn="1"/>
        </p:nvPicPr>
        <p:blipFill>
          <a:blip r:embed="rId2" cstate="hqprint">
            <a:extLst>
              <a:ext uri="{28A0092B-C50C-407E-A947-70E740481C1C}">
                <a14:useLocalDpi xmlns:a14="http://schemas.microsoft.com/office/drawing/2010/main"/>
              </a:ext>
            </a:extLst>
          </a:blip>
          <a:stretch>
            <a:fillRect/>
          </a:stretch>
        </p:blipFill>
        <p:spPr>
          <a:xfrm>
            <a:off x="11329686" y="169181"/>
            <a:ext cx="720000" cy="772364"/>
          </a:xfrm>
          <a:prstGeom prst="rect">
            <a:avLst/>
          </a:prstGeom>
        </p:spPr>
      </p:pic>
      <p:pic>
        <p:nvPicPr>
          <p:cNvPr id="7" name="Graphic 6">
            <a:extLst>
              <a:ext uri="{FF2B5EF4-FFF2-40B4-BE49-F238E27FC236}">
                <a16:creationId xmlns:a16="http://schemas.microsoft.com/office/drawing/2014/main" id="{EE6F9C2E-B1F0-7472-76FD-0FDB62E1830E}"/>
              </a:ext>
            </a:extLst>
          </p:cNvPr>
          <p:cNvPicPr>
            <a:picLocks noChangeAspect="1"/>
          </p:cNvPicPr>
          <p:nvPr userDrawn="1"/>
        </p:nvPicPr>
        <p:blipFill rotWithShape="1">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l="82935" r="-1819" b="49660"/>
          <a:stretch/>
        </p:blipFill>
        <p:spPr>
          <a:xfrm>
            <a:off x="10228320" y="169181"/>
            <a:ext cx="992959" cy="729549"/>
          </a:xfrm>
          <a:prstGeom prst="rect">
            <a:avLst/>
          </a:prstGeom>
        </p:spPr>
      </p:pic>
    </p:spTree>
    <p:extLst>
      <p:ext uri="{BB962C8B-B14F-4D97-AF65-F5344CB8AC3E}">
        <p14:creationId xmlns:p14="http://schemas.microsoft.com/office/powerpoint/2010/main" val="1092031353"/>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Default OST Layout Main">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9ED5C5FB-EA42-AEED-1986-30E7BCFB79DC}"/>
              </a:ext>
            </a:extLst>
          </p:cNvPr>
          <p:cNvSpPr/>
          <p:nvPr userDrawn="1"/>
        </p:nvSpPr>
        <p:spPr>
          <a:xfrm>
            <a:off x="0" y="1"/>
            <a:ext cx="12192000" cy="111034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264">
              <a:latin typeface="+mn-lt"/>
            </a:endParaRPr>
          </a:p>
        </p:txBody>
      </p:sp>
      <p:sp>
        <p:nvSpPr>
          <p:cNvPr id="9" name="Content Placeholder 2">
            <a:extLst>
              <a:ext uri="{FF2B5EF4-FFF2-40B4-BE49-F238E27FC236}">
                <a16:creationId xmlns:a16="http://schemas.microsoft.com/office/drawing/2014/main" id="{3D215E45-D248-40E8-8375-AAC9D29EDB67}"/>
              </a:ext>
            </a:extLst>
          </p:cNvPr>
          <p:cNvSpPr>
            <a:spLocks noGrp="1"/>
          </p:cNvSpPr>
          <p:nvPr>
            <p:ph idx="1"/>
          </p:nvPr>
        </p:nvSpPr>
        <p:spPr>
          <a:xfrm>
            <a:off x="838200" y="1733265"/>
            <a:ext cx="10515600" cy="4443697"/>
          </a:xfrm>
          <a:prstGeom prst="rect">
            <a:avLst/>
          </a:prstGeo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3" name="Date Placeholder 2">
            <a:extLst>
              <a:ext uri="{FF2B5EF4-FFF2-40B4-BE49-F238E27FC236}">
                <a16:creationId xmlns:a16="http://schemas.microsoft.com/office/drawing/2014/main" id="{0DF087FA-6240-798E-1E33-DC58A79EE65D}"/>
              </a:ext>
            </a:extLst>
          </p:cNvPr>
          <p:cNvSpPr>
            <a:spLocks noGrp="1"/>
          </p:cNvSpPr>
          <p:nvPr>
            <p:ph type="dt" sz="half" idx="10"/>
          </p:nvPr>
        </p:nvSpPr>
        <p:spPr/>
        <p:txBody>
          <a:bodyPr/>
          <a:lstStyle/>
          <a:p>
            <a:r>
              <a:rPr lang="en-GB"/>
              <a:t>© Oxford Semantic Technologies Limited </a:t>
            </a:r>
            <a:fld id="{D7D3FB0C-D4C1-4E3C-870A-4C8CCB511E0C}" type="datetimeyyyy">
              <a:rPr lang="en-US" smtClean="0"/>
              <a:t>2025</a:t>
            </a:fld>
            <a:endParaRPr lang="en-GB"/>
          </a:p>
        </p:txBody>
      </p:sp>
      <p:sp>
        <p:nvSpPr>
          <p:cNvPr id="4" name="Slide Number Placeholder 3">
            <a:extLst>
              <a:ext uri="{FF2B5EF4-FFF2-40B4-BE49-F238E27FC236}">
                <a16:creationId xmlns:a16="http://schemas.microsoft.com/office/drawing/2014/main" id="{338D3551-C6AE-6A81-3248-4E5582DCEE62}"/>
              </a:ext>
            </a:extLst>
          </p:cNvPr>
          <p:cNvSpPr>
            <a:spLocks noGrp="1"/>
          </p:cNvSpPr>
          <p:nvPr>
            <p:ph type="sldNum" sz="quarter" idx="11"/>
          </p:nvPr>
        </p:nvSpPr>
        <p:spPr/>
        <p:txBody>
          <a:bodyPr/>
          <a:lstStyle/>
          <a:p>
            <a:fld id="{D0A04442-A2F9-6442-AC47-79D3CBE769CD}" type="slidenum">
              <a:rPr lang="en-GB" smtClean="0"/>
              <a:pPr/>
              <a:t>‹#›</a:t>
            </a:fld>
            <a:endParaRPr lang="en-GB"/>
          </a:p>
        </p:txBody>
      </p:sp>
      <p:pic>
        <p:nvPicPr>
          <p:cNvPr id="7" name="Picture 6" descr="A picture containing object, clock&#10;&#10;Description automatically generated">
            <a:extLst>
              <a:ext uri="{FF2B5EF4-FFF2-40B4-BE49-F238E27FC236}">
                <a16:creationId xmlns:a16="http://schemas.microsoft.com/office/drawing/2014/main" id="{1E8CA068-F90A-58ED-A795-7F6408B3B91A}"/>
              </a:ext>
            </a:extLst>
          </p:cNvPr>
          <p:cNvPicPr>
            <a:picLocks noChangeAspect="1"/>
          </p:cNvPicPr>
          <p:nvPr userDrawn="1"/>
        </p:nvPicPr>
        <p:blipFill>
          <a:blip r:embed="rId2" cstate="hqprint">
            <a:extLst>
              <a:ext uri="{28A0092B-C50C-407E-A947-70E740481C1C}">
                <a14:useLocalDpi xmlns:a14="http://schemas.microsoft.com/office/drawing/2010/main"/>
              </a:ext>
            </a:extLst>
          </a:blip>
          <a:stretch>
            <a:fillRect/>
          </a:stretch>
        </p:blipFill>
        <p:spPr>
          <a:xfrm>
            <a:off x="11329686" y="169181"/>
            <a:ext cx="720000" cy="772364"/>
          </a:xfrm>
          <a:prstGeom prst="rect">
            <a:avLst/>
          </a:prstGeom>
        </p:spPr>
      </p:pic>
      <p:pic>
        <p:nvPicPr>
          <p:cNvPr id="11" name="Graphic 10">
            <a:extLst>
              <a:ext uri="{FF2B5EF4-FFF2-40B4-BE49-F238E27FC236}">
                <a16:creationId xmlns:a16="http://schemas.microsoft.com/office/drawing/2014/main" id="{B9AA2A79-88F5-3F8F-67D0-C7C87EAD0188}"/>
              </a:ext>
            </a:extLst>
          </p:cNvPr>
          <p:cNvPicPr>
            <a:picLocks noChangeAspect="1"/>
          </p:cNvPicPr>
          <p:nvPr userDrawn="1"/>
        </p:nvPicPr>
        <p:blipFill rotWithShape="1">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l="82935" r="-1819" b="49660"/>
          <a:stretch/>
        </p:blipFill>
        <p:spPr>
          <a:xfrm>
            <a:off x="10228320" y="169181"/>
            <a:ext cx="992959" cy="729549"/>
          </a:xfrm>
          <a:prstGeom prst="rect">
            <a:avLst/>
          </a:prstGeom>
        </p:spPr>
      </p:pic>
      <p:sp>
        <p:nvSpPr>
          <p:cNvPr id="12" name="Title 1">
            <a:extLst>
              <a:ext uri="{FF2B5EF4-FFF2-40B4-BE49-F238E27FC236}">
                <a16:creationId xmlns:a16="http://schemas.microsoft.com/office/drawing/2014/main" id="{5C69FA07-7A09-6060-576F-671AA0CCC51B}"/>
              </a:ext>
            </a:extLst>
          </p:cNvPr>
          <p:cNvSpPr>
            <a:spLocks noGrp="1"/>
          </p:cNvSpPr>
          <p:nvPr>
            <p:ph type="title"/>
          </p:nvPr>
        </p:nvSpPr>
        <p:spPr>
          <a:xfrm>
            <a:off x="671772" y="0"/>
            <a:ext cx="10515600" cy="1110344"/>
          </a:xfrm>
        </p:spPr>
        <p:txBody>
          <a:bodyPr/>
          <a:lstStyle>
            <a:lvl1pPr>
              <a:defRPr b="1"/>
            </a:lvl1pPr>
          </a:lstStyle>
          <a:p>
            <a:r>
              <a:rPr lang="en-US"/>
              <a:t>Click to edit Master title style</a:t>
            </a:r>
            <a:endParaRPr lang="en-GB"/>
          </a:p>
        </p:txBody>
      </p:sp>
    </p:spTree>
    <p:extLst>
      <p:ext uri="{BB962C8B-B14F-4D97-AF65-F5344CB8AC3E}">
        <p14:creationId xmlns:p14="http://schemas.microsoft.com/office/powerpoint/2010/main" val="4268293976"/>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Default OST Layout Main Sub">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E77EBA53-791B-557B-BC23-CE39023F2FF2}"/>
              </a:ext>
            </a:extLst>
          </p:cNvPr>
          <p:cNvSpPr/>
          <p:nvPr userDrawn="1"/>
        </p:nvSpPr>
        <p:spPr>
          <a:xfrm>
            <a:off x="0" y="1"/>
            <a:ext cx="12192000" cy="111034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264">
              <a:latin typeface="+mn-lt"/>
            </a:endParaRPr>
          </a:p>
        </p:txBody>
      </p:sp>
      <p:sp>
        <p:nvSpPr>
          <p:cNvPr id="9" name="Content Placeholder 2">
            <a:extLst>
              <a:ext uri="{FF2B5EF4-FFF2-40B4-BE49-F238E27FC236}">
                <a16:creationId xmlns:a16="http://schemas.microsoft.com/office/drawing/2014/main" id="{3D215E45-D248-40E8-8375-AAC9D29EDB67}"/>
              </a:ext>
            </a:extLst>
          </p:cNvPr>
          <p:cNvSpPr>
            <a:spLocks noGrp="1"/>
          </p:cNvSpPr>
          <p:nvPr>
            <p:ph idx="1"/>
          </p:nvPr>
        </p:nvSpPr>
        <p:spPr>
          <a:xfrm>
            <a:off x="838200" y="1733265"/>
            <a:ext cx="10515600" cy="4443697"/>
          </a:xfrm>
          <a:prstGeom prst="rect">
            <a:avLst/>
          </a:prstGeo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2" name="Title 1">
            <a:extLst>
              <a:ext uri="{FF2B5EF4-FFF2-40B4-BE49-F238E27FC236}">
                <a16:creationId xmlns:a16="http://schemas.microsoft.com/office/drawing/2014/main" id="{5AA1648B-6AFE-E5EC-BC4B-42C519645782}"/>
              </a:ext>
            </a:extLst>
          </p:cNvPr>
          <p:cNvSpPr>
            <a:spLocks noGrp="1"/>
          </p:cNvSpPr>
          <p:nvPr>
            <p:ph type="title"/>
          </p:nvPr>
        </p:nvSpPr>
        <p:spPr>
          <a:xfrm>
            <a:off x="838200" y="78190"/>
            <a:ext cx="10515600" cy="987141"/>
          </a:xfrm>
        </p:spPr>
        <p:txBody>
          <a:bodyPr/>
          <a:lstStyle>
            <a:lvl1pPr>
              <a:defRPr b="1"/>
            </a:lvl1pPr>
          </a:lstStyle>
          <a:p>
            <a:r>
              <a:rPr lang="en-US"/>
              <a:t>Click to edit Master title style</a:t>
            </a:r>
            <a:endParaRPr lang="en-GB"/>
          </a:p>
        </p:txBody>
      </p:sp>
      <p:sp>
        <p:nvSpPr>
          <p:cNvPr id="3" name="Date Placeholder 2">
            <a:extLst>
              <a:ext uri="{FF2B5EF4-FFF2-40B4-BE49-F238E27FC236}">
                <a16:creationId xmlns:a16="http://schemas.microsoft.com/office/drawing/2014/main" id="{0DF087FA-6240-798E-1E33-DC58A79EE65D}"/>
              </a:ext>
            </a:extLst>
          </p:cNvPr>
          <p:cNvSpPr>
            <a:spLocks noGrp="1"/>
          </p:cNvSpPr>
          <p:nvPr>
            <p:ph type="dt" sz="half" idx="10"/>
          </p:nvPr>
        </p:nvSpPr>
        <p:spPr/>
        <p:txBody>
          <a:bodyPr/>
          <a:lstStyle/>
          <a:p>
            <a:r>
              <a:rPr lang="en-GB"/>
              <a:t>© Oxford Semantic Technologies Limited </a:t>
            </a:r>
            <a:fld id="{2BCBA681-8161-4A23-8D39-D3C06B9ED81F}" type="datetimeyyyy">
              <a:rPr lang="en-US" smtClean="0"/>
              <a:t>2025</a:t>
            </a:fld>
            <a:endParaRPr lang="en-GB"/>
          </a:p>
        </p:txBody>
      </p:sp>
      <p:sp>
        <p:nvSpPr>
          <p:cNvPr id="4" name="Slide Number Placeholder 3">
            <a:extLst>
              <a:ext uri="{FF2B5EF4-FFF2-40B4-BE49-F238E27FC236}">
                <a16:creationId xmlns:a16="http://schemas.microsoft.com/office/drawing/2014/main" id="{338D3551-C6AE-6A81-3248-4E5582DCEE62}"/>
              </a:ext>
            </a:extLst>
          </p:cNvPr>
          <p:cNvSpPr>
            <a:spLocks noGrp="1"/>
          </p:cNvSpPr>
          <p:nvPr>
            <p:ph type="sldNum" sz="quarter" idx="11"/>
          </p:nvPr>
        </p:nvSpPr>
        <p:spPr/>
        <p:txBody>
          <a:bodyPr/>
          <a:lstStyle/>
          <a:p>
            <a:fld id="{D0A04442-A2F9-6442-AC47-79D3CBE769CD}" type="slidenum">
              <a:rPr lang="en-GB" smtClean="0"/>
              <a:pPr/>
              <a:t>‹#›</a:t>
            </a:fld>
            <a:endParaRPr lang="en-GB"/>
          </a:p>
        </p:txBody>
      </p:sp>
      <p:sp>
        <p:nvSpPr>
          <p:cNvPr id="7" name="Text Placeholder 6">
            <a:extLst>
              <a:ext uri="{FF2B5EF4-FFF2-40B4-BE49-F238E27FC236}">
                <a16:creationId xmlns:a16="http://schemas.microsoft.com/office/drawing/2014/main" id="{08A213F1-3183-B965-EA88-D3C8C58363E9}"/>
              </a:ext>
            </a:extLst>
          </p:cNvPr>
          <p:cNvSpPr>
            <a:spLocks noGrp="1"/>
          </p:cNvSpPr>
          <p:nvPr>
            <p:ph type="body" sz="quarter" idx="12"/>
          </p:nvPr>
        </p:nvSpPr>
        <p:spPr>
          <a:xfrm>
            <a:off x="838200" y="805488"/>
            <a:ext cx="10515600" cy="381287"/>
          </a:xfrm>
        </p:spPr>
        <p:txBody>
          <a:bodyPr>
            <a:noAutofit/>
          </a:bodyPr>
          <a:lstStyle>
            <a:lvl1pPr marL="0" indent="0">
              <a:buNone/>
              <a:defRPr sz="240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endParaRPr lang="en-GB"/>
          </a:p>
        </p:txBody>
      </p:sp>
      <p:pic>
        <p:nvPicPr>
          <p:cNvPr id="6" name="Picture 5" descr="A picture containing object, clock&#10;&#10;Description automatically generated">
            <a:extLst>
              <a:ext uri="{FF2B5EF4-FFF2-40B4-BE49-F238E27FC236}">
                <a16:creationId xmlns:a16="http://schemas.microsoft.com/office/drawing/2014/main" id="{333B4BAB-4B73-C655-2132-4088A502FBE9}"/>
              </a:ext>
            </a:extLst>
          </p:cNvPr>
          <p:cNvPicPr>
            <a:picLocks noChangeAspect="1"/>
          </p:cNvPicPr>
          <p:nvPr userDrawn="1"/>
        </p:nvPicPr>
        <p:blipFill>
          <a:blip r:embed="rId2" cstate="hqprint">
            <a:extLst>
              <a:ext uri="{28A0092B-C50C-407E-A947-70E740481C1C}">
                <a14:useLocalDpi xmlns:a14="http://schemas.microsoft.com/office/drawing/2010/main"/>
              </a:ext>
            </a:extLst>
          </a:blip>
          <a:stretch>
            <a:fillRect/>
          </a:stretch>
        </p:blipFill>
        <p:spPr>
          <a:xfrm>
            <a:off x="11329686" y="169181"/>
            <a:ext cx="720000" cy="772364"/>
          </a:xfrm>
          <a:prstGeom prst="rect">
            <a:avLst/>
          </a:prstGeom>
        </p:spPr>
      </p:pic>
      <p:pic>
        <p:nvPicPr>
          <p:cNvPr id="11" name="Graphic 10">
            <a:extLst>
              <a:ext uri="{FF2B5EF4-FFF2-40B4-BE49-F238E27FC236}">
                <a16:creationId xmlns:a16="http://schemas.microsoft.com/office/drawing/2014/main" id="{5DEBDF85-928C-BC1B-22AF-5E69C1131EF3}"/>
              </a:ext>
            </a:extLst>
          </p:cNvPr>
          <p:cNvPicPr>
            <a:picLocks noChangeAspect="1"/>
          </p:cNvPicPr>
          <p:nvPr userDrawn="1"/>
        </p:nvPicPr>
        <p:blipFill rotWithShape="1">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l="82935" r="-1819" b="49660"/>
          <a:stretch/>
        </p:blipFill>
        <p:spPr>
          <a:xfrm>
            <a:off x="10228320" y="169181"/>
            <a:ext cx="992959" cy="729549"/>
          </a:xfrm>
          <a:prstGeom prst="rect">
            <a:avLst/>
          </a:prstGeom>
        </p:spPr>
      </p:pic>
    </p:spTree>
    <p:extLst>
      <p:ext uri="{BB962C8B-B14F-4D97-AF65-F5344CB8AC3E}">
        <p14:creationId xmlns:p14="http://schemas.microsoft.com/office/powerpoint/2010/main" val="1814444553"/>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Default OST Layout Left">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5BDA88FB-C6E9-5057-1273-5321FB6AD8E1}"/>
              </a:ext>
            </a:extLst>
          </p:cNvPr>
          <p:cNvSpPr/>
          <p:nvPr userDrawn="1"/>
        </p:nvSpPr>
        <p:spPr>
          <a:xfrm>
            <a:off x="0" y="0"/>
            <a:ext cx="5588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264">
              <a:latin typeface="+mn-lt"/>
            </a:endParaRPr>
          </a:p>
        </p:txBody>
      </p:sp>
      <p:pic>
        <p:nvPicPr>
          <p:cNvPr id="10" name="Picture 9">
            <a:extLst>
              <a:ext uri="{FF2B5EF4-FFF2-40B4-BE49-F238E27FC236}">
                <a16:creationId xmlns:a16="http://schemas.microsoft.com/office/drawing/2014/main" id="{86264B68-B53D-A36E-7745-8A3E465F1EF6}"/>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l="26146" r="28021"/>
          <a:stretch/>
        </p:blipFill>
        <p:spPr>
          <a:xfrm>
            <a:off x="0" y="1497054"/>
            <a:ext cx="5588000" cy="4925057"/>
          </a:xfrm>
          <a:prstGeom prst="rect">
            <a:avLst/>
          </a:prstGeom>
        </p:spPr>
      </p:pic>
      <p:sp>
        <p:nvSpPr>
          <p:cNvPr id="9" name="Content Placeholder 2">
            <a:extLst>
              <a:ext uri="{FF2B5EF4-FFF2-40B4-BE49-F238E27FC236}">
                <a16:creationId xmlns:a16="http://schemas.microsoft.com/office/drawing/2014/main" id="{3D215E45-D248-40E8-8375-AAC9D29EDB67}"/>
              </a:ext>
            </a:extLst>
          </p:cNvPr>
          <p:cNvSpPr>
            <a:spLocks noGrp="1"/>
          </p:cNvSpPr>
          <p:nvPr>
            <p:ph idx="1"/>
          </p:nvPr>
        </p:nvSpPr>
        <p:spPr>
          <a:xfrm>
            <a:off x="339203" y="2069912"/>
            <a:ext cx="3402274" cy="4207136"/>
          </a:xfrm>
          <a:prstGeom prst="rect">
            <a:avLst/>
          </a:prstGeom>
        </p:spPr>
        <p:txBody>
          <a:bodyPr>
            <a:normAutofit/>
          </a:bodyPr>
          <a:lstStyle>
            <a:lvl1pPr marL="0" indent="0">
              <a:buNone/>
              <a:defRPr sz="2400">
                <a:solidFill>
                  <a:srgbClr val="FFFFFF"/>
                </a:solidFill>
                <a:latin typeface="+mn-lt"/>
              </a:defRPr>
            </a:lvl1pPr>
            <a:lvl2pPr marL="457200" indent="0">
              <a:buNone/>
              <a:defRPr sz="2000">
                <a:solidFill>
                  <a:srgbClr val="FFFFFF"/>
                </a:solidFill>
                <a:latin typeface="+mn-lt"/>
              </a:defRPr>
            </a:lvl2pPr>
            <a:lvl3pPr marL="914400" indent="0">
              <a:buNone/>
              <a:defRPr sz="1800">
                <a:solidFill>
                  <a:srgbClr val="FFFFFF"/>
                </a:solidFill>
                <a:latin typeface="+mn-lt"/>
              </a:defRPr>
            </a:lvl3pPr>
            <a:lvl4pPr marL="1371600" indent="0">
              <a:buNone/>
              <a:defRPr sz="1600">
                <a:solidFill>
                  <a:srgbClr val="FFFFFF"/>
                </a:solidFill>
                <a:latin typeface="+mn-lt"/>
              </a:defRPr>
            </a:lvl4pPr>
            <a:lvl5pPr marL="1828800" indent="0">
              <a:buNone/>
              <a:defRPr sz="1600">
                <a:solidFill>
                  <a:srgbClr val="FFFFFF"/>
                </a:solidFill>
                <a:latin typeface="+mn-lt"/>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2" name="Title 1">
            <a:extLst>
              <a:ext uri="{FF2B5EF4-FFF2-40B4-BE49-F238E27FC236}">
                <a16:creationId xmlns:a16="http://schemas.microsoft.com/office/drawing/2014/main" id="{5AA1648B-6AFE-E5EC-BC4B-42C519645782}"/>
              </a:ext>
            </a:extLst>
          </p:cNvPr>
          <p:cNvSpPr>
            <a:spLocks noGrp="1"/>
          </p:cNvSpPr>
          <p:nvPr>
            <p:ph type="title"/>
          </p:nvPr>
        </p:nvSpPr>
        <p:spPr>
          <a:xfrm>
            <a:off x="339203" y="577803"/>
            <a:ext cx="3402274" cy="1325563"/>
          </a:xfrm>
        </p:spPr>
        <p:txBody>
          <a:bodyPr>
            <a:noAutofit/>
          </a:bodyPr>
          <a:lstStyle>
            <a:lvl1pPr>
              <a:defRPr sz="4000" b="1"/>
            </a:lvl1pPr>
          </a:lstStyle>
          <a:p>
            <a:r>
              <a:rPr lang="en-US"/>
              <a:t>Click to edit Master title style</a:t>
            </a:r>
            <a:endParaRPr lang="en-GB"/>
          </a:p>
        </p:txBody>
      </p:sp>
      <p:sp>
        <p:nvSpPr>
          <p:cNvPr id="3" name="Date Placeholder 2">
            <a:extLst>
              <a:ext uri="{FF2B5EF4-FFF2-40B4-BE49-F238E27FC236}">
                <a16:creationId xmlns:a16="http://schemas.microsoft.com/office/drawing/2014/main" id="{0DF087FA-6240-798E-1E33-DC58A79EE65D}"/>
              </a:ext>
            </a:extLst>
          </p:cNvPr>
          <p:cNvSpPr>
            <a:spLocks noGrp="1"/>
          </p:cNvSpPr>
          <p:nvPr>
            <p:ph type="dt" sz="half" idx="10"/>
          </p:nvPr>
        </p:nvSpPr>
        <p:spPr>
          <a:xfrm>
            <a:off x="869513" y="6443594"/>
            <a:ext cx="3075296" cy="365125"/>
          </a:xfrm>
        </p:spPr>
        <p:txBody>
          <a:bodyPr/>
          <a:lstStyle/>
          <a:p>
            <a:r>
              <a:rPr lang="en-GB"/>
              <a:t>© Oxford Semantic Technologies Limited </a:t>
            </a:r>
            <a:fld id="{14765B0B-CE61-437A-B75C-D23387994679}" type="datetimeyyyy">
              <a:rPr lang="en-US" smtClean="0"/>
              <a:t>2025</a:t>
            </a:fld>
            <a:endParaRPr lang="en-GB"/>
          </a:p>
        </p:txBody>
      </p:sp>
      <p:sp>
        <p:nvSpPr>
          <p:cNvPr id="4" name="Slide Number Placeholder 3">
            <a:extLst>
              <a:ext uri="{FF2B5EF4-FFF2-40B4-BE49-F238E27FC236}">
                <a16:creationId xmlns:a16="http://schemas.microsoft.com/office/drawing/2014/main" id="{338D3551-C6AE-6A81-3248-4E5582DCEE62}"/>
              </a:ext>
            </a:extLst>
          </p:cNvPr>
          <p:cNvSpPr>
            <a:spLocks noGrp="1"/>
          </p:cNvSpPr>
          <p:nvPr>
            <p:ph type="sldNum" sz="quarter" idx="11"/>
          </p:nvPr>
        </p:nvSpPr>
        <p:spPr>
          <a:xfrm>
            <a:off x="4032524" y="6439045"/>
            <a:ext cx="560415" cy="365125"/>
          </a:xfrm>
        </p:spPr>
        <p:txBody>
          <a:bodyPr/>
          <a:lstStyle/>
          <a:p>
            <a:fld id="{D0A04442-A2F9-6442-AC47-79D3CBE769CD}" type="slidenum">
              <a:rPr lang="en-GB" smtClean="0"/>
              <a:pPr/>
              <a:t>‹#›</a:t>
            </a:fld>
            <a:endParaRPr lang="en-GB"/>
          </a:p>
        </p:txBody>
      </p:sp>
      <p:pic>
        <p:nvPicPr>
          <p:cNvPr id="6" name="Picture 5" descr="Icon&#10;&#10;Description automatically generated">
            <a:extLst>
              <a:ext uri="{FF2B5EF4-FFF2-40B4-BE49-F238E27FC236}">
                <a16:creationId xmlns:a16="http://schemas.microsoft.com/office/drawing/2014/main" id="{E366A8AD-BC44-89D4-C292-5AAAE959B716}"/>
              </a:ext>
            </a:extLst>
          </p:cNvPr>
          <p:cNvPicPr>
            <a:picLocks noChangeAspect="1"/>
          </p:cNvPicPr>
          <p:nvPr userDrawn="1"/>
        </p:nvPicPr>
        <p:blipFill>
          <a:blip r:embed="rId3" cstate="hqprint">
            <a:extLst>
              <a:ext uri="{28A0092B-C50C-407E-A947-70E740481C1C}">
                <a14:useLocalDpi xmlns:a14="http://schemas.microsoft.com/office/drawing/2010/main"/>
              </a:ext>
            </a:extLst>
          </a:blip>
          <a:stretch>
            <a:fillRect/>
          </a:stretch>
        </p:blipFill>
        <p:spPr>
          <a:xfrm>
            <a:off x="4766687" y="155384"/>
            <a:ext cx="654421" cy="698618"/>
          </a:xfrm>
          <a:prstGeom prst="rect">
            <a:avLst/>
          </a:prstGeom>
        </p:spPr>
      </p:pic>
      <p:sp>
        <p:nvSpPr>
          <p:cNvPr id="7" name="Content Placeholder 2">
            <a:extLst>
              <a:ext uri="{FF2B5EF4-FFF2-40B4-BE49-F238E27FC236}">
                <a16:creationId xmlns:a16="http://schemas.microsoft.com/office/drawing/2014/main" id="{4FD4469D-1F96-6C71-1B04-F1FE0DD0DE15}"/>
              </a:ext>
            </a:extLst>
          </p:cNvPr>
          <p:cNvSpPr>
            <a:spLocks noGrp="1"/>
          </p:cNvSpPr>
          <p:nvPr>
            <p:ph idx="12"/>
          </p:nvPr>
        </p:nvSpPr>
        <p:spPr>
          <a:xfrm>
            <a:off x="4490112" y="3375546"/>
            <a:ext cx="7319749" cy="3102307"/>
          </a:xfrm>
          <a:prstGeom prst="rect">
            <a:avLst/>
          </a:prstGeo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pic>
        <p:nvPicPr>
          <p:cNvPr id="5" name="Graphic 4">
            <a:extLst>
              <a:ext uri="{FF2B5EF4-FFF2-40B4-BE49-F238E27FC236}">
                <a16:creationId xmlns:a16="http://schemas.microsoft.com/office/drawing/2014/main" id="{7B2058F2-14FF-3A69-4834-265EB3C843FB}"/>
              </a:ext>
            </a:extLst>
          </p:cNvPr>
          <p:cNvPicPr>
            <a:picLocks noChangeAspect="1"/>
          </p:cNvPicPr>
          <p:nvPr userDrawn="1"/>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82935" r="-1819" b="49660"/>
          <a:stretch/>
        </p:blipFill>
        <p:spPr>
          <a:xfrm>
            <a:off x="3847203" y="175759"/>
            <a:ext cx="901622" cy="662441"/>
          </a:xfrm>
          <a:prstGeom prst="rect">
            <a:avLst/>
          </a:prstGeom>
        </p:spPr>
      </p:pic>
    </p:spTree>
    <p:extLst>
      <p:ext uri="{BB962C8B-B14F-4D97-AF65-F5344CB8AC3E}">
        <p14:creationId xmlns:p14="http://schemas.microsoft.com/office/powerpoint/2010/main" val="1325626364"/>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Default OST Layout Right">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5BDA88FB-C6E9-5057-1273-5321FB6AD8E1}"/>
              </a:ext>
            </a:extLst>
          </p:cNvPr>
          <p:cNvSpPr/>
          <p:nvPr userDrawn="1"/>
        </p:nvSpPr>
        <p:spPr>
          <a:xfrm>
            <a:off x="8111319" y="0"/>
            <a:ext cx="4080681"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264">
              <a:latin typeface="+mn-lt"/>
            </a:endParaRPr>
          </a:p>
        </p:txBody>
      </p:sp>
      <p:sp>
        <p:nvSpPr>
          <p:cNvPr id="9" name="Content Placeholder 2">
            <a:extLst>
              <a:ext uri="{FF2B5EF4-FFF2-40B4-BE49-F238E27FC236}">
                <a16:creationId xmlns:a16="http://schemas.microsoft.com/office/drawing/2014/main" id="{3D215E45-D248-40E8-8375-AAC9D29EDB67}"/>
              </a:ext>
            </a:extLst>
          </p:cNvPr>
          <p:cNvSpPr>
            <a:spLocks noGrp="1"/>
          </p:cNvSpPr>
          <p:nvPr>
            <p:ph idx="1"/>
          </p:nvPr>
        </p:nvSpPr>
        <p:spPr>
          <a:xfrm>
            <a:off x="8450522" y="2069912"/>
            <a:ext cx="3402274" cy="4207136"/>
          </a:xfrm>
          <a:prstGeom prst="rect">
            <a:avLst/>
          </a:prstGeom>
        </p:spPr>
        <p:txBody>
          <a:bodyPr>
            <a:normAutofit/>
          </a:bodyPr>
          <a:lstStyle>
            <a:lvl1pPr marL="0" indent="0">
              <a:buNone/>
              <a:defRPr sz="2400">
                <a:solidFill>
                  <a:srgbClr val="FFFFFF"/>
                </a:solidFill>
                <a:latin typeface="+mn-lt"/>
              </a:defRPr>
            </a:lvl1pPr>
            <a:lvl2pPr marL="457200" indent="0">
              <a:buNone/>
              <a:defRPr sz="2000">
                <a:solidFill>
                  <a:srgbClr val="FFFFFF"/>
                </a:solidFill>
                <a:latin typeface="+mn-lt"/>
              </a:defRPr>
            </a:lvl2pPr>
            <a:lvl3pPr marL="914400" indent="0">
              <a:buNone/>
              <a:defRPr sz="1800">
                <a:solidFill>
                  <a:srgbClr val="FFFFFF"/>
                </a:solidFill>
                <a:latin typeface="+mn-lt"/>
              </a:defRPr>
            </a:lvl3pPr>
            <a:lvl4pPr marL="1371600" indent="0">
              <a:buNone/>
              <a:defRPr sz="1600">
                <a:solidFill>
                  <a:srgbClr val="FFFFFF"/>
                </a:solidFill>
                <a:latin typeface="+mn-lt"/>
              </a:defRPr>
            </a:lvl4pPr>
            <a:lvl5pPr marL="1828800" indent="0">
              <a:buNone/>
              <a:defRPr sz="1600">
                <a:solidFill>
                  <a:srgbClr val="FFFFFF"/>
                </a:solidFill>
                <a:latin typeface="+mn-lt"/>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2" name="Title 1">
            <a:extLst>
              <a:ext uri="{FF2B5EF4-FFF2-40B4-BE49-F238E27FC236}">
                <a16:creationId xmlns:a16="http://schemas.microsoft.com/office/drawing/2014/main" id="{5AA1648B-6AFE-E5EC-BC4B-42C519645782}"/>
              </a:ext>
            </a:extLst>
          </p:cNvPr>
          <p:cNvSpPr>
            <a:spLocks noGrp="1"/>
          </p:cNvSpPr>
          <p:nvPr>
            <p:ph type="title"/>
          </p:nvPr>
        </p:nvSpPr>
        <p:spPr>
          <a:xfrm>
            <a:off x="8450522" y="577803"/>
            <a:ext cx="3402274" cy="1325563"/>
          </a:xfrm>
        </p:spPr>
        <p:txBody>
          <a:bodyPr>
            <a:noAutofit/>
          </a:bodyPr>
          <a:lstStyle>
            <a:lvl1pPr>
              <a:defRPr sz="4000" b="1"/>
            </a:lvl1pPr>
          </a:lstStyle>
          <a:p>
            <a:r>
              <a:rPr lang="en-US"/>
              <a:t>Click to edit Master title style</a:t>
            </a:r>
            <a:endParaRPr lang="en-GB"/>
          </a:p>
        </p:txBody>
      </p:sp>
      <p:sp>
        <p:nvSpPr>
          <p:cNvPr id="13" name="Date Placeholder 2">
            <a:extLst>
              <a:ext uri="{FF2B5EF4-FFF2-40B4-BE49-F238E27FC236}">
                <a16:creationId xmlns:a16="http://schemas.microsoft.com/office/drawing/2014/main" id="{0348B171-F1CA-7160-ACE5-D2CFF31E43BE}"/>
              </a:ext>
            </a:extLst>
          </p:cNvPr>
          <p:cNvSpPr>
            <a:spLocks noGrp="1"/>
          </p:cNvSpPr>
          <p:nvPr>
            <p:ph type="dt" sz="half" idx="10"/>
          </p:nvPr>
        </p:nvSpPr>
        <p:spPr>
          <a:xfrm>
            <a:off x="8280959" y="6477854"/>
            <a:ext cx="3075296" cy="365125"/>
          </a:xfrm>
        </p:spPr>
        <p:txBody>
          <a:bodyPr/>
          <a:lstStyle/>
          <a:p>
            <a:r>
              <a:rPr lang="en-GB"/>
              <a:t>© Oxford Semantic Technologies Limited </a:t>
            </a:r>
            <a:fld id="{E20064F5-D6E8-4457-916F-259F4EB0CC2C}" type="datetimeyyyy">
              <a:rPr lang="en-US" smtClean="0"/>
              <a:t>2025</a:t>
            </a:fld>
            <a:endParaRPr lang="en-GB"/>
          </a:p>
        </p:txBody>
      </p:sp>
      <p:sp>
        <p:nvSpPr>
          <p:cNvPr id="14" name="Slide Number Placeholder 3">
            <a:extLst>
              <a:ext uri="{FF2B5EF4-FFF2-40B4-BE49-F238E27FC236}">
                <a16:creationId xmlns:a16="http://schemas.microsoft.com/office/drawing/2014/main" id="{316D2D34-D586-8E2E-9F81-4BF7CD6A13A6}"/>
              </a:ext>
            </a:extLst>
          </p:cNvPr>
          <p:cNvSpPr>
            <a:spLocks noGrp="1"/>
          </p:cNvSpPr>
          <p:nvPr>
            <p:ph type="sldNum" sz="quarter" idx="11"/>
          </p:nvPr>
        </p:nvSpPr>
        <p:spPr>
          <a:xfrm>
            <a:off x="11459178" y="6477854"/>
            <a:ext cx="560415" cy="365125"/>
          </a:xfrm>
        </p:spPr>
        <p:txBody>
          <a:bodyPr/>
          <a:lstStyle/>
          <a:p>
            <a:fld id="{D0A04442-A2F9-6442-AC47-79D3CBE769CD}" type="slidenum">
              <a:rPr lang="en-GB" smtClean="0"/>
              <a:pPr/>
              <a:t>‹#›</a:t>
            </a:fld>
            <a:endParaRPr lang="en-GB"/>
          </a:p>
        </p:txBody>
      </p:sp>
      <p:sp>
        <p:nvSpPr>
          <p:cNvPr id="4" name="Content Placeholder 2">
            <a:extLst>
              <a:ext uri="{FF2B5EF4-FFF2-40B4-BE49-F238E27FC236}">
                <a16:creationId xmlns:a16="http://schemas.microsoft.com/office/drawing/2014/main" id="{59B47B0E-224A-A322-56B9-F9B263A0AC90}"/>
              </a:ext>
            </a:extLst>
          </p:cNvPr>
          <p:cNvSpPr>
            <a:spLocks noGrp="1"/>
          </p:cNvSpPr>
          <p:nvPr>
            <p:ph idx="13"/>
          </p:nvPr>
        </p:nvSpPr>
        <p:spPr>
          <a:xfrm>
            <a:off x="403889" y="3375546"/>
            <a:ext cx="7319749" cy="3102307"/>
          </a:xfrm>
          <a:prstGeom prst="rect">
            <a:avLst/>
          </a:prstGeo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pic>
        <p:nvPicPr>
          <p:cNvPr id="3" name="Picture 2" descr="Icon&#10;&#10;Description automatically generated">
            <a:extLst>
              <a:ext uri="{FF2B5EF4-FFF2-40B4-BE49-F238E27FC236}">
                <a16:creationId xmlns:a16="http://schemas.microsoft.com/office/drawing/2014/main" id="{D83BA984-48B2-96F3-3F74-D6FF19129283}"/>
              </a:ext>
            </a:extLst>
          </p:cNvPr>
          <p:cNvPicPr>
            <a:picLocks noChangeAspect="1"/>
          </p:cNvPicPr>
          <p:nvPr userDrawn="1"/>
        </p:nvPicPr>
        <p:blipFill>
          <a:blip r:embed="rId2" cstate="hqprint">
            <a:extLst>
              <a:ext uri="{28A0092B-C50C-407E-A947-70E740481C1C}">
                <a14:useLocalDpi xmlns:a14="http://schemas.microsoft.com/office/drawing/2010/main"/>
              </a:ext>
            </a:extLst>
          </a:blip>
          <a:stretch>
            <a:fillRect/>
          </a:stretch>
        </p:blipFill>
        <p:spPr>
          <a:xfrm>
            <a:off x="11527829" y="125928"/>
            <a:ext cx="516256" cy="551122"/>
          </a:xfrm>
          <a:prstGeom prst="rect">
            <a:avLst/>
          </a:prstGeom>
        </p:spPr>
      </p:pic>
      <p:pic>
        <p:nvPicPr>
          <p:cNvPr id="5" name="Graphic 4">
            <a:extLst>
              <a:ext uri="{FF2B5EF4-FFF2-40B4-BE49-F238E27FC236}">
                <a16:creationId xmlns:a16="http://schemas.microsoft.com/office/drawing/2014/main" id="{E06739C0-A06D-CE02-C565-DAB210B23A96}"/>
              </a:ext>
            </a:extLst>
          </p:cNvPr>
          <p:cNvPicPr>
            <a:picLocks noChangeAspect="1"/>
          </p:cNvPicPr>
          <p:nvPr userDrawn="1"/>
        </p:nvPicPr>
        <p:blipFill rotWithShape="1">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l="82935" r="-1819" b="49660"/>
          <a:stretch/>
        </p:blipFill>
        <p:spPr>
          <a:xfrm>
            <a:off x="10800234" y="146303"/>
            <a:ext cx="711267" cy="522583"/>
          </a:xfrm>
          <a:prstGeom prst="rect">
            <a:avLst/>
          </a:prstGeom>
        </p:spPr>
      </p:pic>
    </p:spTree>
    <p:extLst>
      <p:ext uri="{BB962C8B-B14F-4D97-AF65-F5344CB8AC3E}">
        <p14:creationId xmlns:p14="http://schemas.microsoft.com/office/powerpoint/2010/main" val="109005749"/>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Default OST Layout Spli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8802B4B8-E967-3DE8-4B43-93F6057F3F7F}"/>
              </a:ext>
            </a:extLst>
          </p:cNvPr>
          <p:cNvSpPr/>
          <p:nvPr userDrawn="1"/>
        </p:nvSpPr>
        <p:spPr>
          <a:xfrm>
            <a:off x="0" y="1"/>
            <a:ext cx="12192000" cy="111034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264" b="1">
              <a:latin typeface="+mn-lt"/>
            </a:endParaRPr>
          </a:p>
        </p:txBody>
      </p:sp>
      <p:sp>
        <p:nvSpPr>
          <p:cNvPr id="6" name="Content Placeholder 2">
            <a:extLst>
              <a:ext uri="{FF2B5EF4-FFF2-40B4-BE49-F238E27FC236}">
                <a16:creationId xmlns:a16="http://schemas.microsoft.com/office/drawing/2014/main" id="{D7D35480-8132-0701-14EA-657C24F04A99}"/>
              </a:ext>
            </a:extLst>
          </p:cNvPr>
          <p:cNvSpPr>
            <a:spLocks noGrp="1"/>
          </p:cNvSpPr>
          <p:nvPr>
            <p:ph sz="half" idx="1"/>
          </p:nvPr>
        </p:nvSpPr>
        <p:spPr>
          <a:xfrm>
            <a:off x="838200" y="1696874"/>
            <a:ext cx="5181600" cy="4480089"/>
          </a:xfrm>
          <a:prstGeom prst="rect">
            <a:avLst/>
          </a:prstGeo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7" name="Content Placeholder 3">
            <a:extLst>
              <a:ext uri="{FF2B5EF4-FFF2-40B4-BE49-F238E27FC236}">
                <a16:creationId xmlns:a16="http://schemas.microsoft.com/office/drawing/2014/main" id="{7E9B26E2-792D-4863-D854-322FA64A6D0F}"/>
              </a:ext>
            </a:extLst>
          </p:cNvPr>
          <p:cNvSpPr>
            <a:spLocks noGrp="1"/>
          </p:cNvSpPr>
          <p:nvPr>
            <p:ph sz="half" idx="2"/>
          </p:nvPr>
        </p:nvSpPr>
        <p:spPr>
          <a:xfrm>
            <a:off x="6172200" y="1696871"/>
            <a:ext cx="5181600" cy="4480091"/>
          </a:xfrm>
          <a:prstGeom prst="rect">
            <a:avLst/>
          </a:prstGeo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2" name="Title 1">
            <a:extLst>
              <a:ext uri="{FF2B5EF4-FFF2-40B4-BE49-F238E27FC236}">
                <a16:creationId xmlns:a16="http://schemas.microsoft.com/office/drawing/2014/main" id="{4DD801A3-870B-1BF3-4540-BD4371F3F9B7}"/>
              </a:ext>
            </a:extLst>
          </p:cNvPr>
          <p:cNvSpPr>
            <a:spLocks noGrp="1"/>
          </p:cNvSpPr>
          <p:nvPr>
            <p:ph type="title"/>
          </p:nvPr>
        </p:nvSpPr>
        <p:spPr>
          <a:xfrm>
            <a:off x="671772" y="0"/>
            <a:ext cx="10515600" cy="1110344"/>
          </a:xfrm>
        </p:spPr>
        <p:txBody>
          <a:bodyPr/>
          <a:lstStyle>
            <a:lvl1pPr>
              <a:defRPr b="1"/>
            </a:lvl1pPr>
          </a:lstStyle>
          <a:p>
            <a:r>
              <a:rPr lang="en-US"/>
              <a:t>Click to edit Master title style</a:t>
            </a:r>
            <a:endParaRPr lang="en-GB"/>
          </a:p>
        </p:txBody>
      </p:sp>
      <p:sp>
        <p:nvSpPr>
          <p:cNvPr id="3" name="Date Placeholder 2">
            <a:extLst>
              <a:ext uri="{FF2B5EF4-FFF2-40B4-BE49-F238E27FC236}">
                <a16:creationId xmlns:a16="http://schemas.microsoft.com/office/drawing/2014/main" id="{41F09CDC-3F5C-C062-E8E7-1ACA98C16752}"/>
              </a:ext>
            </a:extLst>
          </p:cNvPr>
          <p:cNvSpPr>
            <a:spLocks noGrp="1"/>
          </p:cNvSpPr>
          <p:nvPr>
            <p:ph type="dt" sz="half" idx="10"/>
          </p:nvPr>
        </p:nvSpPr>
        <p:spPr/>
        <p:txBody>
          <a:bodyPr/>
          <a:lstStyle/>
          <a:p>
            <a:r>
              <a:rPr lang="en-GB"/>
              <a:t>© Oxford Semantic Technologies Limited </a:t>
            </a:r>
            <a:fld id="{CC3AEED5-D8D1-4333-AC1E-A85BD5C9124D}" type="datetimeyyyy">
              <a:rPr lang="en-US" smtClean="0"/>
              <a:t>2025</a:t>
            </a:fld>
            <a:endParaRPr lang="en-GB"/>
          </a:p>
        </p:txBody>
      </p:sp>
      <p:sp>
        <p:nvSpPr>
          <p:cNvPr id="4" name="Slide Number Placeholder 3">
            <a:extLst>
              <a:ext uri="{FF2B5EF4-FFF2-40B4-BE49-F238E27FC236}">
                <a16:creationId xmlns:a16="http://schemas.microsoft.com/office/drawing/2014/main" id="{202379C9-4967-D1E4-1A50-AD52A48C942A}"/>
              </a:ext>
            </a:extLst>
          </p:cNvPr>
          <p:cNvSpPr>
            <a:spLocks noGrp="1"/>
          </p:cNvSpPr>
          <p:nvPr>
            <p:ph type="sldNum" sz="quarter" idx="11"/>
          </p:nvPr>
        </p:nvSpPr>
        <p:spPr/>
        <p:txBody>
          <a:bodyPr/>
          <a:lstStyle/>
          <a:p>
            <a:fld id="{D0A04442-A2F9-6442-AC47-79D3CBE769CD}" type="slidenum">
              <a:rPr lang="en-GB" smtClean="0"/>
              <a:pPr/>
              <a:t>‹#›</a:t>
            </a:fld>
            <a:endParaRPr lang="en-GB"/>
          </a:p>
        </p:txBody>
      </p:sp>
      <p:pic>
        <p:nvPicPr>
          <p:cNvPr id="10" name="Picture 9" descr="A picture containing object, clock&#10;&#10;Description automatically generated">
            <a:extLst>
              <a:ext uri="{FF2B5EF4-FFF2-40B4-BE49-F238E27FC236}">
                <a16:creationId xmlns:a16="http://schemas.microsoft.com/office/drawing/2014/main" id="{2C8CDB18-C4B7-772D-0544-9711B02EA902}"/>
              </a:ext>
            </a:extLst>
          </p:cNvPr>
          <p:cNvPicPr>
            <a:picLocks noChangeAspect="1"/>
          </p:cNvPicPr>
          <p:nvPr userDrawn="1"/>
        </p:nvPicPr>
        <p:blipFill>
          <a:blip r:embed="rId2" cstate="hqprint">
            <a:extLst>
              <a:ext uri="{28A0092B-C50C-407E-A947-70E740481C1C}">
                <a14:useLocalDpi xmlns:a14="http://schemas.microsoft.com/office/drawing/2010/main"/>
              </a:ext>
            </a:extLst>
          </a:blip>
          <a:stretch>
            <a:fillRect/>
          </a:stretch>
        </p:blipFill>
        <p:spPr>
          <a:xfrm>
            <a:off x="11329686" y="169181"/>
            <a:ext cx="720000" cy="772364"/>
          </a:xfrm>
          <a:prstGeom prst="rect">
            <a:avLst/>
          </a:prstGeom>
        </p:spPr>
      </p:pic>
      <p:pic>
        <p:nvPicPr>
          <p:cNvPr id="11" name="Graphic 10">
            <a:extLst>
              <a:ext uri="{FF2B5EF4-FFF2-40B4-BE49-F238E27FC236}">
                <a16:creationId xmlns:a16="http://schemas.microsoft.com/office/drawing/2014/main" id="{A7D93827-ECF4-5D5A-2427-0A33D63CCDD5}"/>
              </a:ext>
            </a:extLst>
          </p:cNvPr>
          <p:cNvPicPr>
            <a:picLocks noChangeAspect="1"/>
          </p:cNvPicPr>
          <p:nvPr userDrawn="1"/>
        </p:nvPicPr>
        <p:blipFill rotWithShape="1">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l="82935" r="-1819" b="49660"/>
          <a:stretch/>
        </p:blipFill>
        <p:spPr>
          <a:xfrm>
            <a:off x="10228320" y="169181"/>
            <a:ext cx="992959" cy="729549"/>
          </a:xfrm>
          <a:prstGeom prst="rect">
            <a:avLst/>
          </a:prstGeom>
        </p:spPr>
      </p:pic>
    </p:spTree>
    <p:extLst>
      <p:ext uri="{BB962C8B-B14F-4D97-AF65-F5344CB8AC3E}">
        <p14:creationId xmlns:p14="http://schemas.microsoft.com/office/powerpoint/2010/main" val="4208887095"/>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4_Title and Content">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C147C624-51D1-5249-84D1-A82319BC15CF}"/>
              </a:ext>
            </a:extLst>
          </p:cNvPr>
          <p:cNvSpPr/>
          <p:nvPr userDrawn="1"/>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264">
              <a:latin typeface="+mn-lt"/>
            </a:endParaRPr>
          </a:p>
        </p:txBody>
      </p:sp>
      <p:sp>
        <p:nvSpPr>
          <p:cNvPr id="3" name="Content Placeholder 2">
            <a:extLst>
              <a:ext uri="{FF2B5EF4-FFF2-40B4-BE49-F238E27FC236}">
                <a16:creationId xmlns:a16="http://schemas.microsoft.com/office/drawing/2014/main" id="{1F0D4E17-8C5B-9D4E-866D-0F1FCDE2D7A9}"/>
              </a:ext>
            </a:extLst>
          </p:cNvPr>
          <p:cNvSpPr>
            <a:spLocks noGrp="1"/>
          </p:cNvSpPr>
          <p:nvPr>
            <p:ph idx="1"/>
          </p:nvPr>
        </p:nvSpPr>
        <p:spPr>
          <a:xfrm>
            <a:off x="838200" y="2357120"/>
            <a:ext cx="5125720" cy="3545952"/>
          </a:xfrm>
        </p:spPr>
        <p:txBody>
          <a:bodyPr/>
          <a:lstStyle>
            <a:lvl1pPr>
              <a:defRPr>
                <a:solidFill>
                  <a:schemeClr val="bg2"/>
                </a:solidFill>
                <a:latin typeface="+mn-lt"/>
              </a:defRPr>
            </a:lvl1pPr>
            <a:lvl2pPr>
              <a:defRPr>
                <a:solidFill>
                  <a:schemeClr val="bg2"/>
                </a:solidFill>
                <a:latin typeface="+mn-lt"/>
              </a:defRPr>
            </a:lvl2pPr>
            <a:lvl3pPr>
              <a:defRPr>
                <a:solidFill>
                  <a:schemeClr val="bg2"/>
                </a:solidFill>
                <a:latin typeface="+mn-lt"/>
              </a:defRPr>
            </a:lvl3pPr>
            <a:lvl4pPr>
              <a:defRPr>
                <a:solidFill>
                  <a:schemeClr val="bg2"/>
                </a:solidFill>
                <a:latin typeface="+mn-lt"/>
              </a:defRPr>
            </a:lvl4pPr>
            <a:lvl5pPr>
              <a:defRPr>
                <a:solidFill>
                  <a:schemeClr val="bg2"/>
                </a:solidFill>
                <a:latin typeface="+mn-lt"/>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7" name="Title 1">
            <a:extLst>
              <a:ext uri="{FF2B5EF4-FFF2-40B4-BE49-F238E27FC236}">
                <a16:creationId xmlns:a16="http://schemas.microsoft.com/office/drawing/2014/main" id="{30E8FC90-162A-B545-AE8E-1DCCEEF3A13C}"/>
              </a:ext>
            </a:extLst>
          </p:cNvPr>
          <p:cNvSpPr>
            <a:spLocks noGrp="1"/>
          </p:cNvSpPr>
          <p:nvPr>
            <p:ph type="title"/>
          </p:nvPr>
        </p:nvSpPr>
        <p:spPr>
          <a:xfrm>
            <a:off x="838200" y="1288430"/>
            <a:ext cx="5125720" cy="872878"/>
          </a:xfrm>
        </p:spPr>
        <p:txBody>
          <a:bodyPr>
            <a:normAutofit/>
          </a:bodyPr>
          <a:lstStyle>
            <a:lvl1pPr>
              <a:defRPr sz="3200">
                <a:latin typeface="+mn-lt"/>
              </a:defRPr>
            </a:lvl1pPr>
          </a:lstStyle>
          <a:p>
            <a:r>
              <a:rPr lang="en-GB"/>
              <a:t>Click to edit Master title style</a:t>
            </a:r>
          </a:p>
        </p:txBody>
      </p:sp>
      <p:pic>
        <p:nvPicPr>
          <p:cNvPr id="7" name="Picture 6" descr="A picture containing object, clock&#10;&#10;Description automatically generated">
            <a:extLst>
              <a:ext uri="{FF2B5EF4-FFF2-40B4-BE49-F238E27FC236}">
                <a16:creationId xmlns:a16="http://schemas.microsoft.com/office/drawing/2014/main" id="{8CD523D0-53E9-DEB8-6743-6CE4E7C3B232}"/>
              </a:ext>
            </a:extLst>
          </p:cNvPr>
          <p:cNvPicPr>
            <a:picLocks noChangeAspect="1"/>
          </p:cNvPicPr>
          <p:nvPr userDrawn="1"/>
        </p:nvPicPr>
        <p:blipFill>
          <a:blip r:embed="rId2" cstate="hqprint">
            <a:extLst>
              <a:ext uri="{28A0092B-C50C-407E-A947-70E740481C1C}">
                <a14:useLocalDpi xmlns:a14="http://schemas.microsoft.com/office/drawing/2010/main"/>
              </a:ext>
            </a:extLst>
          </a:blip>
          <a:stretch>
            <a:fillRect/>
          </a:stretch>
        </p:blipFill>
        <p:spPr>
          <a:xfrm>
            <a:off x="11329686" y="136525"/>
            <a:ext cx="720000" cy="772364"/>
          </a:xfrm>
          <a:prstGeom prst="rect">
            <a:avLst/>
          </a:prstGeom>
        </p:spPr>
      </p:pic>
      <p:sp>
        <p:nvSpPr>
          <p:cNvPr id="8" name="Date Placeholder 7">
            <a:extLst>
              <a:ext uri="{FF2B5EF4-FFF2-40B4-BE49-F238E27FC236}">
                <a16:creationId xmlns:a16="http://schemas.microsoft.com/office/drawing/2014/main" id="{CC11F7EC-3F0C-FF9A-B716-6583E34B51C3}"/>
              </a:ext>
            </a:extLst>
          </p:cNvPr>
          <p:cNvSpPr>
            <a:spLocks noGrp="1"/>
          </p:cNvSpPr>
          <p:nvPr>
            <p:ph type="dt" sz="half" idx="10"/>
          </p:nvPr>
        </p:nvSpPr>
        <p:spPr/>
        <p:txBody>
          <a:bodyPr/>
          <a:lstStyle/>
          <a:p>
            <a:r>
              <a:rPr lang="en-GB"/>
              <a:t>© Oxford Semantic Technologies Limited </a:t>
            </a:r>
            <a:fld id="{EDBAD4CB-E2E6-4AA3-B479-B62DF2484737}" type="datetimeyyyy">
              <a:rPr lang="en-US" smtClean="0"/>
              <a:t>2025</a:t>
            </a:fld>
            <a:endParaRPr lang="en-GB"/>
          </a:p>
        </p:txBody>
      </p:sp>
      <p:sp>
        <p:nvSpPr>
          <p:cNvPr id="9" name="Slide Number Placeholder 8">
            <a:extLst>
              <a:ext uri="{FF2B5EF4-FFF2-40B4-BE49-F238E27FC236}">
                <a16:creationId xmlns:a16="http://schemas.microsoft.com/office/drawing/2014/main" id="{C877EA72-DC97-8447-A5A9-26E5E687AD11}"/>
              </a:ext>
            </a:extLst>
          </p:cNvPr>
          <p:cNvSpPr>
            <a:spLocks noGrp="1"/>
          </p:cNvSpPr>
          <p:nvPr>
            <p:ph type="sldNum" sz="quarter" idx="11"/>
          </p:nvPr>
        </p:nvSpPr>
        <p:spPr/>
        <p:txBody>
          <a:bodyPr/>
          <a:lstStyle/>
          <a:p>
            <a:fld id="{D0A04442-A2F9-6442-AC47-79D3CBE769CD}" type="slidenum">
              <a:rPr lang="en-GB" smtClean="0"/>
              <a:pPr/>
              <a:t>‹#›</a:t>
            </a:fld>
            <a:endParaRPr lang="en-GB"/>
          </a:p>
        </p:txBody>
      </p:sp>
    </p:spTree>
    <p:extLst>
      <p:ext uri="{BB962C8B-B14F-4D97-AF65-F5344CB8AC3E}">
        <p14:creationId xmlns:p14="http://schemas.microsoft.com/office/powerpoint/2010/main" val="3667880542"/>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5_Title and Content">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C147C624-51D1-5249-84D1-A82319BC15CF}"/>
              </a:ext>
            </a:extLst>
          </p:cNvPr>
          <p:cNvSpPr/>
          <p:nvPr userDrawn="1"/>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264">
              <a:latin typeface="+mn-lt"/>
            </a:endParaRPr>
          </a:p>
        </p:txBody>
      </p:sp>
      <p:sp>
        <p:nvSpPr>
          <p:cNvPr id="3" name="Content Placeholder 2">
            <a:extLst>
              <a:ext uri="{FF2B5EF4-FFF2-40B4-BE49-F238E27FC236}">
                <a16:creationId xmlns:a16="http://schemas.microsoft.com/office/drawing/2014/main" id="{1F0D4E17-8C5B-9D4E-866D-0F1FCDE2D7A9}"/>
              </a:ext>
            </a:extLst>
          </p:cNvPr>
          <p:cNvSpPr>
            <a:spLocks noGrp="1"/>
          </p:cNvSpPr>
          <p:nvPr>
            <p:ph idx="1"/>
          </p:nvPr>
        </p:nvSpPr>
        <p:spPr>
          <a:xfrm>
            <a:off x="838200" y="2357120"/>
            <a:ext cx="5125720" cy="3545952"/>
          </a:xfrm>
        </p:spPr>
        <p:txBody>
          <a:bodyPr/>
          <a:lstStyle>
            <a:lvl1pPr>
              <a:defRPr>
                <a:solidFill>
                  <a:schemeClr val="bg2"/>
                </a:solidFill>
                <a:latin typeface="+mn-lt"/>
              </a:defRPr>
            </a:lvl1pPr>
            <a:lvl2pPr>
              <a:defRPr>
                <a:solidFill>
                  <a:schemeClr val="bg2"/>
                </a:solidFill>
                <a:latin typeface="+mn-lt"/>
              </a:defRPr>
            </a:lvl2pPr>
            <a:lvl3pPr>
              <a:defRPr>
                <a:solidFill>
                  <a:schemeClr val="bg2"/>
                </a:solidFill>
                <a:latin typeface="+mn-lt"/>
              </a:defRPr>
            </a:lvl3pPr>
            <a:lvl4pPr>
              <a:defRPr>
                <a:solidFill>
                  <a:schemeClr val="bg2"/>
                </a:solidFill>
                <a:latin typeface="+mn-lt"/>
              </a:defRPr>
            </a:lvl4pPr>
            <a:lvl5pPr>
              <a:defRPr>
                <a:solidFill>
                  <a:schemeClr val="bg2"/>
                </a:solidFill>
                <a:latin typeface="+mn-lt"/>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7" name="Title 1">
            <a:extLst>
              <a:ext uri="{FF2B5EF4-FFF2-40B4-BE49-F238E27FC236}">
                <a16:creationId xmlns:a16="http://schemas.microsoft.com/office/drawing/2014/main" id="{30E8FC90-162A-B545-AE8E-1DCCEEF3A13C}"/>
              </a:ext>
            </a:extLst>
          </p:cNvPr>
          <p:cNvSpPr>
            <a:spLocks noGrp="1"/>
          </p:cNvSpPr>
          <p:nvPr>
            <p:ph type="title"/>
          </p:nvPr>
        </p:nvSpPr>
        <p:spPr>
          <a:xfrm>
            <a:off x="838200" y="1288430"/>
            <a:ext cx="5125720" cy="872878"/>
          </a:xfrm>
        </p:spPr>
        <p:txBody>
          <a:bodyPr>
            <a:normAutofit/>
          </a:bodyPr>
          <a:lstStyle>
            <a:lvl1pPr>
              <a:defRPr sz="3200">
                <a:latin typeface="+mn-lt"/>
              </a:defRPr>
            </a:lvl1pPr>
          </a:lstStyle>
          <a:p>
            <a:r>
              <a:rPr lang="en-GB"/>
              <a:t>Click to edit Master title style</a:t>
            </a:r>
          </a:p>
        </p:txBody>
      </p:sp>
      <p:sp>
        <p:nvSpPr>
          <p:cNvPr id="8" name="Date Placeholder 7">
            <a:extLst>
              <a:ext uri="{FF2B5EF4-FFF2-40B4-BE49-F238E27FC236}">
                <a16:creationId xmlns:a16="http://schemas.microsoft.com/office/drawing/2014/main" id="{CC11F7EC-3F0C-FF9A-B716-6583E34B51C3}"/>
              </a:ext>
            </a:extLst>
          </p:cNvPr>
          <p:cNvSpPr>
            <a:spLocks noGrp="1"/>
          </p:cNvSpPr>
          <p:nvPr>
            <p:ph type="dt" sz="half" idx="10"/>
          </p:nvPr>
        </p:nvSpPr>
        <p:spPr/>
        <p:txBody>
          <a:bodyPr/>
          <a:lstStyle/>
          <a:p>
            <a:r>
              <a:rPr lang="en-GB"/>
              <a:t>© Grundfos </a:t>
            </a:r>
            <a:fld id="{EDBAD4CB-E2E6-4AA3-B479-B62DF2484737}" type="datetimeyyyy">
              <a:rPr lang="en-US" smtClean="0"/>
              <a:t>2025</a:t>
            </a:fld>
            <a:endParaRPr lang="en-GB"/>
          </a:p>
        </p:txBody>
      </p:sp>
      <p:sp>
        <p:nvSpPr>
          <p:cNvPr id="9" name="Slide Number Placeholder 8">
            <a:extLst>
              <a:ext uri="{FF2B5EF4-FFF2-40B4-BE49-F238E27FC236}">
                <a16:creationId xmlns:a16="http://schemas.microsoft.com/office/drawing/2014/main" id="{C877EA72-DC97-8447-A5A9-26E5E687AD11}"/>
              </a:ext>
            </a:extLst>
          </p:cNvPr>
          <p:cNvSpPr>
            <a:spLocks noGrp="1"/>
          </p:cNvSpPr>
          <p:nvPr>
            <p:ph type="sldNum" sz="quarter" idx="11"/>
          </p:nvPr>
        </p:nvSpPr>
        <p:spPr/>
        <p:txBody>
          <a:bodyPr/>
          <a:lstStyle/>
          <a:p>
            <a:fld id="{D0A04442-A2F9-6442-AC47-79D3CBE769CD}" type="slidenum">
              <a:rPr lang="en-GB" smtClean="0"/>
              <a:pPr/>
              <a:t>‹#›</a:t>
            </a:fld>
            <a:endParaRPr lang="en-GB"/>
          </a:p>
        </p:txBody>
      </p:sp>
      <p:pic>
        <p:nvPicPr>
          <p:cNvPr id="2" name="Graphic 1">
            <a:extLst>
              <a:ext uri="{FF2B5EF4-FFF2-40B4-BE49-F238E27FC236}">
                <a16:creationId xmlns:a16="http://schemas.microsoft.com/office/drawing/2014/main" id="{18086035-E565-B7E4-5933-36873998DD96}"/>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82935" r="-1819" b="49660"/>
          <a:stretch/>
        </p:blipFill>
        <p:spPr>
          <a:xfrm>
            <a:off x="11199041" y="136525"/>
            <a:ext cx="992959" cy="729549"/>
          </a:xfrm>
          <a:prstGeom prst="rect">
            <a:avLst/>
          </a:prstGeom>
        </p:spPr>
      </p:pic>
    </p:spTree>
    <p:extLst>
      <p:ext uri="{BB962C8B-B14F-4D97-AF65-F5344CB8AC3E}">
        <p14:creationId xmlns:p14="http://schemas.microsoft.com/office/powerpoint/2010/main" val="4122745112"/>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cSld name="Full image Dark 3">
    <p:spTree>
      <p:nvGrpSpPr>
        <p:cNvPr id="1" name=""/>
        <p:cNvGrpSpPr/>
        <p:nvPr/>
      </p:nvGrpSpPr>
      <p:grpSpPr>
        <a:xfrm>
          <a:off x="0" y="0"/>
          <a:ext cx="0" cy="0"/>
          <a:chOff x="0" y="0"/>
          <a:chExt cx="0" cy="0"/>
        </a:xfrm>
      </p:grpSpPr>
      <p:sp>
        <p:nvSpPr>
          <p:cNvPr id="8" name="Pladsholder til billede 56">
            <a:extLst>
              <a:ext uri="{FF2B5EF4-FFF2-40B4-BE49-F238E27FC236}">
                <a16:creationId xmlns:a16="http://schemas.microsoft.com/office/drawing/2014/main" id="{62FA8511-013C-46F9-9C0C-1C8D0D762638}"/>
              </a:ext>
            </a:extLst>
          </p:cNvPr>
          <p:cNvSpPr>
            <a:spLocks noGrp="1"/>
          </p:cNvSpPr>
          <p:nvPr>
            <p:ph type="pic" sz="quarter" idx="15" hasCustomPrompt="1"/>
          </p:nvPr>
        </p:nvSpPr>
        <p:spPr>
          <a:xfrm>
            <a:off x="0" y="-1050"/>
            <a:ext cx="12192900" cy="6859050"/>
          </a:xfrm>
          <a:solidFill>
            <a:srgbClr val="4D4D4D"/>
          </a:solidFill>
        </p:spPr>
        <p:txBody>
          <a:bodyPr tIns="540000" bIns="0" anchor="ctr" anchorCtr="0">
            <a:normAutofit/>
          </a:bodyPr>
          <a:lstStyle>
            <a:lvl1pPr marL="0" indent="0" algn="ctr">
              <a:buFontTx/>
              <a:buNone/>
              <a:defRPr sz="1200" b="0">
                <a:solidFill>
                  <a:srgbClr val="FFFF00"/>
                </a:solidFill>
              </a:defRPr>
            </a:lvl1pPr>
          </a:lstStyle>
          <a:p>
            <a:r>
              <a:rPr lang="en-GB"/>
              <a:t>Click to place a dark background picture</a:t>
            </a:r>
          </a:p>
        </p:txBody>
      </p:sp>
      <p:sp>
        <p:nvSpPr>
          <p:cNvPr id="9" name="Date Placeholder 9">
            <a:extLst>
              <a:ext uri="{FF2B5EF4-FFF2-40B4-BE49-F238E27FC236}">
                <a16:creationId xmlns:a16="http://schemas.microsoft.com/office/drawing/2014/main" id="{3005BFFE-76C5-451B-89A7-E46E3C85F539}"/>
              </a:ext>
            </a:extLst>
          </p:cNvPr>
          <p:cNvSpPr>
            <a:spLocks noGrp="1"/>
          </p:cNvSpPr>
          <p:nvPr>
            <p:ph type="dt" sz="half" idx="16"/>
          </p:nvPr>
        </p:nvSpPr>
        <p:spPr>
          <a:xfrm>
            <a:off x="530225" y="6199794"/>
            <a:ext cx="605631" cy="192088"/>
          </a:xfrm>
        </p:spPr>
        <p:txBody>
          <a:bodyPr/>
          <a:lstStyle>
            <a:lvl1pPr>
              <a:defRPr>
                <a:solidFill>
                  <a:schemeClr val="bg1"/>
                </a:solidFill>
              </a:defRPr>
            </a:lvl1pPr>
          </a:lstStyle>
          <a:p>
            <a:fld id="{792E32D5-CF03-4EB0-AF4A-85DBC026AFC5}" type="datetime1">
              <a:rPr lang="da-DK" smtClean="0"/>
              <a:t>12-09-2025</a:t>
            </a:fld>
            <a:endParaRPr lang="en-GB"/>
          </a:p>
        </p:txBody>
      </p:sp>
      <p:sp>
        <p:nvSpPr>
          <p:cNvPr id="10" name="Footer Placeholder 10">
            <a:extLst>
              <a:ext uri="{FF2B5EF4-FFF2-40B4-BE49-F238E27FC236}">
                <a16:creationId xmlns:a16="http://schemas.microsoft.com/office/drawing/2014/main" id="{C927A8F8-8A31-4186-9C87-270D02927AA2}"/>
              </a:ext>
            </a:extLst>
          </p:cNvPr>
          <p:cNvSpPr>
            <a:spLocks noGrp="1"/>
          </p:cNvSpPr>
          <p:nvPr>
            <p:ph type="ftr" sz="quarter" idx="17"/>
          </p:nvPr>
        </p:nvSpPr>
        <p:spPr>
          <a:xfrm>
            <a:off x="1242218" y="5995946"/>
            <a:ext cx="6876257" cy="365125"/>
          </a:xfrm>
        </p:spPr>
        <p:txBody>
          <a:bodyPr/>
          <a:lstStyle>
            <a:lvl1pPr>
              <a:defRPr>
                <a:solidFill>
                  <a:schemeClr val="bg1"/>
                </a:solidFill>
              </a:defRPr>
            </a:lvl1pPr>
          </a:lstStyle>
          <a:p>
            <a:r>
              <a:rPr lang="en-US"/>
              <a:t>© 2022 Grundfos Holding A/S</a:t>
            </a:r>
            <a:endParaRPr lang="en-GB"/>
          </a:p>
        </p:txBody>
      </p:sp>
      <p:sp>
        <p:nvSpPr>
          <p:cNvPr id="12" name="Text Placeholder 2">
            <a:extLst>
              <a:ext uri="{FF2B5EF4-FFF2-40B4-BE49-F238E27FC236}">
                <a16:creationId xmlns:a16="http://schemas.microsoft.com/office/drawing/2014/main" id="{96A2450B-5E4F-4F20-9F73-282C58C09E45}"/>
              </a:ext>
            </a:extLst>
          </p:cNvPr>
          <p:cNvSpPr>
            <a:spLocks noGrp="1"/>
          </p:cNvSpPr>
          <p:nvPr>
            <p:ph type="body" sz="quarter" idx="18" hasCustomPrompt="1"/>
          </p:nvPr>
        </p:nvSpPr>
        <p:spPr>
          <a:xfrm>
            <a:off x="11361387" y="530225"/>
            <a:ext cx="298800" cy="270000"/>
          </a:xfrm>
          <a:blipFill>
            <a:blip r:embed="rId2">
              <a:extLst>
                <a:ext uri="{96DAC541-7B7A-43D3-8B79-37D633B846F1}">
                  <asvg:svgBlip xmlns:asvg="http://schemas.microsoft.com/office/drawing/2016/SVG/main" r:embed="rId3"/>
                </a:ext>
              </a:extLst>
            </a:blip>
            <a:stretch>
              <a:fillRect/>
            </a:stretch>
          </a:blipFill>
        </p:spPr>
        <p:txBody>
          <a:bodyPr tIns="0" bIns="0" anchor="t" anchorCtr="0">
            <a:normAutofit/>
          </a:bodyPr>
          <a:lstStyle>
            <a:lvl1pPr marL="0" indent="0">
              <a:buNone/>
              <a:defRPr sz="100">
                <a:solidFill>
                  <a:srgbClr val="969696"/>
                </a:solidFill>
              </a:defRPr>
            </a:lvl1pPr>
          </a:lstStyle>
          <a:p>
            <a:pPr lvl="0"/>
            <a:r>
              <a:rPr lang="en-US"/>
              <a:t> </a:t>
            </a:r>
          </a:p>
        </p:txBody>
      </p:sp>
      <p:sp>
        <p:nvSpPr>
          <p:cNvPr id="17" name="Title 8">
            <a:extLst>
              <a:ext uri="{FF2B5EF4-FFF2-40B4-BE49-F238E27FC236}">
                <a16:creationId xmlns:a16="http://schemas.microsoft.com/office/drawing/2014/main" id="{F9D54DA9-D255-4642-A562-FE9EEF223D54}"/>
              </a:ext>
            </a:extLst>
          </p:cNvPr>
          <p:cNvSpPr>
            <a:spLocks noGrp="1"/>
          </p:cNvSpPr>
          <p:nvPr>
            <p:ph type="title" hasCustomPrompt="1"/>
          </p:nvPr>
        </p:nvSpPr>
        <p:spPr>
          <a:xfrm>
            <a:off x="530225" y="504202"/>
            <a:ext cx="9713913" cy="692773"/>
          </a:xfrm>
        </p:spPr>
        <p:txBody>
          <a:bodyPr/>
          <a:lstStyle>
            <a:lvl1pPr>
              <a:defRPr>
                <a:solidFill>
                  <a:srgbClr val="E9F1F7"/>
                </a:solidFill>
              </a:defRPr>
            </a:lvl1pPr>
          </a:lstStyle>
          <a:p>
            <a:r>
              <a:rPr lang="en-US"/>
              <a:t>Click to add your slide headline</a:t>
            </a:r>
          </a:p>
        </p:txBody>
      </p:sp>
      <p:sp>
        <p:nvSpPr>
          <p:cNvPr id="18" name="Text Placeholder 6">
            <a:extLst>
              <a:ext uri="{FF2B5EF4-FFF2-40B4-BE49-F238E27FC236}">
                <a16:creationId xmlns:a16="http://schemas.microsoft.com/office/drawing/2014/main" id="{0943A0E2-C6D8-4676-BDCC-781D4CC66FD0}"/>
              </a:ext>
            </a:extLst>
          </p:cNvPr>
          <p:cNvSpPr>
            <a:spLocks noGrp="1"/>
          </p:cNvSpPr>
          <p:nvPr>
            <p:ph type="body" sz="quarter" idx="13" hasCustomPrompt="1"/>
          </p:nvPr>
        </p:nvSpPr>
        <p:spPr>
          <a:xfrm>
            <a:off x="530225" y="1196975"/>
            <a:ext cx="4992751" cy="5129212"/>
          </a:xfrm>
        </p:spPr>
        <p:txBody>
          <a:bodyPr/>
          <a:lstStyle>
            <a:lvl1pPr marL="182563" indent="-182563">
              <a:buFont typeface="Arial" panose="020B0604020202020204" pitchFamily="34" charset="0"/>
              <a:buChar char="•"/>
              <a:defRPr>
                <a:solidFill>
                  <a:srgbClr val="FFFFFF"/>
                </a:solidFill>
              </a:defRPr>
            </a:lvl1pPr>
            <a:lvl2pPr>
              <a:defRPr>
                <a:solidFill>
                  <a:srgbClr val="FFFFFF"/>
                </a:solidFill>
              </a:defRPr>
            </a:lvl2pPr>
            <a:lvl3pPr>
              <a:defRPr>
                <a:solidFill>
                  <a:srgbClr val="FFFFFF"/>
                </a:solidFill>
              </a:defRPr>
            </a:lvl3pPr>
            <a:lvl4pPr>
              <a:defRPr>
                <a:solidFill>
                  <a:srgbClr val="FFFFFF"/>
                </a:solidFill>
              </a:defRPr>
            </a:lvl4pPr>
            <a:lvl5pPr>
              <a:defRPr>
                <a:solidFill>
                  <a:srgbClr val="FFFFFF"/>
                </a:solidFill>
              </a:defRPr>
            </a:lvl5pPr>
          </a:lstStyle>
          <a:p>
            <a:pPr lvl="0"/>
            <a:r>
              <a:rPr lang="en-US"/>
              <a:t>Click to add your body text</a:t>
            </a:r>
          </a:p>
          <a:p>
            <a:pPr lvl="1"/>
            <a:r>
              <a:rPr lang="en-US"/>
              <a:t>Second level</a:t>
            </a:r>
          </a:p>
          <a:p>
            <a:pPr lvl="2"/>
            <a:r>
              <a:rPr lang="en-US"/>
              <a:t>Third level</a:t>
            </a:r>
          </a:p>
          <a:p>
            <a:pPr lvl="3"/>
            <a:r>
              <a:rPr lang="en-US"/>
              <a:t>Fourth level</a:t>
            </a:r>
          </a:p>
          <a:p>
            <a:pPr lvl="4"/>
            <a:r>
              <a:rPr lang="en-US"/>
              <a:t>Fifth level</a:t>
            </a:r>
          </a:p>
        </p:txBody>
      </p:sp>
      <p:sp>
        <p:nvSpPr>
          <p:cNvPr id="19" name="Pladsholder til slidenummer 5">
            <a:extLst>
              <a:ext uri="{FF2B5EF4-FFF2-40B4-BE49-F238E27FC236}">
                <a16:creationId xmlns:a16="http://schemas.microsoft.com/office/drawing/2014/main" id="{6BA0D89E-4A9D-4B5C-BEAD-E90CAB5A0313}"/>
              </a:ext>
            </a:extLst>
          </p:cNvPr>
          <p:cNvSpPr>
            <a:spLocks noGrp="1"/>
          </p:cNvSpPr>
          <p:nvPr>
            <p:ph type="sldNum" sz="quarter" idx="12"/>
          </p:nvPr>
        </p:nvSpPr>
        <p:spPr>
          <a:xfrm>
            <a:off x="11155362" y="6199794"/>
            <a:ext cx="504825" cy="192089"/>
          </a:xfrm>
        </p:spPr>
        <p:txBody>
          <a:bodyPr/>
          <a:lstStyle>
            <a:lvl1pPr>
              <a:defRPr>
                <a:solidFill>
                  <a:schemeClr val="bg1"/>
                </a:solidFill>
              </a:defRPr>
            </a:lvl1pPr>
          </a:lstStyle>
          <a:p>
            <a:fld id="{85D19AB6-A39C-F648-8673-AE723FC1C93C}" type="slidenum">
              <a:rPr lang="en-GB" smtClean="0"/>
              <a:pPr/>
              <a:t>‹#›</a:t>
            </a:fld>
            <a:endParaRPr lang="en-GB"/>
          </a:p>
        </p:txBody>
      </p:sp>
    </p:spTree>
    <p:extLst>
      <p:ext uri="{BB962C8B-B14F-4D97-AF65-F5344CB8AC3E}">
        <p14:creationId xmlns:p14="http://schemas.microsoft.com/office/powerpoint/2010/main" val="1585661888"/>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theme" Target="../theme/theme1.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image" Target="../media/image2.sv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image" Target="../media/image1.png"/><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49.xml"/><Relationship Id="rId3" Type="http://schemas.openxmlformats.org/officeDocument/2006/relationships/slideLayout" Target="../slideLayouts/slideLayout44.xml"/><Relationship Id="rId7" Type="http://schemas.openxmlformats.org/officeDocument/2006/relationships/slideLayout" Target="../slideLayouts/slideLayout48.xml"/><Relationship Id="rId12" Type="http://schemas.openxmlformats.org/officeDocument/2006/relationships/theme" Target="../theme/theme2.xml"/><Relationship Id="rId2" Type="http://schemas.openxmlformats.org/officeDocument/2006/relationships/slideLayout" Target="../slideLayouts/slideLayout43.xml"/><Relationship Id="rId1" Type="http://schemas.openxmlformats.org/officeDocument/2006/relationships/slideLayout" Target="../slideLayouts/slideLayout42.xml"/><Relationship Id="rId6" Type="http://schemas.openxmlformats.org/officeDocument/2006/relationships/slideLayout" Target="../slideLayouts/slideLayout47.xml"/><Relationship Id="rId11" Type="http://schemas.openxmlformats.org/officeDocument/2006/relationships/slideLayout" Target="../slideLayouts/slideLayout52.xml"/><Relationship Id="rId5" Type="http://schemas.openxmlformats.org/officeDocument/2006/relationships/slideLayout" Target="../slideLayouts/slideLayout46.xml"/><Relationship Id="rId10" Type="http://schemas.openxmlformats.org/officeDocument/2006/relationships/slideLayout" Target="../slideLayouts/slideLayout51.xml"/><Relationship Id="rId4" Type="http://schemas.openxmlformats.org/officeDocument/2006/relationships/slideLayout" Target="../slideLayouts/slideLayout45.xml"/><Relationship Id="rId9" Type="http://schemas.openxmlformats.org/officeDocument/2006/relationships/slideLayout" Target="../slideLayouts/slideLayout5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Pladsholder til tekst 2">
            <a:extLst>
              <a:ext uri="{FF2B5EF4-FFF2-40B4-BE49-F238E27FC236}">
                <a16:creationId xmlns:a16="http://schemas.microsoft.com/office/drawing/2014/main" id="{1D831E49-5B3B-8701-A374-E2C045FFCC51}"/>
              </a:ext>
            </a:extLst>
          </p:cNvPr>
          <p:cNvSpPr>
            <a:spLocks noGrp="1"/>
          </p:cNvSpPr>
          <p:nvPr>
            <p:ph type="body" idx="1"/>
          </p:nvPr>
        </p:nvSpPr>
        <p:spPr>
          <a:xfrm>
            <a:off x="530226" y="1196975"/>
            <a:ext cx="11129962" cy="5129213"/>
          </a:xfrm>
          <a:prstGeom prst="rect">
            <a:avLst/>
          </a:prstGeom>
        </p:spPr>
        <p:txBody>
          <a:bodyPr vert="horz" lIns="0" tIns="45720" rIns="0" bIns="45720" rtlCol="0">
            <a:noAutofit/>
          </a:bodyPr>
          <a:lstStyle/>
          <a:p>
            <a:pPr lvl="0"/>
            <a:r>
              <a:rPr lang="en-US"/>
              <a:t>Click to add your body text</a:t>
            </a:r>
          </a:p>
          <a:p>
            <a:pPr lvl="1"/>
            <a:r>
              <a:rPr lang="en-US"/>
              <a:t>Second level</a:t>
            </a:r>
          </a:p>
          <a:p>
            <a:pPr lvl="2"/>
            <a:r>
              <a:rPr lang="en-US"/>
              <a:t>Third level</a:t>
            </a:r>
          </a:p>
          <a:p>
            <a:pPr lvl="3"/>
            <a:r>
              <a:rPr lang="en-US"/>
              <a:t>Fourth level</a:t>
            </a:r>
          </a:p>
          <a:p>
            <a:pPr lvl="4"/>
            <a:r>
              <a:rPr lang="en-US"/>
              <a:t>Fifth level</a:t>
            </a:r>
          </a:p>
        </p:txBody>
      </p:sp>
      <p:sp>
        <p:nvSpPr>
          <p:cNvPr id="4" name="Pladsholder til dato 3">
            <a:extLst>
              <a:ext uri="{FF2B5EF4-FFF2-40B4-BE49-F238E27FC236}">
                <a16:creationId xmlns:a16="http://schemas.microsoft.com/office/drawing/2014/main" id="{262F629A-4225-0E92-7D3E-24A1AC70A1D8}"/>
              </a:ext>
            </a:extLst>
          </p:cNvPr>
          <p:cNvSpPr>
            <a:spLocks noGrp="1"/>
          </p:cNvSpPr>
          <p:nvPr>
            <p:ph type="dt" sz="half" idx="2"/>
          </p:nvPr>
        </p:nvSpPr>
        <p:spPr>
          <a:xfrm>
            <a:off x="530225" y="6199794"/>
            <a:ext cx="605631" cy="192088"/>
          </a:xfrm>
          <a:prstGeom prst="rect">
            <a:avLst/>
          </a:prstGeom>
        </p:spPr>
        <p:txBody>
          <a:bodyPr vert="horz" lIns="0" tIns="0" rIns="0" bIns="0" rtlCol="0" anchor="ctr"/>
          <a:lstStyle>
            <a:lvl1pPr algn="l">
              <a:defRPr sz="800">
                <a:solidFill>
                  <a:srgbClr val="11497B"/>
                </a:solidFill>
                <a:latin typeface="+mn-lt"/>
              </a:defRPr>
            </a:lvl1pPr>
          </a:lstStyle>
          <a:p>
            <a:fld id="{D0A92B78-1DD2-45FA-A79C-EB831B78FEC1}" type="datetime1">
              <a:rPr lang="da-DK" smtClean="0"/>
              <a:t>12-09-2025</a:t>
            </a:fld>
            <a:endParaRPr lang="en-GB"/>
          </a:p>
        </p:txBody>
      </p:sp>
      <p:sp>
        <p:nvSpPr>
          <p:cNvPr id="5" name="Pladsholder til sidefod 4">
            <a:extLst>
              <a:ext uri="{FF2B5EF4-FFF2-40B4-BE49-F238E27FC236}">
                <a16:creationId xmlns:a16="http://schemas.microsoft.com/office/drawing/2014/main" id="{590B52D0-02F2-5BF8-DBAC-BDB7946B05E1}"/>
              </a:ext>
            </a:extLst>
          </p:cNvPr>
          <p:cNvSpPr>
            <a:spLocks noGrp="1"/>
          </p:cNvSpPr>
          <p:nvPr>
            <p:ph type="ftr" sz="quarter" idx="3"/>
          </p:nvPr>
        </p:nvSpPr>
        <p:spPr>
          <a:xfrm>
            <a:off x="1242218" y="5995946"/>
            <a:ext cx="6876257" cy="365125"/>
          </a:xfrm>
          <a:prstGeom prst="rect">
            <a:avLst/>
          </a:prstGeom>
        </p:spPr>
        <p:txBody>
          <a:bodyPr vert="horz" lIns="0" tIns="0" rIns="0" bIns="0" rtlCol="0" anchor="b" anchorCtr="0"/>
          <a:lstStyle>
            <a:lvl1pPr algn="l">
              <a:defRPr sz="800">
                <a:solidFill>
                  <a:srgbClr val="11497B"/>
                </a:solidFill>
                <a:latin typeface="+mn-lt"/>
              </a:defRPr>
            </a:lvl1pPr>
          </a:lstStyle>
          <a:p>
            <a:r>
              <a:rPr lang="en-US"/>
              <a:t>© 2022 Grundfos Holding A/S</a:t>
            </a:r>
            <a:endParaRPr lang="en-GB"/>
          </a:p>
        </p:txBody>
      </p:sp>
      <p:sp>
        <p:nvSpPr>
          <p:cNvPr id="6" name="Pladsholder til slidenummer 5">
            <a:extLst>
              <a:ext uri="{FF2B5EF4-FFF2-40B4-BE49-F238E27FC236}">
                <a16:creationId xmlns:a16="http://schemas.microsoft.com/office/drawing/2014/main" id="{D95296A6-C1D8-A876-B4F8-8B4D017B6D53}"/>
              </a:ext>
            </a:extLst>
          </p:cNvPr>
          <p:cNvSpPr>
            <a:spLocks noGrp="1"/>
          </p:cNvSpPr>
          <p:nvPr>
            <p:ph type="sldNum" sz="quarter" idx="4"/>
          </p:nvPr>
        </p:nvSpPr>
        <p:spPr>
          <a:xfrm>
            <a:off x="11155362" y="6199794"/>
            <a:ext cx="504825" cy="192089"/>
          </a:xfrm>
          <a:prstGeom prst="rect">
            <a:avLst/>
          </a:prstGeom>
        </p:spPr>
        <p:txBody>
          <a:bodyPr vert="horz" lIns="0" tIns="45720" rIns="0" bIns="45720" rtlCol="0" anchor="ctr"/>
          <a:lstStyle>
            <a:lvl1pPr algn="r">
              <a:defRPr sz="900">
                <a:solidFill>
                  <a:srgbClr val="11497B"/>
                </a:solidFill>
                <a:latin typeface="+mn-lt"/>
              </a:defRPr>
            </a:lvl1pPr>
          </a:lstStyle>
          <a:p>
            <a:fld id="{85D19AB6-A39C-F648-8673-AE723FC1C93C}" type="slidenum">
              <a:rPr lang="en-GB" smtClean="0"/>
              <a:pPr/>
              <a:t>‹#›</a:t>
            </a:fld>
            <a:endParaRPr lang="en-GB"/>
          </a:p>
        </p:txBody>
      </p:sp>
      <p:sp>
        <p:nvSpPr>
          <p:cNvPr id="10" name="Title Placeholder 9">
            <a:extLst>
              <a:ext uri="{FF2B5EF4-FFF2-40B4-BE49-F238E27FC236}">
                <a16:creationId xmlns:a16="http://schemas.microsoft.com/office/drawing/2014/main" id="{64D49B68-3942-4D95-BB86-3F47BA13E788}"/>
              </a:ext>
            </a:extLst>
          </p:cNvPr>
          <p:cNvSpPr>
            <a:spLocks noGrp="1"/>
          </p:cNvSpPr>
          <p:nvPr>
            <p:ph type="title"/>
          </p:nvPr>
        </p:nvSpPr>
        <p:spPr>
          <a:xfrm>
            <a:off x="530225" y="504202"/>
            <a:ext cx="9713913" cy="692773"/>
          </a:xfrm>
          <a:prstGeom prst="rect">
            <a:avLst/>
          </a:prstGeom>
        </p:spPr>
        <p:txBody>
          <a:bodyPr vert="horz" lIns="0" tIns="0" rIns="0" bIns="0" rtlCol="0" anchor="t" anchorCtr="0">
            <a:noAutofit/>
          </a:bodyPr>
          <a:lstStyle/>
          <a:p>
            <a:r>
              <a:rPr lang="en-US"/>
              <a:t>Click to add your slide headline</a:t>
            </a:r>
          </a:p>
        </p:txBody>
      </p:sp>
      <p:pic>
        <p:nvPicPr>
          <p:cNvPr id="7" name="Graphic 6">
            <a:extLst>
              <a:ext uri="{FF2B5EF4-FFF2-40B4-BE49-F238E27FC236}">
                <a16:creationId xmlns:a16="http://schemas.microsoft.com/office/drawing/2014/main" id="{634380E5-1FC9-478C-894C-6BBAFA840048}"/>
              </a:ext>
            </a:extLst>
          </p:cNvPr>
          <p:cNvPicPr>
            <a:picLocks noChangeAspect="1"/>
          </p:cNvPicPr>
          <p:nvPr userDrawn="1"/>
        </p:nvPicPr>
        <p:blipFill>
          <a:blip r:embed="rId43">
            <a:extLst>
              <a:ext uri="{28A0092B-C50C-407E-A947-70E740481C1C}">
                <a14:useLocalDpi xmlns:a14="http://schemas.microsoft.com/office/drawing/2010/main" val="0"/>
              </a:ext>
              <a:ext uri="{96DAC541-7B7A-43D3-8B79-37D633B846F1}">
                <asvg:svgBlip xmlns:asvg="http://schemas.microsoft.com/office/drawing/2016/SVG/main" r:embed="rId44"/>
              </a:ext>
            </a:extLst>
          </a:blip>
          <a:stretch>
            <a:fillRect/>
          </a:stretch>
        </p:blipFill>
        <p:spPr>
          <a:xfrm>
            <a:off x="11361600" y="529200"/>
            <a:ext cx="298421" cy="270000"/>
          </a:xfrm>
          <a:prstGeom prst="rect">
            <a:avLst/>
          </a:prstGeom>
        </p:spPr>
      </p:pic>
    </p:spTree>
    <p:extLst>
      <p:ext uri="{BB962C8B-B14F-4D97-AF65-F5344CB8AC3E}">
        <p14:creationId xmlns:p14="http://schemas.microsoft.com/office/powerpoint/2010/main" val="1211252"/>
      </p:ext>
    </p:extLst>
  </p:cSld>
  <p:clrMap bg1="lt1" tx1="dk1" bg2="lt2" tx2="dk2" accent1="accent1" accent2="accent2" accent3="accent3" accent4="accent4" accent5="accent5" accent6="accent6" hlink="hlink" folHlink="folHlink"/>
  <p:sldLayoutIdLst>
    <p:sldLayoutId id="2147484051" r:id="rId1"/>
    <p:sldLayoutId id="2147484052" r:id="rId2"/>
    <p:sldLayoutId id="2147484029" r:id="rId3"/>
    <p:sldLayoutId id="2147484031" r:id="rId4"/>
    <p:sldLayoutId id="2147484033" r:id="rId5"/>
    <p:sldLayoutId id="2147484035" r:id="rId6"/>
    <p:sldLayoutId id="2147484061" r:id="rId7"/>
    <p:sldLayoutId id="2147484063" r:id="rId8"/>
    <p:sldLayoutId id="2147484037" r:id="rId9"/>
    <p:sldLayoutId id="2147484039" r:id="rId10"/>
    <p:sldLayoutId id="2147484041" r:id="rId11"/>
    <p:sldLayoutId id="2147484048" r:id="rId12"/>
    <p:sldLayoutId id="2147484043" r:id="rId13"/>
    <p:sldLayoutId id="2147484024" r:id="rId14"/>
    <p:sldLayoutId id="2147484045" r:id="rId15"/>
    <p:sldLayoutId id="2147484026" r:id="rId16"/>
    <p:sldLayoutId id="2147484053" r:id="rId17"/>
    <p:sldLayoutId id="2147484054" r:id="rId18"/>
    <p:sldLayoutId id="2147484055" r:id="rId19"/>
    <p:sldLayoutId id="2147484056" r:id="rId20"/>
    <p:sldLayoutId id="2147484028" r:id="rId21"/>
    <p:sldLayoutId id="2147484030" r:id="rId22"/>
    <p:sldLayoutId id="2147484032" r:id="rId23"/>
    <p:sldLayoutId id="2147484034" r:id="rId24"/>
    <p:sldLayoutId id="2147484036" r:id="rId25"/>
    <p:sldLayoutId id="2147484062" r:id="rId26"/>
    <p:sldLayoutId id="2147484064" r:id="rId27"/>
    <p:sldLayoutId id="2147484038" r:id="rId28"/>
    <p:sldLayoutId id="2147484040" r:id="rId29"/>
    <p:sldLayoutId id="2147484042" r:id="rId30"/>
    <p:sldLayoutId id="2147484049" r:id="rId31"/>
    <p:sldLayoutId id="2147484044" r:id="rId32"/>
    <p:sldLayoutId id="2147484023" r:id="rId33"/>
    <p:sldLayoutId id="2147484022" r:id="rId34"/>
    <p:sldLayoutId id="2147484025" r:id="rId35"/>
    <p:sldLayoutId id="2147484057" r:id="rId36"/>
    <p:sldLayoutId id="2147484058" r:id="rId37"/>
    <p:sldLayoutId id="2147484059" r:id="rId38"/>
    <p:sldLayoutId id="2147484060" r:id="rId39"/>
    <p:sldLayoutId id="2147484066" r:id="rId40"/>
    <p:sldLayoutId id="2147484081" r:id="rId41"/>
  </p:sldLayoutIdLst>
  <p:hf sldNum="0" hdr="0" ftr="0" dt="0"/>
  <p:txStyles>
    <p:titleStyle>
      <a:lvl1pPr algn="l" defTabSz="914400" rtl="0" eaLnBrk="1" latinLnBrk="0" hangingPunct="1">
        <a:lnSpc>
          <a:spcPct val="90000"/>
        </a:lnSpc>
        <a:spcBef>
          <a:spcPct val="0"/>
        </a:spcBef>
        <a:buNone/>
        <a:defRPr sz="2600" b="0" kern="1200">
          <a:solidFill>
            <a:srgbClr val="126AF3"/>
          </a:solidFill>
          <a:latin typeface="+mj-lt"/>
          <a:ea typeface="+mj-ea"/>
          <a:cs typeface="+mj-cs"/>
        </a:defRPr>
      </a:lvl1pPr>
    </p:titleStyle>
    <p:bodyStyle>
      <a:lvl1pPr marL="182563" indent="-182563" algn="l" defTabSz="914400" rtl="0" eaLnBrk="1" latinLnBrk="0" hangingPunct="1">
        <a:lnSpc>
          <a:spcPct val="100000"/>
        </a:lnSpc>
        <a:spcBef>
          <a:spcPts val="1000"/>
        </a:spcBef>
        <a:spcAft>
          <a:spcPts val="800"/>
        </a:spcAft>
        <a:buFont typeface="Arial" panose="020B0604020202020204" pitchFamily="34" charset="0"/>
        <a:buChar char="•"/>
        <a:defRPr sz="1600" kern="1200">
          <a:solidFill>
            <a:srgbClr val="11497B"/>
          </a:solidFill>
          <a:latin typeface="+mn-lt"/>
          <a:ea typeface="+mn-ea"/>
          <a:cs typeface="+mn-cs"/>
        </a:defRPr>
      </a:lvl1pPr>
      <a:lvl2pPr marL="630238" indent="-173038" algn="l" defTabSz="914400" rtl="0" eaLnBrk="1" latinLnBrk="0" hangingPunct="1">
        <a:lnSpc>
          <a:spcPct val="100000"/>
        </a:lnSpc>
        <a:spcBef>
          <a:spcPts val="500"/>
        </a:spcBef>
        <a:spcAft>
          <a:spcPts val="800"/>
        </a:spcAft>
        <a:buFont typeface="Arial" panose="020B0604020202020204" pitchFamily="34" charset="0"/>
        <a:buChar char="•"/>
        <a:defRPr sz="1600" kern="1200">
          <a:solidFill>
            <a:srgbClr val="11497B"/>
          </a:solidFill>
          <a:latin typeface="+mn-lt"/>
          <a:ea typeface="+mn-ea"/>
          <a:cs typeface="+mn-cs"/>
        </a:defRPr>
      </a:lvl2pPr>
      <a:lvl3pPr marL="1079500" indent="-165100" algn="l" defTabSz="914400" rtl="0" eaLnBrk="1" latinLnBrk="0" hangingPunct="1">
        <a:lnSpc>
          <a:spcPct val="100000"/>
        </a:lnSpc>
        <a:spcBef>
          <a:spcPts val="500"/>
        </a:spcBef>
        <a:spcAft>
          <a:spcPts val="800"/>
        </a:spcAft>
        <a:buFont typeface="Arial" panose="020B0604020202020204" pitchFamily="34" charset="0"/>
        <a:buChar char="•"/>
        <a:defRPr sz="1600" kern="1200">
          <a:solidFill>
            <a:srgbClr val="11497B"/>
          </a:solidFill>
          <a:latin typeface="+mn-lt"/>
          <a:ea typeface="+mn-ea"/>
          <a:cs typeface="+mn-cs"/>
        </a:defRPr>
      </a:lvl3pPr>
      <a:lvl4pPr marL="1527175" indent="-155575" algn="l" defTabSz="914400" rtl="0" eaLnBrk="1" latinLnBrk="0" hangingPunct="1">
        <a:lnSpc>
          <a:spcPct val="100000"/>
        </a:lnSpc>
        <a:spcBef>
          <a:spcPts val="500"/>
        </a:spcBef>
        <a:spcAft>
          <a:spcPts val="800"/>
        </a:spcAft>
        <a:buFont typeface="Arial" panose="020B0604020202020204" pitchFamily="34" charset="0"/>
        <a:buChar char="•"/>
        <a:defRPr sz="1600" kern="1200">
          <a:solidFill>
            <a:srgbClr val="11497B"/>
          </a:solidFill>
          <a:latin typeface="+mn-lt"/>
          <a:ea typeface="+mn-ea"/>
          <a:cs typeface="+mn-cs"/>
        </a:defRPr>
      </a:lvl4pPr>
      <a:lvl5pPr marL="1974850" indent="-146050" algn="l" defTabSz="914400" rtl="0" eaLnBrk="1" latinLnBrk="0" hangingPunct="1">
        <a:lnSpc>
          <a:spcPct val="100000"/>
        </a:lnSpc>
        <a:spcBef>
          <a:spcPts val="500"/>
        </a:spcBef>
        <a:spcAft>
          <a:spcPts val="800"/>
        </a:spcAft>
        <a:buFont typeface="Arial" panose="020B0604020202020204" pitchFamily="34" charset="0"/>
        <a:buChar char="•"/>
        <a:defRPr sz="1600" kern="1200">
          <a:solidFill>
            <a:srgbClr val="11497B"/>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a-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541" userDrawn="1">
          <p15:clr>
            <a:srgbClr val="F26B43"/>
          </p15:clr>
        </p15:guide>
        <p15:guide id="542" pos="7680" userDrawn="1">
          <p15:clr>
            <a:srgbClr val="F26B43"/>
          </p15:clr>
        </p15:guide>
        <p15:guide id="543" pos="334" userDrawn="1">
          <p15:clr>
            <a:srgbClr val="F26B43"/>
          </p15:clr>
        </p15:guide>
        <p15:guide id="544" pos="652" userDrawn="1">
          <p15:clr>
            <a:srgbClr val="F26B43"/>
          </p15:clr>
        </p15:guide>
        <p15:guide id="545" pos="780" userDrawn="1">
          <p15:clr>
            <a:srgbClr val="F26B43"/>
          </p15:clr>
        </p15:guide>
        <p15:guide id="546" pos="1098" userDrawn="1">
          <p15:clr>
            <a:srgbClr val="F26B43"/>
          </p15:clr>
        </p15:guide>
        <p15:guide id="547" pos="1226" userDrawn="1">
          <p15:clr>
            <a:srgbClr val="F26B43"/>
          </p15:clr>
        </p15:guide>
        <p15:guide id="548" pos="1544" userDrawn="1">
          <p15:clr>
            <a:srgbClr val="F26B43"/>
          </p15:clr>
        </p15:guide>
        <p15:guide id="549" pos="1672" userDrawn="1">
          <p15:clr>
            <a:srgbClr val="F26B43"/>
          </p15:clr>
        </p15:guide>
        <p15:guide id="550" pos="2003" userDrawn="1">
          <p15:clr>
            <a:srgbClr val="F26B43"/>
          </p15:clr>
        </p15:guide>
        <p15:guide id="551" pos="2119" userDrawn="1">
          <p15:clr>
            <a:srgbClr val="F26B43"/>
          </p15:clr>
        </p15:guide>
        <p15:guide id="552" pos="2437" userDrawn="1">
          <p15:clr>
            <a:srgbClr val="F26B43"/>
          </p15:clr>
        </p15:guide>
        <p15:guide id="553" pos="2565" userDrawn="1">
          <p15:clr>
            <a:srgbClr val="F26B43"/>
          </p15:clr>
        </p15:guide>
        <p15:guide id="554" pos="2883" userDrawn="1">
          <p15:clr>
            <a:srgbClr val="F26B43"/>
          </p15:clr>
        </p15:guide>
        <p15:guide id="555" pos="3011" userDrawn="1">
          <p15:clr>
            <a:srgbClr val="F26B43"/>
          </p15:clr>
        </p15:guide>
        <p15:guide id="556" pos="3329" userDrawn="1">
          <p15:clr>
            <a:srgbClr val="F26B43"/>
          </p15:clr>
        </p15:guide>
        <p15:guide id="557" pos="3457" userDrawn="1">
          <p15:clr>
            <a:srgbClr val="F26B43"/>
          </p15:clr>
        </p15:guide>
        <p15:guide id="558" pos="3776" userDrawn="1">
          <p15:clr>
            <a:srgbClr val="F26B43"/>
          </p15:clr>
        </p15:guide>
        <p15:guide id="559" pos="3904" userDrawn="1">
          <p15:clr>
            <a:srgbClr val="F26B43"/>
          </p15:clr>
        </p15:guide>
        <p15:guide id="560" pos="4222" userDrawn="1">
          <p15:clr>
            <a:srgbClr val="F26B43"/>
          </p15:clr>
        </p15:guide>
        <p15:guide id="561" pos="4350" userDrawn="1">
          <p15:clr>
            <a:srgbClr val="F26B43"/>
          </p15:clr>
        </p15:guide>
        <p15:guide id="562" pos="4668" userDrawn="1">
          <p15:clr>
            <a:srgbClr val="F26B43"/>
          </p15:clr>
        </p15:guide>
        <p15:guide id="563" pos="4796" userDrawn="1">
          <p15:clr>
            <a:srgbClr val="F26B43"/>
          </p15:clr>
        </p15:guide>
        <p15:guide id="564" pos="5114" userDrawn="1">
          <p15:clr>
            <a:srgbClr val="F26B43"/>
          </p15:clr>
        </p15:guide>
        <p15:guide id="565" pos="5242" userDrawn="1">
          <p15:clr>
            <a:srgbClr val="F26B43"/>
          </p15:clr>
        </p15:guide>
        <p15:guide id="566" pos="5560" userDrawn="1">
          <p15:clr>
            <a:srgbClr val="F26B43"/>
          </p15:clr>
        </p15:guide>
        <p15:guide id="567" pos="5688" userDrawn="1">
          <p15:clr>
            <a:srgbClr val="F26B43"/>
          </p15:clr>
        </p15:guide>
        <p15:guide id="568" pos="6007" userDrawn="1">
          <p15:clr>
            <a:srgbClr val="F26B43"/>
          </p15:clr>
        </p15:guide>
        <p15:guide id="569" pos="6135" userDrawn="1">
          <p15:clr>
            <a:srgbClr val="F26B43"/>
          </p15:clr>
        </p15:guide>
        <p15:guide id="570" pos="6453" userDrawn="1">
          <p15:clr>
            <a:srgbClr val="F26B43"/>
          </p15:clr>
        </p15:guide>
        <p15:guide id="571" pos="6581" userDrawn="1">
          <p15:clr>
            <a:srgbClr val="F26B43"/>
          </p15:clr>
        </p15:guide>
        <p15:guide id="572" pos="6899" userDrawn="1">
          <p15:clr>
            <a:srgbClr val="F26B43"/>
          </p15:clr>
        </p15:guide>
        <p15:guide id="573" pos="7027" userDrawn="1">
          <p15:clr>
            <a:srgbClr val="F26B43"/>
          </p15:clr>
        </p15:guide>
        <p15:guide id="574" pos="7345" userDrawn="1">
          <p15:clr>
            <a:srgbClr val="F26B43"/>
          </p15:clr>
        </p15:guide>
        <p15:guide id="575" orient="horz" userDrawn="1">
          <p15:clr>
            <a:srgbClr val="F26B43"/>
          </p15:clr>
        </p15:guide>
        <p15:guide id="576" orient="horz" pos="4320" userDrawn="1">
          <p15:clr>
            <a:srgbClr val="F26B43"/>
          </p15:clr>
        </p15:guide>
        <p15:guide id="577" orient="horz" pos="334" userDrawn="1">
          <p15:clr>
            <a:srgbClr val="F26B43"/>
          </p15:clr>
        </p15:guide>
        <p15:guide id="578" orient="horz" pos="626" userDrawn="1">
          <p15:clr>
            <a:srgbClr val="F26B43"/>
          </p15:clr>
        </p15:guide>
        <p15:guide id="579" orient="horz" pos="754" userDrawn="1">
          <p15:clr>
            <a:srgbClr val="F26B43"/>
          </p15:clr>
        </p15:guide>
        <p15:guide id="580" orient="horz" pos="1046" userDrawn="1">
          <p15:clr>
            <a:srgbClr val="F26B43"/>
          </p15:clr>
        </p15:guide>
        <p15:guide id="581" orient="horz" pos="1174" userDrawn="1">
          <p15:clr>
            <a:srgbClr val="F26B43"/>
          </p15:clr>
        </p15:guide>
        <p15:guide id="582" orient="horz" pos="1466" userDrawn="1">
          <p15:clr>
            <a:srgbClr val="F26B43"/>
          </p15:clr>
        </p15:guide>
        <p15:guide id="583" orient="horz" pos="1594" userDrawn="1">
          <p15:clr>
            <a:srgbClr val="F26B43"/>
          </p15:clr>
        </p15:guide>
        <p15:guide id="584" orient="horz" pos="1886" userDrawn="1">
          <p15:clr>
            <a:srgbClr val="F26B43"/>
          </p15:clr>
        </p15:guide>
        <p15:guide id="585" orient="horz" pos="2014" userDrawn="1">
          <p15:clr>
            <a:srgbClr val="F26B43"/>
          </p15:clr>
        </p15:guide>
        <p15:guide id="586" orient="horz" pos="2305" userDrawn="1">
          <p15:clr>
            <a:srgbClr val="F26B43"/>
          </p15:clr>
        </p15:guide>
        <p15:guide id="587" orient="horz" pos="2433" userDrawn="1">
          <p15:clr>
            <a:srgbClr val="F26B43"/>
          </p15:clr>
        </p15:guide>
        <p15:guide id="588" orient="horz" pos="2725" userDrawn="1">
          <p15:clr>
            <a:srgbClr val="F26B43"/>
          </p15:clr>
        </p15:guide>
        <p15:guide id="589" orient="horz" pos="2853" userDrawn="1">
          <p15:clr>
            <a:srgbClr val="F26B43"/>
          </p15:clr>
        </p15:guide>
        <p15:guide id="590" orient="horz" pos="3145" userDrawn="1">
          <p15:clr>
            <a:srgbClr val="F26B43"/>
          </p15:clr>
        </p15:guide>
        <p15:guide id="591" orient="horz" pos="3273" userDrawn="1">
          <p15:clr>
            <a:srgbClr val="F26B43"/>
          </p15:clr>
        </p15:guide>
        <p15:guide id="592" orient="horz" pos="3565" userDrawn="1">
          <p15:clr>
            <a:srgbClr val="F26B43"/>
          </p15:clr>
        </p15:guide>
        <p15:guide id="593" orient="horz" pos="3693" userDrawn="1">
          <p15:clr>
            <a:srgbClr val="F26B43"/>
          </p15:clr>
        </p15:guide>
        <p15:guide id="594" orient="horz" pos="3985"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474DC64-E5A8-FB47-BF6F-1F96204853C4}"/>
              </a:ext>
            </a:extLst>
          </p:cNvPr>
          <p:cNvSpPr>
            <a:spLocks noGrp="1"/>
          </p:cNvSpPr>
          <p:nvPr>
            <p:ph type="title"/>
          </p:nvPr>
        </p:nvSpPr>
        <p:spPr>
          <a:xfrm>
            <a:off x="838200" y="136525"/>
            <a:ext cx="10515600" cy="1325563"/>
          </a:xfrm>
          <a:prstGeom prst="rect">
            <a:avLst/>
          </a:prstGeom>
          <a:noFill/>
          <a:ln>
            <a:noFill/>
          </a:ln>
        </p:spPr>
        <p:txBody>
          <a:bodyPr vert="horz" lIns="91440" tIns="45720" rIns="91440" bIns="45720" rtlCol="0" anchor="ctr">
            <a:normAutofit/>
          </a:bodyPr>
          <a:lstStyle/>
          <a:p>
            <a:r>
              <a:rPr lang="en-GB"/>
              <a:t>Click to edit Master title style</a:t>
            </a:r>
          </a:p>
        </p:txBody>
      </p:sp>
      <p:sp>
        <p:nvSpPr>
          <p:cNvPr id="4" name="Date Placeholder 3">
            <a:extLst>
              <a:ext uri="{FF2B5EF4-FFF2-40B4-BE49-F238E27FC236}">
                <a16:creationId xmlns:a16="http://schemas.microsoft.com/office/drawing/2014/main" id="{1292398A-EE40-9E42-8928-A60C7498C183}"/>
              </a:ext>
            </a:extLst>
          </p:cNvPr>
          <p:cNvSpPr>
            <a:spLocks noGrp="1"/>
          </p:cNvSpPr>
          <p:nvPr>
            <p:ph type="dt" sz="half" idx="2"/>
          </p:nvPr>
        </p:nvSpPr>
        <p:spPr>
          <a:xfrm>
            <a:off x="4195764" y="6356350"/>
            <a:ext cx="3800471" cy="365125"/>
          </a:xfrm>
          <a:prstGeom prst="rect">
            <a:avLst/>
          </a:prstGeom>
        </p:spPr>
        <p:txBody>
          <a:bodyPr vert="horz" lIns="0" tIns="46800" rIns="0" bIns="46800" rtlCol="0" anchor="ctr"/>
          <a:lstStyle>
            <a:lvl1pPr algn="ctr">
              <a:defRPr sz="1200">
                <a:solidFill>
                  <a:schemeClr val="tx1">
                    <a:tint val="75000"/>
                  </a:schemeClr>
                </a:solidFill>
                <a:latin typeface="+mn-lt"/>
                <a:ea typeface="Helvetica Neue" panose="02000503000000020004" pitchFamily="2" charset="0"/>
                <a:cs typeface="Helvetica Neue" panose="02000503000000020004" pitchFamily="2" charset="0"/>
              </a:defRPr>
            </a:lvl1pPr>
          </a:lstStyle>
          <a:p>
            <a:r>
              <a:rPr lang="en-GB"/>
              <a:t>© Oxford Semantic Technologies Limited </a:t>
            </a:r>
            <a:fld id="{EDBAD4CB-E2E6-4AA3-B479-B62DF2484737}" type="datetimeyyyy">
              <a:rPr lang="en-US" smtClean="0"/>
              <a:t>2025</a:t>
            </a:fld>
            <a:endParaRPr lang="en-GB"/>
          </a:p>
        </p:txBody>
      </p:sp>
      <p:sp>
        <p:nvSpPr>
          <p:cNvPr id="6" name="Slide Number Placeholder 5">
            <a:extLst>
              <a:ext uri="{FF2B5EF4-FFF2-40B4-BE49-F238E27FC236}">
                <a16:creationId xmlns:a16="http://schemas.microsoft.com/office/drawing/2014/main" id="{EBAE39F0-2C4D-AD4D-95EC-D93BE71E509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mn-lt"/>
                <a:ea typeface="Helvetica Neue" panose="02000503000000020004" pitchFamily="2" charset="0"/>
                <a:cs typeface="Helvetica Neue" panose="02000503000000020004" pitchFamily="2" charset="0"/>
              </a:defRPr>
            </a:lvl1pPr>
          </a:lstStyle>
          <a:p>
            <a:fld id="{D0A04442-A2F9-6442-AC47-79D3CBE769CD}" type="slidenum">
              <a:rPr lang="en-GB" smtClean="0"/>
              <a:pPr/>
              <a:t>‹#›</a:t>
            </a:fld>
            <a:endParaRPr lang="en-GB"/>
          </a:p>
        </p:txBody>
      </p:sp>
      <p:sp>
        <p:nvSpPr>
          <p:cNvPr id="9" name="Text Placeholder 2">
            <a:extLst>
              <a:ext uri="{FF2B5EF4-FFF2-40B4-BE49-F238E27FC236}">
                <a16:creationId xmlns:a16="http://schemas.microsoft.com/office/drawing/2014/main" id="{6DC2CD93-CBB3-72FF-AE03-7069920C7A93}"/>
              </a:ext>
            </a:extLst>
          </p:cNvPr>
          <p:cNvSpPr>
            <a:spLocks noGrp="1"/>
          </p:cNvSpPr>
          <p:nvPr>
            <p:ph type="body" idx="1"/>
          </p:nvPr>
        </p:nvSpPr>
        <p:spPr>
          <a:xfrm>
            <a:off x="838200" y="1588957"/>
            <a:ext cx="10515600" cy="4588006"/>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Tree>
    <p:extLst>
      <p:ext uri="{BB962C8B-B14F-4D97-AF65-F5344CB8AC3E}">
        <p14:creationId xmlns:p14="http://schemas.microsoft.com/office/powerpoint/2010/main" val="239093504"/>
      </p:ext>
    </p:extLst>
  </p:cSld>
  <p:clrMap bg1="lt1" tx1="dk1" bg2="lt2" tx2="dk2" accent1="accent1" accent2="accent2" accent3="accent3" accent4="accent4" accent5="accent5" accent6="accent6" hlink="hlink" folHlink="folHlink"/>
  <p:sldLayoutIdLst>
    <p:sldLayoutId id="2147484068" r:id="rId1"/>
    <p:sldLayoutId id="2147484069" r:id="rId2"/>
    <p:sldLayoutId id="2147484070" r:id="rId3"/>
    <p:sldLayoutId id="2147484071" r:id="rId4"/>
    <p:sldLayoutId id="2147484072" r:id="rId5"/>
    <p:sldLayoutId id="2147484073" r:id="rId6"/>
    <p:sldLayoutId id="2147484074" r:id="rId7"/>
    <p:sldLayoutId id="2147484075" r:id="rId8"/>
    <p:sldLayoutId id="2147484077" r:id="rId9"/>
    <p:sldLayoutId id="2147484078" r:id="rId10"/>
    <p:sldLayoutId id="2147484079" r:id="rId11"/>
  </p:sldLayoutIdLst>
  <p:hf hdr="0" ftr="0"/>
  <p:txStyles>
    <p:titleStyle>
      <a:lvl1pPr algn="l" defTabSz="914400" rtl="0" eaLnBrk="1" latinLnBrk="0" hangingPunct="1">
        <a:lnSpc>
          <a:spcPct val="90000"/>
        </a:lnSpc>
        <a:spcBef>
          <a:spcPct val="0"/>
        </a:spcBef>
        <a:buNone/>
        <a:defRPr sz="4000" kern="1200">
          <a:solidFill>
            <a:schemeClr val="bg2"/>
          </a:solidFill>
          <a:latin typeface="+mn-lt"/>
          <a:ea typeface="Helvetica Neue" panose="02000503000000020004" pitchFamily="2" charset="0"/>
          <a:cs typeface="Helvetica Neue" panose="02000503000000020004" pitchFamily="2"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accent5"/>
          </a:solidFill>
          <a:latin typeface="+mn-lt"/>
          <a:ea typeface="Helvetica Neue" panose="02000503000000020004" pitchFamily="2" charset="0"/>
          <a:cs typeface="Helvetica Neue" panose="02000503000000020004"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accent5"/>
          </a:solidFill>
          <a:latin typeface="+mn-lt"/>
          <a:ea typeface="Helvetica Neue" panose="02000503000000020004" pitchFamily="2" charset="0"/>
          <a:cs typeface="Helvetica Neue" panose="02000503000000020004"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accent5"/>
          </a:solidFill>
          <a:latin typeface="+mn-lt"/>
          <a:ea typeface="Helvetica Neue" panose="02000503000000020004" pitchFamily="2" charset="0"/>
          <a:cs typeface="Helvetica Neue" panose="02000503000000020004"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accent5"/>
          </a:solidFill>
          <a:latin typeface="+mn-lt"/>
          <a:ea typeface="Helvetica Neue" panose="02000503000000020004" pitchFamily="2" charset="0"/>
          <a:cs typeface="Helvetica Neue" panose="02000503000000020004"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accent5"/>
          </a:solidFill>
          <a:latin typeface="+mn-lt"/>
          <a:ea typeface="Helvetica Neue" panose="02000503000000020004" pitchFamily="2" charset="0"/>
          <a:cs typeface="Helvetica Neue" panose="02000503000000020004"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image" Target="../media/image30.svg"/><Relationship Id="rId13" Type="http://schemas.openxmlformats.org/officeDocument/2006/relationships/image" Target="../media/image35.jpeg"/><Relationship Id="rId3" Type="http://schemas.openxmlformats.org/officeDocument/2006/relationships/image" Target="../media/image25.png"/><Relationship Id="rId7" Type="http://schemas.openxmlformats.org/officeDocument/2006/relationships/image" Target="../media/image29.png"/><Relationship Id="rId12" Type="http://schemas.openxmlformats.org/officeDocument/2006/relationships/image" Target="../media/image34.svg"/><Relationship Id="rId2" Type="http://schemas.openxmlformats.org/officeDocument/2006/relationships/notesSlide" Target="../notesSlides/notesSlide3.xml"/><Relationship Id="rId1" Type="http://schemas.openxmlformats.org/officeDocument/2006/relationships/slideLayout" Target="../slideLayouts/slideLayout41.xml"/><Relationship Id="rId6" Type="http://schemas.openxmlformats.org/officeDocument/2006/relationships/image" Target="../media/image28.svg"/><Relationship Id="rId11" Type="http://schemas.openxmlformats.org/officeDocument/2006/relationships/image" Target="../media/image33.png"/><Relationship Id="rId5" Type="http://schemas.openxmlformats.org/officeDocument/2006/relationships/image" Target="../media/image27.png"/><Relationship Id="rId10" Type="http://schemas.openxmlformats.org/officeDocument/2006/relationships/image" Target="../media/image32.svg"/><Relationship Id="rId4" Type="http://schemas.openxmlformats.org/officeDocument/2006/relationships/image" Target="../media/image26.svg"/><Relationship Id="rId9" Type="http://schemas.openxmlformats.org/officeDocument/2006/relationships/image" Target="../media/image31.png"/></Relationships>
</file>

<file path=ppt/slides/_rels/slide4.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4.xml"/></Relationships>
</file>

<file path=ppt/slides/_rels/slide6.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7.xml"/><Relationship Id="rId1" Type="http://schemas.openxmlformats.org/officeDocument/2006/relationships/slideLayout" Target="../slideLayouts/slideLayout40.xml"/><Relationship Id="rId4" Type="http://schemas.openxmlformats.org/officeDocument/2006/relationships/image" Target="../media/image39.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4.xml"/></Relationships>
</file>

<file path=ppt/slides/_rels/slide10.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hyperlink" Target="https://rds.posccaesar.org/doc/patterns/pattern_physical_quantity_quantification/" TargetMode="External"/></Relationships>
</file>

<file path=ppt/slides/_rels/slide11.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11.xml"/><Relationship Id="rId1" Type="http://schemas.openxmlformats.org/officeDocument/2006/relationships/slideLayout" Target="../slideLayouts/slideLayout4.xml"/><Relationship Id="rId5" Type="http://schemas.openxmlformats.org/officeDocument/2006/relationships/image" Target="../media/image43.png"/><Relationship Id="rId4" Type="http://schemas.openxmlformats.org/officeDocument/2006/relationships/image" Target="../media/image42.svgz"/></Relationships>
</file>

<file path=ppt/slides/_rels/slide12.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14.xml"/><Relationship Id="rId1" Type="http://schemas.openxmlformats.org/officeDocument/2006/relationships/slideLayout" Target="../slideLayouts/slideLayout4.xml"/><Relationship Id="rId5" Type="http://schemas.openxmlformats.org/officeDocument/2006/relationships/image" Target="../media/image48.png"/><Relationship Id="rId4" Type="http://schemas.openxmlformats.org/officeDocument/2006/relationships/image" Target="../media/image47.png"/></Relationships>
</file>

<file path=ppt/slides/_rels/slide15.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20.xml"/><Relationship Id="rId1" Type="http://schemas.openxmlformats.org/officeDocument/2006/relationships/slideLayout" Target="../slideLayouts/slideLayout2.xml"/><Relationship Id="rId5" Type="http://schemas.openxmlformats.org/officeDocument/2006/relationships/image" Target="../media/image54.svg"/><Relationship Id="rId4" Type="http://schemas.openxmlformats.org/officeDocument/2006/relationships/image" Target="../media/image53.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8" Type="http://schemas.openxmlformats.org/officeDocument/2006/relationships/image" Target="../media/image59.svg"/><Relationship Id="rId3" Type="http://schemas.openxmlformats.org/officeDocument/2006/relationships/image" Target="../media/image55.png"/><Relationship Id="rId7" Type="http://schemas.openxmlformats.org/officeDocument/2006/relationships/image" Target="../media/image58.png"/><Relationship Id="rId12" Type="http://schemas.openxmlformats.org/officeDocument/2006/relationships/image" Target="../media/image63.svg"/><Relationship Id="rId2" Type="http://schemas.openxmlformats.org/officeDocument/2006/relationships/notesSlide" Target="../notesSlides/notesSlide22.xml"/><Relationship Id="rId1" Type="http://schemas.openxmlformats.org/officeDocument/2006/relationships/slideLayout" Target="../slideLayouts/slideLayout40.xml"/><Relationship Id="rId6" Type="http://schemas.openxmlformats.org/officeDocument/2006/relationships/image" Target="../media/image57.svg"/><Relationship Id="rId11" Type="http://schemas.openxmlformats.org/officeDocument/2006/relationships/image" Target="../media/image62.png"/><Relationship Id="rId5" Type="http://schemas.openxmlformats.org/officeDocument/2006/relationships/image" Target="../media/image56.png"/><Relationship Id="rId10" Type="http://schemas.openxmlformats.org/officeDocument/2006/relationships/image" Target="../media/image61.svg"/><Relationship Id="rId4" Type="http://schemas.microsoft.com/office/2007/relationships/hdphoto" Target="../media/hdphoto1.wdp"/><Relationship Id="rId9" Type="http://schemas.openxmlformats.org/officeDocument/2006/relationships/image" Target="../media/image60.png"/></Relationships>
</file>

<file path=ppt/slides/_rels/slide23.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23.xml"/><Relationship Id="rId1" Type="http://schemas.openxmlformats.org/officeDocument/2006/relationships/slideLayout" Target="../slideLayouts/slideLayout35.xml"/></Relationships>
</file>

<file path=ppt/slides/_rels/slide24.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24.xml"/><Relationship Id="rId1" Type="http://schemas.openxmlformats.org/officeDocument/2006/relationships/slideLayout" Target="../slideLayouts/slideLayout4.xml"/><Relationship Id="rId4" Type="http://schemas.openxmlformats.org/officeDocument/2006/relationships/image" Target="../media/image66.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40.xml"/></Relationships>
</file>

<file path=ppt/slides/_rels/slide26.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26.xml"/><Relationship Id="rId1" Type="http://schemas.openxmlformats.org/officeDocument/2006/relationships/slideLayout" Target="../slideLayouts/slideLayout3.xml"/><Relationship Id="rId4" Type="http://schemas.openxmlformats.org/officeDocument/2006/relationships/image" Target="../media/image68.png"/></Relationships>
</file>

<file path=ppt/slides/_rels/slide27.xml.rels><?xml version="1.0" encoding="UTF-8" standalone="yes"?>
<Relationships xmlns="http://schemas.openxmlformats.org/package/2006/relationships"><Relationship Id="rId3" Type="http://schemas.openxmlformats.org/officeDocument/2006/relationships/hyperlink" Target="https://tinyurl.com/DDDRefEricEvans" TargetMode="External"/><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28.xml"/><Relationship Id="rId1" Type="http://schemas.openxmlformats.org/officeDocument/2006/relationships/slideLayout" Target="../slideLayouts/slideLayout3.xml"/><Relationship Id="rId4" Type="http://schemas.openxmlformats.org/officeDocument/2006/relationships/image" Target="../media/image70.svg"/></Relationships>
</file>

<file path=ppt/slides/_rels/slide29.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29.xml"/><Relationship Id="rId1" Type="http://schemas.openxmlformats.org/officeDocument/2006/relationships/slideLayout" Target="../slideLayouts/slideLayout3.xml"/><Relationship Id="rId4" Type="http://schemas.openxmlformats.org/officeDocument/2006/relationships/image" Target="../media/image72.svg"/></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notesSlide" Target="../notesSlides/notesSlide31.xml"/><Relationship Id="rId1" Type="http://schemas.openxmlformats.org/officeDocument/2006/relationships/slideLayout" Target="../slideLayouts/slideLayout7.xml"/><Relationship Id="rId4" Type="http://schemas.openxmlformats.org/officeDocument/2006/relationships/image" Target="../media/image74.svg"/></Relationships>
</file>

<file path=ppt/slides/_rels/slide32.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image" Target="../media/image75.png"/><Relationship Id="rId1" Type="http://schemas.openxmlformats.org/officeDocument/2006/relationships/slideLayout" Target="../slideLayouts/slideLayout2.xml"/><Relationship Id="rId4" Type="http://schemas.openxmlformats.org/officeDocument/2006/relationships/hyperlink" Target="https://www.etim-international.com/classification/model-information/" TargetMode="External"/></Relationships>
</file>

<file path=ppt/slides/_rels/slide33.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33.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notesSlide" Target="../notesSlides/notesSlide34.xml"/><Relationship Id="rId1" Type="http://schemas.openxmlformats.org/officeDocument/2006/relationships/slideLayout" Target="../slideLayouts/slideLayout3.xml"/><Relationship Id="rId4" Type="http://schemas.openxmlformats.org/officeDocument/2006/relationships/hyperlink" Target="https://medium.com/@khedekarpratik123/data-vault-2-0-modern-data-modelling-methodology-part-1-ed91ed408d48" TargetMode="Externa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notesSlide" Target="../notesSlides/notesSlide36.xml"/><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38.xml"/><Relationship Id="rId1" Type="http://schemas.openxmlformats.org/officeDocument/2006/relationships/slideLayout" Target="../slideLayouts/slideLayout2.xml"/><Relationship Id="rId5" Type="http://schemas.openxmlformats.org/officeDocument/2006/relationships/image" Target="../media/image82.svg"/><Relationship Id="rId4" Type="http://schemas.openxmlformats.org/officeDocument/2006/relationships/image" Target="../media/image81.png"/></Relationships>
</file>

<file path=ppt/slides/_rels/slide42.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notesSlide" Target="../notesSlides/notesSlide40.xml"/><Relationship Id="rId1" Type="http://schemas.openxmlformats.org/officeDocument/2006/relationships/slideLayout" Target="../slideLayouts/slideLayout2.xml"/><Relationship Id="rId4" Type="http://schemas.openxmlformats.org/officeDocument/2006/relationships/image" Target="../media/image82.svg"/></Relationships>
</file>

<file path=ppt/slides/_rels/slide44.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notesSlide" Target="../notesSlides/notesSlide41.xml"/><Relationship Id="rId1" Type="http://schemas.openxmlformats.org/officeDocument/2006/relationships/slideLayout" Target="../slideLayouts/slideLayout2.xml"/><Relationship Id="rId4" Type="http://schemas.openxmlformats.org/officeDocument/2006/relationships/image" Target="../media/image82.svg"/></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notesSlide" Target="../notesSlides/notesSlide44.xml"/><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E411D496-4A76-4039-9317-6C4B3D93CD28}"/>
              </a:ext>
            </a:extLst>
          </p:cNvPr>
          <p:cNvSpPr>
            <a:spLocks noGrp="1"/>
          </p:cNvSpPr>
          <p:nvPr>
            <p:ph type="ctrTitle"/>
          </p:nvPr>
        </p:nvSpPr>
        <p:spPr>
          <a:xfrm>
            <a:off x="529200" y="1328400"/>
            <a:ext cx="9356480" cy="1749600"/>
          </a:xfrm>
        </p:spPr>
        <p:txBody>
          <a:bodyPr/>
          <a:lstStyle/>
          <a:p>
            <a:r>
              <a:rPr lang="en-GB" dirty="0"/>
              <a:t>Ontology in Industry. </a:t>
            </a:r>
          </a:p>
        </p:txBody>
      </p:sp>
      <p:sp>
        <p:nvSpPr>
          <p:cNvPr id="11" name="Subtitle 10">
            <a:extLst>
              <a:ext uri="{FF2B5EF4-FFF2-40B4-BE49-F238E27FC236}">
                <a16:creationId xmlns:a16="http://schemas.microsoft.com/office/drawing/2014/main" id="{03F97488-718D-4095-96F1-CF3DB0BDDC30}"/>
              </a:ext>
            </a:extLst>
          </p:cNvPr>
          <p:cNvSpPr>
            <a:spLocks noGrp="1"/>
          </p:cNvSpPr>
          <p:nvPr>
            <p:ph type="subTitle" idx="1"/>
          </p:nvPr>
        </p:nvSpPr>
        <p:spPr>
          <a:xfrm>
            <a:off x="529199" y="3312000"/>
            <a:ext cx="7370791" cy="583200"/>
          </a:xfrm>
        </p:spPr>
        <p:txBody>
          <a:bodyPr/>
          <a:lstStyle/>
          <a:p>
            <a:r>
              <a:rPr lang="en-GB" sz="1600" b="1" dirty="0"/>
              <a:t>On Industrial Data Ontology, Domain Driven Design and Query Contexts for Data Interoperability and GenAI.</a:t>
            </a:r>
          </a:p>
          <a:p>
            <a:r>
              <a:rPr lang="en-GB" sz="1600" dirty="0"/>
              <a:t>Mikkel Haggren Brynildsen, Chief Data Scientist, </a:t>
            </a:r>
            <a:r>
              <a:rPr lang="en-GB" sz="1600" dirty="0" err="1"/>
              <a:t>Data&amp;AI</a:t>
            </a:r>
            <a:r>
              <a:rPr lang="en-GB" sz="1600" dirty="0"/>
              <a:t> Grundfos</a:t>
            </a:r>
          </a:p>
          <a:p>
            <a:r>
              <a:rPr lang="en-GB" sz="1600" dirty="0"/>
              <a:t>joint work with  dr. Caitlin Woods, Grundfos and UWA.</a:t>
            </a:r>
          </a:p>
          <a:p>
            <a:r>
              <a:rPr lang="en-GB" sz="1600" dirty="0"/>
              <a:t>FOIS 2025</a:t>
            </a:r>
          </a:p>
        </p:txBody>
      </p:sp>
      <p:pic>
        <p:nvPicPr>
          <p:cNvPr id="2" name="id-7025802A-BC31-444E-B79F-DEBED59FE662" descr="C6400C9C-A0F3-442E-B46E-09B88C05D0AC_1_201_a.jpeg">
            <a:extLst>
              <a:ext uri="{FF2B5EF4-FFF2-40B4-BE49-F238E27FC236}">
                <a16:creationId xmlns:a16="http://schemas.microsoft.com/office/drawing/2014/main" id="{3635D037-2335-37D9-1C21-3B33B241405C}"/>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213747" y="2021503"/>
            <a:ext cx="1377089" cy="21129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extBox 3">
            <a:extLst>
              <a:ext uri="{FF2B5EF4-FFF2-40B4-BE49-F238E27FC236}">
                <a16:creationId xmlns:a16="http://schemas.microsoft.com/office/drawing/2014/main" id="{70C72C1F-E75F-477D-127E-EFADE4E32FB9}"/>
              </a:ext>
            </a:extLst>
          </p:cNvPr>
          <p:cNvSpPr txBox="1"/>
          <p:nvPr/>
        </p:nvSpPr>
        <p:spPr>
          <a:xfrm>
            <a:off x="10352909" y="4266577"/>
            <a:ext cx="1237927" cy="461665"/>
          </a:xfrm>
          <a:prstGeom prst="rect">
            <a:avLst/>
          </a:prstGeom>
          <a:noFill/>
        </p:spPr>
        <p:txBody>
          <a:bodyPr wrap="square">
            <a:spAutoFit/>
          </a:bodyPr>
          <a:lstStyle/>
          <a:p>
            <a:r>
              <a:rPr lang="en-GB" sz="1200" dirty="0">
                <a:solidFill>
                  <a:schemeClr val="bg1"/>
                </a:solidFill>
              </a:rPr>
              <a:t>Caitlin Woods, Grundfos/UWA</a:t>
            </a:r>
            <a:endParaRPr lang="en-DK" sz="1200" dirty="0">
              <a:solidFill>
                <a:schemeClr val="bg1"/>
              </a:solidFill>
            </a:endParaRPr>
          </a:p>
        </p:txBody>
      </p:sp>
    </p:spTree>
    <p:extLst>
      <p:ext uri="{BB962C8B-B14F-4D97-AF65-F5344CB8AC3E}">
        <p14:creationId xmlns:p14="http://schemas.microsoft.com/office/powerpoint/2010/main" val="13282176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A22449-0756-2B7D-C993-2D3666BC18E0}"/>
              </a:ext>
            </a:extLst>
          </p:cNvPr>
          <p:cNvSpPr>
            <a:spLocks noGrp="1"/>
          </p:cNvSpPr>
          <p:nvPr>
            <p:ph type="title"/>
          </p:nvPr>
        </p:nvSpPr>
        <p:spPr/>
        <p:txBody>
          <a:bodyPr/>
          <a:lstStyle/>
          <a:p>
            <a:r>
              <a:rPr lang="en-US" dirty="0">
                <a:solidFill>
                  <a:schemeClr val="accent1"/>
                </a:solidFill>
              </a:rPr>
              <a:t>Outline</a:t>
            </a:r>
            <a:endParaRPr lang="en-DK" dirty="0">
              <a:solidFill>
                <a:schemeClr val="accent1"/>
              </a:solidFill>
            </a:endParaRPr>
          </a:p>
        </p:txBody>
      </p:sp>
      <p:pic>
        <p:nvPicPr>
          <p:cNvPr id="6" name="Picture 5">
            <a:extLst>
              <a:ext uri="{FF2B5EF4-FFF2-40B4-BE49-F238E27FC236}">
                <a16:creationId xmlns:a16="http://schemas.microsoft.com/office/drawing/2014/main" id="{35EEAC1D-130C-A900-B5DC-58B776C91B2B}"/>
              </a:ext>
            </a:extLst>
          </p:cNvPr>
          <p:cNvPicPr>
            <a:picLocks noChangeAspect="1"/>
          </p:cNvPicPr>
          <p:nvPr/>
        </p:nvPicPr>
        <p:blipFill>
          <a:blip r:embed="rId3"/>
          <a:stretch>
            <a:fillRect/>
          </a:stretch>
        </p:blipFill>
        <p:spPr>
          <a:xfrm>
            <a:off x="6096000" y="1071948"/>
            <a:ext cx="5293719" cy="5281850"/>
          </a:xfrm>
          <a:prstGeom prst="rect">
            <a:avLst/>
          </a:prstGeom>
        </p:spPr>
      </p:pic>
      <p:sp>
        <p:nvSpPr>
          <p:cNvPr id="7" name="TextBox 6">
            <a:extLst>
              <a:ext uri="{FF2B5EF4-FFF2-40B4-BE49-F238E27FC236}">
                <a16:creationId xmlns:a16="http://schemas.microsoft.com/office/drawing/2014/main" id="{581C3E74-0922-58C3-9825-3A6CDFE055E5}"/>
              </a:ext>
            </a:extLst>
          </p:cNvPr>
          <p:cNvSpPr txBox="1"/>
          <p:nvPr/>
        </p:nvSpPr>
        <p:spPr>
          <a:xfrm>
            <a:off x="451821" y="1542673"/>
            <a:ext cx="5293719" cy="3293209"/>
          </a:xfrm>
          <a:prstGeom prst="rect">
            <a:avLst/>
          </a:prstGeom>
          <a:noFill/>
        </p:spPr>
        <p:txBody>
          <a:bodyPr wrap="square" rtlCol="0">
            <a:spAutoFit/>
          </a:bodyPr>
          <a:lstStyle/>
          <a:p>
            <a:pPr marL="457200" indent="-457200">
              <a:buFont typeface="+mj-lt"/>
              <a:buAutoNum type="arabicPeriod"/>
            </a:pPr>
            <a:r>
              <a:rPr lang="en-US" sz="1600" dirty="0"/>
              <a:t>How ontologies are being used in Grundfos today</a:t>
            </a:r>
            <a:br>
              <a:rPr lang="en-US" sz="1600" dirty="0"/>
            </a:br>
            <a:endParaRPr lang="en-US" sz="1600" dirty="0"/>
          </a:p>
          <a:p>
            <a:pPr marL="457200" indent="-457200">
              <a:buFont typeface="+mj-lt"/>
              <a:buAutoNum type="arabicPeriod"/>
            </a:pPr>
            <a:r>
              <a:rPr lang="en-US" sz="1600" dirty="0"/>
              <a:t>Supporting creation of good domain ontologies. Domain Driven Design Approach.</a:t>
            </a:r>
            <a:br>
              <a:rPr lang="en-US" sz="1600" dirty="0"/>
            </a:br>
            <a:endParaRPr lang="en-US" sz="1600" dirty="0"/>
          </a:p>
          <a:p>
            <a:pPr marL="457200" indent="-457200">
              <a:buFont typeface="+mj-lt"/>
              <a:buAutoNum type="arabicPeriod"/>
            </a:pPr>
            <a:r>
              <a:rPr lang="en-US" sz="1600" dirty="0"/>
              <a:t>Modelling Contexts as entities themselves?</a:t>
            </a:r>
            <a:br>
              <a:rPr lang="en-US" sz="1600" dirty="0"/>
            </a:br>
            <a:endParaRPr lang="en-US" sz="1600" dirty="0"/>
          </a:p>
          <a:p>
            <a:pPr marL="457200" indent="-457200">
              <a:buFont typeface="+mj-lt"/>
              <a:buAutoNum type="arabicPeriod"/>
            </a:pPr>
            <a:r>
              <a:rPr lang="en-US" sz="1600" dirty="0"/>
              <a:t>LLM question Context ontologies.</a:t>
            </a:r>
          </a:p>
          <a:p>
            <a:pPr marL="457200" indent="-457200">
              <a:buFont typeface="+mj-lt"/>
              <a:buAutoNum type="arabicPeriod"/>
            </a:pPr>
            <a:endParaRPr lang="en-US" sz="1600" dirty="0"/>
          </a:p>
          <a:p>
            <a:pPr marL="457200" indent="-457200">
              <a:buFont typeface="+mj-lt"/>
              <a:buAutoNum type="arabicPeriod"/>
            </a:pPr>
            <a:endParaRPr lang="en-US" sz="1600" dirty="0"/>
          </a:p>
          <a:p>
            <a:pPr marL="457200" indent="-457200">
              <a:buFont typeface="+mj-lt"/>
              <a:buAutoNum type="arabicPeriod"/>
            </a:pPr>
            <a:endParaRPr lang="en-US" sz="1600" dirty="0"/>
          </a:p>
          <a:p>
            <a:endParaRPr lang="en-DK" sz="1600" dirty="0"/>
          </a:p>
          <a:p>
            <a:pPr algn="l"/>
            <a:endParaRPr lang="en-DK" sz="1600" dirty="0"/>
          </a:p>
        </p:txBody>
      </p:sp>
    </p:spTree>
    <p:extLst>
      <p:ext uri="{BB962C8B-B14F-4D97-AF65-F5344CB8AC3E}">
        <p14:creationId xmlns:p14="http://schemas.microsoft.com/office/powerpoint/2010/main" val="374309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AB9365-5995-482E-A382-4D93F5C28144}"/>
              </a:ext>
            </a:extLst>
          </p:cNvPr>
          <p:cNvSpPr>
            <a:spLocks noGrp="1"/>
          </p:cNvSpPr>
          <p:nvPr>
            <p:ph type="title"/>
          </p:nvPr>
        </p:nvSpPr>
        <p:spPr/>
        <p:txBody>
          <a:bodyPr/>
          <a:lstStyle/>
          <a:p>
            <a:r>
              <a:rPr lang="en-US" dirty="0"/>
              <a:t>Water Systems</a:t>
            </a:r>
            <a:endParaRPr lang="da-DK" dirty="0"/>
          </a:p>
        </p:txBody>
      </p:sp>
      <p:sp>
        <p:nvSpPr>
          <p:cNvPr id="7" name="Oval 6">
            <a:extLst>
              <a:ext uri="{FF2B5EF4-FFF2-40B4-BE49-F238E27FC236}">
                <a16:creationId xmlns:a16="http://schemas.microsoft.com/office/drawing/2014/main" id="{759B8892-6C4D-41E3-B026-DE98242041C1}"/>
              </a:ext>
            </a:extLst>
          </p:cNvPr>
          <p:cNvSpPr/>
          <p:nvPr/>
        </p:nvSpPr>
        <p:spPr>
          <a:xfrm>
            <a:off x="9927972" y="340288"/>
            <a:ext cx="1904028" cy="1904028"/>
          </a:xfrm>
          <a:prstGeom prst="ellipse">
            <a:avLst/>
          </a:prstGeom>
          <a:solidFill>
            <a:srgbClr val="0A2C4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dirty="0"/>
          </a:p>
        </p:txBody>
      </p:sp>
      <p:pic>
        <p:nvPicPr>
          <p:cNvPr id="9" name="Graphic 8">
            <a:extLst>
              <a:ext uri="{FF2B5EF4-FFF2-40B4-BE49-F238E27FC236}">
                <a16:creationId xmlns:a16="http://schemas.microsoft.com/office/drawing/2014/main" id="{8456DE08-10CD-4B31-9A6B-1F9B894F5686}"/>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668095" y="770492"/>
            <a:ext cx="717438" cy="709965"/>
          </a:xfrm>
          <a:prstGeom prst="rect">
            <a:avLst/>
          </a:prstGeom>
        </p:spPr>
      </p:pic>
      <p:sp>
        <p:nvSpPr>
          <p:cNvPr id="4" name="TextBox 3">
            <a:extLst>
              <a:ext uri="{FF2B5EF4-FFF2-40B4-BE49-F238E27FC236}">
                <a16:creationId xmlns:a16="http://schemas.microsoft.com/office/drawing/2014/main" id="{B33F8575-03A8-4FA5-B20B-8E42912738C6}"/>
              </a:ext>
            </a:extLst>
          </p:cNvPr>
          <p:cNvSpPr txBox="1"/>
          <p:nvPr/>
        </p:nvSpPr>
        <p:spPr>
          <a:xfrm>
            <a:off x="10097381" y="783485"/>
            <a:ext cx="556563" cy="323165"/>
          </a:xfrm>
          <a:prstGeom prst="rect">
            <a:avLst/>
          </a:prstGeom>
          <a:noFill/>
        </p:spPr>
        <p:txBody>
          <a:bodyPr wrap="none" rtlCol="0">
            <a:spAutoFit/>
          </a:bodyPr>
          <a:lstStyle/>
          <a:p>
            <a:r>
              <a:rPr lang="en-US" sz="1500" dirty="0">
                <a:solidFill>
                  <a:schemeClr val="bg1"/>
                </a:solidFill>
              </a:rPr>
              <a:t>CRM</a:t>
            </a:r>
            <a:endParaRPr lang="da-DK" sz="1500" dirty="0">
              <a:solidFill>
                <a:schemeClr val="bg1"/>
              </a:solidFill>
            </a:endParaRPr>
          </a:p>
        </p:txBody>
      </p:sp>
      <p:sp>
        <p:nvSpPr>
          <p:cNvPr id="10" name="TextBox 9">
            <a:extLst>
              <a:ext uri="{FF2B5EF4-FFF2-40B4-BE49-F238E27FC236}">
                <a16:creationId xmlns:a16="http://schemas.microsoft.com/office/drawing/2014/main" id="{FD60597C-8D95-464E-8710-DE1F6EEA2D5D}"/>
              </a:ext>
            </a:extLst>
          </p:cNvPr>
          <p:cNvSpPr txBox="1"/>
          <p:nvPr/>
        </p:nvSpPr>
        <p:spPr>
          <a:xfrm>
            <a:off x="10454043" y="1215505"/>
            <a:ext cx="426720" cy="323165"/>
          </a:xfrm>
          <a:prstGeom prst="rect">
            <a:avLst/>
          </a:prstGeom>
          <a:noFill/>
        </p:spPr>
        <p:txBody>
          <a:bodyPr wrap="none" rtlCol="0">
            <a:spAutoFit/>
          </a:bodyPr>
          <a:lstStyle/>
          <a:p>
            <a:r>
              <a:rPr lang="en-US" sz="1500" dirty="0">
                <a:solidFill>
                  <a:schemeClr val="bg1"/>
                </a:solidFill>
              </a:rPr>
              <a:t>IoT</a:t>
            </a:r>
          </a:p>
        </p:txBody>
      </p:sp>
      <p:sp>
        <p:nvSpPr>
          <p:cNvPr id="11" name="TextBox 10">
            <a:extLst>
              <a:ext uri="{FF2B5EF4-FFF2-40B4-BE49-F238E27FC236}">
                <a16:creationId xmlns:a16="http://schemas.microsoft.com/office/drawing/2014/main" id="{781A7A31-0A1F-4E74-9FCF-813962E175C7}"/>
              </a:ext>
            </a:extLst>
          </p:cNvPr>
          <p:cNvSpPr txBox="1"/>
          <p:nvPr/>
        </p:nvSpPr>
        <p:spPr>
          <a:xfrm>
            <a:off x="10589022" y="1512818"/>
            <a:ext cx="1046505" cy="553998"/>
          </a:xfrm>
          <a:prstGeom prst="rect">
            <a:avLst/>
          </a:prstGeom>
          <a:noFill/>
        </p:spPr>
        <p:txBody>
          <a:bodyPr wrap="none" rtlCol="0">
            <a:spAutoFit/>
          </a:bodyPr>
          <a:lstStyle/>
          <a:p>
            <a:r>
              <a:rPr lang="en-US" sz="1500" dirty="0">
                <a:solidFill>
                  <a:schemeClr val="bg1"/>
                </a:solidFill>
              </a:rPr>
              <a:t>Product</a:t>
            </a:r>
          </a:p>
          <a:p>
            <a:r>
              <a:rPr lang="en-US" sz="1500" dirty="0">
                <a:solidFill>
                  <a:schemeClr val="bg1"/>
                </a:solidFill>
              </a:rPr>
              <a:t>Knowledge</a:t>
            </a:r>
          </a:p>
        </p:txBody>
      </p:sp>
      <p:pic>
        <p:nvPicPr>
          <p:cNvPr id="13" name="Graphic 12">
            <a:extLst>
              <a:ext uri="{FF2B5EF4-FFF2-40B4-BE49-F238E27FC236}">
                <a16:creationId xmlns:a16="http://schemas.microsoft.com/office/drawing/2014/main" id="{59850918-760D-4F6E-AAF4-B12E74E1EF94}"/>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507756" y="2441008"/>
            <a:ext cx="5324244" cy="3989796"/>
          </a:xfrm>
          <a:prstGeom prst="rect">
            <a:avLst/>
          </a:prstGeom>
        </p:spPr>
      </p:pic>
      <p:pic>
        <p:nvPicPr>
          <p:cNvPr id="18" name="Graphic 17">
            <a:extLst>
              <a:ext uri="{FF2B5EF4-FFF2-40B4-BE49-F238E27FC236}">
                <a16:creationId xmlns:a16="http://schemas.microsoft.com/office/drawing/2014/main" id="{74113A89-A5A3-4047-8C6B-8E26315FC639}"/>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543044" y="4343321"/>
            <a:ext cx="838200" cy="1257300"/>
          </a:xfrm>
          <a:prstGeom prst="rect">
            <a:avLst/>
          </a:prstGeom>
        </p:spPr>
      </p:pic>
      <p:pic>
        <p:nvPicPr>
          <p:cNvPr id="21" name="Graphic 20">
            <a:extLst>
              <a:ext uri="{FF2B5EF4-FFF2-40B4-BE49-F238E27FC236}">
                <a16:creationId xmlns:a16="http://schemas.microsoft.com/office/drawing/2014/main" id="{55BB3DFD-5A4D-4EA6-B30E-C220F38117CF}"/>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3721062" y="219718"/>
            <a:ext cx="4848225" cy="2895600"/>
          </a:xfrm>
          <a:prstGeom prst="rect">
            <a:avLst/>
          </a:prstGeom>
          <a:effectLst>
            <a:outerShdw blurRad="520700" dist="38100" dir="2700000" sx="107000" sy="107000" algn="tl" rotWithShape="0">
              <a:prstClr val="black">
                <a:alpha val="40000"/>
              </a:prstClr>
            </a:outerShdw>
          </a:effectLst>
        </p:spPr>
      </p:pic>
      <p:pic>
        <p:nvPicPr>
          <p:cNvPr id="22" name="Graphic 21">
            <a:extLst>
              <a:ext uri="{FF2B5EF4-FFF2-40B4-BE49-F238E27FC236}">
                <a16:creationId xmlns:a16="http://schemas.microsoft.com/office/drawing/2014/main" id="{9ABD9F5A-4BA5-438A-87D2-0E04165F7988}"/>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6907369" y="2582180"/>
            <a:ext cx="967794" cy="846820"/>
          </a:xfrm>
          <a:prstGeom prst="rect">
            <a:avLst/>
          </a:prstGeom>
        </p:spPr>
      </p:pic>
      <p:sp>
        <p:nvSpPr>
          <p:cNvPr id="23" name="Arrow: Down 22">
            <a:extLst>
              <a:ext uri="{FF2B5EF4-FFF2-40B4-BE49-F238E27FC236}">
                <a16:creationId xmlns:a16="http://schemas.microsoft.com/office/drawing/2014/main" id="{7D95C6B1-88CB-4F71-BB21-E6D60D66ACDD}"/>
              </a:ext>
            </a:extLst>
          </p:cNvPr>
          <p:cNvSpPr/>
          <p:nvPr/>
        </p:nvSpPr>
        <p:spPr>
          <a:xfrm>
            <a:off x="3862399" y="3159658"/>
            <a:ext cx="2099489" cy="1028828"/>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p>
        </p:txBody>
      </p:sp>
      <p:grpSp>
        <p:nvGrpSpPr>
          <p:cNvPr id="24" name="Group 23">
            <a:extLst>
              <a:ext uri="{FF2B5EF4-FFF2-40B4-BE49-F238E27FC236}">
                <a16:creationId xmlns:a16="http://schemas.microsoft.com/office/drawing/2014/main" id="{D1A95BE0-F0D2-FB28-951C-1D26A8D05E62}"/>
              </a:ext>
            </a:extLst>
          </p:cNvPr>
          <p:cNvGrpSpPr/>
          <p:nvPr/>
        </p:nvGrpSpPr>
        <p:grpSpPr>
          <a:xfrm>
            <a:off x="6674449" y="30400"/>
            <a:ext cx="4899212" cy="6286852"/>
            <a:chOff x="6674449" y="30400"/>
            <a:chExt cx="4899212" cy="6286852"/>
          </a:xfrm>
        </p:grpSpPr>
        <p:grpSp>
          <p:nvGrpSpPr>
            <p:cNvPr id="6" name="Group 5">
              <a:extLst>
                <a:ext uri="{FF2B5EF4-FFF2-40B4-BE49-F238E27FC236}">
                  <a16:creationId xmlns:a16="http://schemas.microsoft.com/office/drawing/2014/main" id="{CD8C7791-DBA1-B6AB-8CC0-9E6F472AA4B9}"/>
                </a:ext>
              </a:extLst>
            </p:cNvPr>
            <p:cNvGrpSpPr/>
            <p:nvPr/>
          </p:nvGrpSpPr>
          <p:grpSpPr>
            <a:xfrm>
              <a:off x="6674449" y="30400"/>
              <a:ext cx="4899212" cy="4524816"/>
              <a:chOff x="4320988" y="381423"/>
              <a:chExt cx="4899212" cy="3822826"/>
            </a:xfrm>
          </p:grpSpPr>
          <p:sp>
            <p:nvSpPr>
              <p:cNvPr id="14" name="Rectangle 13">
                <a:extLst>
                  <a:ext uri="{FF2B5EF4-FFF2-40B4-BE49-F238E27FC236}">
                    <a16:creationId xmlns:a16="http://schemas.microsoft.com/office/drawing/2014/main" id="{0A5D18F2-FA1C-7916-1E56-BF1867D03189}"/>
                  </a:ext>
                </a:extLst>
              </p:cNvPr>
              <p:cNvSpPr/>
              <p:nvPr/>
            </p:nvSpPr>
            <p:spPr>
              <a:xfrm>
                <a:off x="4320988" y="381423"/>
                <a:ext cx="4899212" cy="3822826"/>
              </a:xfrm>
              <a:prstGeom prst="rect">
                <a:avLst/>
              </a:prstGeom>
              <a:solidFill>
                <a:srgbClr val="FFFFFF"/>
              </a:solidFill>
              <a:ln>
                <a:solidFill>
                  <a:srgbClr val="092844"/>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K" sz="1600"/>
              </a:p>
            </p:txBody>
          </p:sp>
          <p:pic>
            <p:nvPicPr>
              <p:cNvPr id="15" name="Picture 2" descr="ALPHA2 | Grundfos">
                <a:extLst>
                  <a:ext uri="{FF2B5EF4-FFF2-40B4-BE49-F238E27FC236}">
                    <a16:creationId xmlns:a16="http://schemas.microsoft.com/office/drawing/2014/main" id="{4A971CFE-9A90-C133-E4B4-0C51B7A59946}"/>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865594" y="633291"/>
                <a:ext cx="3810000" cy="2143125"/>
              </a:xfrm>
              <a:prstGeom prst="rect">
                <a:avLst/>
              </a:prstGeom>
              <a:noFill/>
              <a:extLst>
                <a:ext uri="{909E8E84-426E-40DD-AFC4-6F175D3DCCD1}">
                  <a14:hiddenFill xmlns:a14="http://schemas.microsoft.com/office/drawing/2010/main">
                    <a:solidFill>
                      <a:srgbClr val="FFFFFF"/>
                    </a:solidFill>
                  </a14:hiddenFill>
                </a:ext>
              </a:extLst>
            </p:spPr>
          </p:pic>
          <p:sp>
            <p:nvSpPr>
              <p:cNvPr id="16" name="TextBox 15">
                <a:extLst>
                  <a:ext uri="{FF2B5EF4-FFF2-40B4-BE49-F238E27FC236}">
                    <a16:creationId xmlns:a16="http://schemas.microsoft.com/office/drawing/2014/main" id="{435D1C05-5214-A794-4904-CB4F5A484AB7}"/>
                  </a:ext>
                </a:extLst>
              </p:cNvPr>
              <p:cNvSpPr txBox="1"/>
              <p:nvPr/>
            </p:nvSpPr>
            <p:spPr>
              <a:xfrm>
                <a:off x="4480544" y="2880810"/>
                <a:ext cx="4580100" cy="1323439"/>
              </a:xfrm>
              <a:prstGeom prst="rect">
                <a:avLst/>
              </a:prstGeom>
              <a:noFill/>
            </p:spPr>
            <p:txBody>
              <a:bodyPr wrap="none" rtlCol="0">
                <a:spAutoFit/>
              </a:bodyPr>
              <a:lstStyle/>
              <a:p>
                <a:pPr algn="ctr"/>
                <a:r>
                  <a:rPr lang="en-US" sz="4000" b="1" dirty="0"/>
                  <a:t>“Alpha2” Circulator </a:t>
                </a:r>
              </a:p>
              <a:p>
                <a:pPr algn="ctr"/>
                <a:r>
                  <a:rPr lang="en-US" sz="4000" b="1" dirty="0"/>
                  <a:t>pump</a:t>
                </a:r>
                <a:endParaRPr lang="en-DK" sz="4000" b="1" dirty="0"/>
              </a:p>
            </p:txBody>
          </p:sp>
        </p:grpSp>
        <p:sp>
          <p:nvSpPr>
            <p:cNvPr id="8" name="Oval 7">
              <a:extLst>
                <a:ext uri="{FF2B5EF4-FFF2-40B4-BE49-F238E27FC236}">
                  <a16:creationId xmlns:a16="http://schemas.microsoft.com/office/drawing/2014/main" id="{AF5A848C-C6A2-965D-6D24-E17AB4682C52}"/>
                </a:ext>
              </a:extLst>
            </p:cNvPr>
            <p:cNvSpPr/>
            <p:nvPr/>
          </p:nvSpPr>
          <p:spPr>
            <a:xfrm>
              <a:off x="7893710" y="5102960"/>
              <a:ext cx="1261865" cy="1214292"/>
            </a:xfrm>
            <a:prstGeom prst="ellipse">
              <a:avLst/>
            </a:prstGeom>
            <a:noFill/>
            <a:ln w="95250">
              <a:solidFill>
                <a:srgbClr val="F6AA3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K" sz="1600"/>
            </a:p>
          </p:txBody>
        </p:sp>
        <p:cxnSp>
          <p:nvCxnSpPr>
            <p:cNvPr id="12" name="Straight Connector 11">
              <a:extLst>
                <a:ext uri="{FF2B5EF4-FFF2-40B4-BE49-F238E27FC236}">
                  <a16:creationId xmlns:a16="http://schemas.microsoft.com/office/drawing/2014/main" id="{9FB15933-E07F-E6E5-DF27-2084363F2567}"/>
                </a:ext>
              </a:extLst>
            </p:cNvPr>
            <p:cNvCxnSpPr>
              <a:cxnSpLocks/>
              <a:stCxn id="8" idx="0"/>
            </p:cNvCxnSpPr>
            <p:nvPr/>
          </p:nvCxnSpPr>
          <p:spPr>
            <a:xfrm flipV="1">
              <a:off x="8524643" y="4343321"/>
              <a:ext cx="758253" cy="759639"/>
            </a:xfrm>
            <a:prstGeom prst="line">
              <a:avLst/>
            </a:prstGeom>
            <a:ln w="88900">
              <a:solidFill>
                <a:srgbClr val="FFC000"/>
              </a:solidFill>
              <a:headEnd type="none" w="lg" len="med"/>
              <a:tailEnd type="triangle" w="lg" len="med"/>
            </a:ln>
          </p:spPr>
          <p:style>
            <a:lnRef idx="1">
              <a:schemeClr val="accent1"/>
            </a:lnRef>
            <a:fillRef idx="0">
              <a:schemeClr val="accent1"/>
            </a:fillRef>
            <a:effectRef idx="0">
              <a:schemeClr val="accent1"/>
            </a:effectRef>
            <a:fontRef idx="minor">
              <a:schemeClr val="tx1"/>
            </a:fontRef>
          </p:style>
        </p:cxnSp>
      </p:grpSp>
      <p:sp>
        <p:nvSpPr>
          <p:cNvPr id="19" name="TextBox 18">
            <a:extLst>
              <a:ext uri="{FF2B5EF4-FFF2-40B4-BE49-F238E27FC236}">
                <a16:creationId xmlns:a16="http://schemas.microsoft.com/office/drawing/2014/main" id="{A08A9B2F-0601-2E51-AB5A-28CAA2ABCD1B}"/>
              </a:ext>
            </a:extLst>
          </p:cNvPr>
          <p:cNvSpPr txBox="1"/>
          <p:nvPr/>
        </p:nvSpPr>
        <p:spPr>
          <a:xfrm>
            <a:off x="496256" y="3064975"/>
            <a:ext cx="2678938" cy="584775"/>
          </a:xfrm>
          <a:prstGeom prst="rect">
            <a:avLst/>
          </a:prstGeom>
          <a:noFill/>
        </p:spPr>
        <p:txBody>
          <a:bodyPr wrap="none" rtlCol="0">
            <a:spAutoFit/>
          </a:bodyPr>
          <a:lstStyle/>
          <a:p>
            <a:pPr algn="l"/>
            <a:r>
              <a:rPr lang="en-US" sz="1600" dirty="0">
                <a:solidFill>
                  <a:schemeClr val="bg1"/>
                </a:solidFill>
              </a:rPr>
              <a:t>Grundfos is a leading pump </a:t>
            </a:r>
          </a:p>
          <a:p>
            <a:pPr algn="l"/>
            <a:r>
              <a:rPr lang="en-US" sz="1600" dirty="0">
                <a:solidFill>
                  <a:schemeClr val="bg1"/>
                </a:solidFill>
              </a:rPr>
              <a:t>manufacturer</a:t>
            </a:r>
            <a:endParaRPr lang="en-DK" sz="1600" dirty="0">
              <a:solidFill>
                <a:schemeClr val="bg1"/>
              </a:solidFill>
            </a:endParaRPr>
          </a:p>
        </p:txBody>
      </p:sp>
    </p:spTree>
    <p:extLst>
      <p:ext uri="{BB962C8B-B14F-4D97-AF65-F5344CB8AC3E}">
        <p14:creationId xmlns:p14="http://schemas.microsoft.com/office/powerpoint/2010/main" val="25560861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No alternative text description for this image">
            <a:extLst>
              <a:ext uri="{FF2B5EF4-FFF2-40B4-BE49-F238E27FC236}">
                <a16:creationId xmlns:a16="http://schemas.microsoft.com/office/drawing/2014/main" id="{884F087B-9E68-F8AB-2568-4DF87F20CF0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5442" y="359149"/>
            <a:ext cx="4438650" cy="5924550"/>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E5062D13-0D2A-C41A-2B64-7B6D96FCA157}"/>
              </a:ext>
            </a:extLst>
          </p:cNvPr>
          <p:cNvSpPr txBox="1"/>
          <p:nvPr/>
        </p:nvSpPr>
        <p:spPr>
          <a:xfrm>
            <a:off x="6658984" y="2665155"/>
            <a:ext cx="4438650" cy="1384995"/>
          </a:xfrm>
          <a:prstGeom prst="rect">
            <a:avLst/>
          </a:prstGeom>
          <a:noFill/>
        </p:spPr>
        <p:txBody>
          <a:bodyPr wrap="square" rtlCol="0">
            <a:spAutoFit/>
          </a:bodyPr>
          <a:lstStyle/>
          <a:p>
            <a:pPr algn="l"/>
            <a:r>
              <a:rPr lang="en-US" sz="2800" b="1" dirty="0"/>
              <a:t>KPL Flood control pump</a:t>
            </a:r>
          </a:p>
          <a:p>
            <a:pPr algn="l"/>
            <a:endParaRPr lang="en-US" sz="2800" b="1" dirty="0"/>
          </a:p>
          <a:p>
            <a:pPr algn="l"/>
            <a:r>
              <a:rPr lang="en-US" sz="2800" b="1" dirty="0"/>
              <a:t>2070 liters / second</a:t>
            </a:r>
            <a:endParaRPr lang="en-DK" sz="2800" b="1" dirty="0"/>
          </a:p>
        </p:txBody>
      </p:sp>
    </p:spTree>
    <p:extLst>
      <p:ext uri="{BB962C8B-B14F-4D97-AF65-F5344CB8AC3E}">
        <p14:creationId xmlns:p14="http://schemas.microsoft.com/office/powerpoint/2010/main" val="491661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705FC4-79FF-3481-431C-ABC5193EC3F6}"/>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B37C94BD-27B2-9790-6ED4-B120A5E24C38}"/>
              </a:ext>
            </a:extLst>
          </p:cNvPr>
          <p:cNvSpPr>
            <a:spLocks noGrp="1"/>
          </p:cNvSpPr>
          <p:nvPr>
            <p:ph type="title"/>
          </p:nvPr>
        </p:nvSpPr>
        <p:spPr>
          <a:xfrm>
            <a:off x="530227" y="342000"/>
            <a:ext cx="11129958" cy="589333"/>
          </a:xfrm>
        </p:spPr>
        <p:txBody>
          <a:bodyPr/>
          <a:lstStyle/>
          <a:p>
            <a:r>
              <a:rPr lang="en-US" dirty="0">
                <a:solidFill>
                  <a:schemeClr val="accent1"/>
                </a:solidFill>
              </a:rPr>
              <a:t>Grundfos</a:t>
            </a:r>
            <a:br>
              <a:rPr lang="en-US" dirty="0">
                <a:solidFill>
                  <a:schemeClr val="accent1"/>
                </a:solidFill>
              </a:rPr>
            </a:br>
            <a:r>
              <a:rPr lang="en-US" sz="1600" dirty="0">
                <a:solidFill>
                  <a:schemeClr val="accent1"/>
                </a:solidFill>
              </a:rPr>
              <a:t>some numbers</a:t>
            </a:r>
            <a:endParaRPr lang="en-DK" sz="1600" dirty="0"/>
          </a:p>
        </p:txBody>
      </p:sp>
      <p:sp>
        <p:nvSpPr>
          <p:cNvPr id="4" name="Text Placeholder 3">
            <a:extLst>
              <a:ext uri="{FF2B5EF4-FFF2-40B4-BE49-F238E27FC236}">
                <a16:creationId xmlns:a16="http://schemas.microsoft.com/office/drawing/2014/main" id="{FE7AD755-B94C-2020-31D3-56C72233F19C}"/>
              </a:ext>
            </a:extLst>
          </p:cNvPr>
          <p:cNvSpPr>
            <a:spLocks noGrp="1"/>
          </p:cNvSpPr>
          <p:nvPr>
            <p:ph type="body" sz="quarter" idx="22"/>
          </p:nvPr>
        </p:nvSpPr>
        <p:spPr/>
        <p:txBody>
          <a:bodyPr/>
          <a:lstStyle/>
          <a:p>
            <a:endParaRPr lang="en-DK"/>
          </a:p>
        </p:txBody>
      </p:sp>
      <p:sp>
        <p:nvSpPr>
          <p:cNvPr id="8" name="TextBox 7">
            <a:extLst>
              <a:ext uri="{FF2B5EF4-FFF2-40B4-BE49-F238E27FC236}">
                <a16:creationId xmlns:a16="http://schemas.microsoft.com/office/drawing/2014/main" id="{243DE6ED-EB69-9E16-349D-164548855E59}"/>
              </a:ext>
            </a:extLst>
          </p:cNvPr>
          <p:cNvSpPr txBox="1"/>
          <p:nvPr/>
        </p:nvSpPr>
        <p:spPr>
          <a:xfrm>
            <a:off x="248575" y="1128898"/>
            <a:ext cx="11129958" cy="6516015"/>
          </a:xfrm>
          <a:prstGeom prst="rect">
            <a:avLst/>
          </a:prstGeom>
          <a:noFill/>
        </p:spPr>
        <p:txBody>
          <a:bodyPr wrap="square">
            <a:spAutoFit/>
          </a:bodyPr>
          <a:lstStyle/>
          <a:p>
            <a:pPr marL="952485" lvl="1" indent="-342900">
              <a:lnSpc>
                <a:spcPct val="150000"/>
              </a:lnSpc>
              <a:buFont typeface="Arial" panose="020B0604020202020204" pitchFamily="34" charset="0"/>
              <a:buChar char="•"/>
            </a:pPr>
            <a:r>
              <a:rPr lang="en-US" sz="2000" dirty="0"/>
              <a:t>20,818 Employees.</a:t>
            </a:r>
          </a:p>
          <a:p>
            <a:pPr marL="952485" lvl="1" indent="-342900">
              <a:lnSpc>
                <a:spcPct val="150000"/>
              </a:lnSpc>
              <a:buFont typeface="Arial" panose="020B0604020202020204" pitchFamily="34" charset="0"/>
              <a:buChar char="•"/>
            </a:pPr>
            <a:r>
              <a:rPr lang="en-US" sz="2000" dirty="0"/>
              <a:t>Facilities in more than 60 countries.</a:t>
            </a:r>
          </a:p>
          <a:p>
            <a:pPr marL="952485" lvl="1" indent="-342900">
              <a:lnSpc>
                <a:spcPct val="150000"/>
              </a:lnSpc>
              <a:buFont typeface="Arial" panose="020B0604020202020204" pitchFamily="34" charset="0"/>
              <a:buChar char="•"/>
            </a:pPr>
            <a:r>
              <a:rPr lang="en-US" sz="2000" dirty="0"/>
              <a:t>DKK 33,2bn revenue in 2024</a:t>
            </a:r>
          </a:p>
          <a:p>
            <a:pPr marL="952485" lvl="1" indent="-342900">
              <a:lnSpc>
                <a:spcPct val="150000"/>
              </a:lnSpc>
              <a:buFont typeface="Arial" panose="020B0604020202020204" pitchFamily="34" charset="0"/>
              <a:buChar char="•"/>
            </a:pPr>
            <a:r>
              <a:rPr lang="en-US" sz="2000" dirty="0"/>
              <a:t>15,000,000 units produced every year</a:t>
            </a:r>
          </a:p>
          <a:p>
            <a:pPr marL="952485" lvl="1" indent="-342900">
              <a:lnSpc>
                <a:spcPct val="150000"/>
              </a:lnSpc>
              <a:buFont typeface="Arial" panose="020B0604020202020204" pitchFamily="34" charset="0"/>
              <a:buChar char="•"/>
            </a:pPr>
            <a:endParaRPr lang="en-US" sz="2000" dirty="0"/>
          </a:p>
          <a:p>
            <a:pPr marL="952485" lvl="1" indent="-342900">
              <a:lnSpc>
                <a:spcPct val="150000"/>
              </a:lnSpc>
              <a:buFont typeface="Arial" panose="020B0604020202020204" pitchFamily="34" charset="0"/>
              <a:buChar char="•"/>
            </a:pPr>
            <a:r>
              <a:rPr lang="en-US" sz="2000" dirty="0"/>
              <a:t>~500,000 categories of “product items”, ~4,500,000 material numbers in scope.</a:t>
            </a:r>
          </a:p>
          <a:p>
            <a:pPr marL="952485" lvl="1" indent="-342900">
              <a:lnSpc>
                <a:spcPct val="150000"/>
              </a:lnSpc>
              <a:buFont typeface="Arial" panose="020B0604020202020204" pitchFamily="34" charset="0"/>
              <a:buChar char="•"/>
            </a:pPr>
            <a:r>
              <a:rPr lang="en-US" sz="2000" dirty="0"/>
              <a:t>~1000 new material numbers (types of products, materials, components) generated each day. (most generated by smart “Configurators”)</a:t>
            </a:r>
          </a:p>
          <a:p>
            <a:pPr marL="952485" lvl="1" indent="-342900">
              <a:lnSpc>
                <a:spcPct val="150000"/>
              </a:lnSpc>
              <a:buFont typeface="Arial" panose="020B0604020202020204" pitchFamily="34" charset="0"/>
              <a:buChar char="•"/>
            </a:pPr>
            <a:r>
              <a:rPr lang="en-US" sz="2000" dirty="0"/>
              <a:t>Business active in the domain of water(fluid) system control and optimization. Ambition: managing millions of connected devices, have an impact on UN:SDG 6 and 13. (Clean Water and Climate action)</a:t>
            </a:r>
          </a:p>
          <a:p>
            <a:pPr lvl="1">
              <a:lnSpc>
                <a:spcPct val="150000"/>
              </a:lnSpc>
            </a:pPr>
            <a:endParaRPr lang="en-US" sz="2000" dirty="0"/>
          </a:p>
          <a:p>
            <a:pPr marL="952485" lvl="1" indent="-342900">
              <a:lnSpc>
                <a:spcPct val="150000"/>
              </a:lnSpc>
              <a:buFont typeface="Arial" panose="020B0604020202020204" pitchFamily="34" charset="0"/>
              <a:buChar char="•"/>
            </a:pPr>
            <a:endParaRPr lang="en-US" sz="2000" dirty="0"/>
          </a:p>
          <a:p>
            <a:pPr marL="952485" lvl="1" indent="-342900">
              <a:lnSpc>
                <a:spcPct val="150000"/>
              </a:lnSpc>
              <a:buFont typeface="Arial" panose="020B0604020202020204" pitchFamily="34" charset="0"/>
              <a:buChar char="•"/>
            </a:pPr>
            <a:endParaRPr lang="en-US" sz="2000" dirty="0"/>
          </a:p>
        </p:txBody>
      </p:sp>
    </p:spTree>
    <p:extLst>
      <p:ext uri="{BB962C8B-B14F-4D97-AF65-F5344CB8AC3E}">
        <p14:creationId xmlns:p14="http://schemas.microsoft.com/office/powerpoint/2010/main" val="1423655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8">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8">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781C857-D9E3-959A-877B-523BD9D1CFC9}"/>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a:xfrm>
            <a:off x="20" y="10"/>
            <a:ext cx="12191980" cy="6857990"/>
          </a:xfrm>
          <a:prstGeom prst="rect">
            <a:avLst/>
          </a:prstGeom>
          <a:noFill/>
        </p:spPr>
      </p:pic>
      <p:sp>
        <p:nvSpPr>
          <p:cNvPr id="4" name="AutoShape 2" descr="The Philosophy of Aristotle – Literary Theory and Criticism">
            <a:extLst>
              <a:ext uri="{FF2B5EF4-FFF2-40B4-BE49-F238E27FC236}">
                <a16:creationId xmlns:a16="http://schemas.microsoft.com/office/drawing/2014/main" id="{5E90FDDC-FBA5-B92B-D51E-624245BCCCF6}"/>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DK"/>
          </a:p>
        </p:txBody>
      </p:sp>
    </p:spTree>
    <p:extLst>
      <p:ext uri="{BB962C8B-B14F-4D97-AF65-F5344CB8AC3E}">
        <p14:creationId xmlns:p14="http://schemas.microsoft.com/office/powerpoint/2010/main" val="15542078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2" name="Straight Connector 31">
            <a:extLst>
              <a:ext uri="{FF2B5EF4-FFF2-40B4-BE49-F238E27FC236}">
                <a16:creationId xmlns:a16="http://schemas.microsoft.com/office/drawing/2014/main" id="{B899D8E5-1C1E-4449-BAB4-994F70C88903}"/>
              </a:ext>
            </a:extLst>
          </p:cNvPr>
          <p:cNvCxnSpPr/>
          <p:nvPr/>
        </p:nvCxnSpPr>
        <p:spPr>
          <a:xfrm>
            <a:off x="5485457" y="2318084"/>
            <a:ext cx="0" cy="3078436"/>
          </a:xfrm>
          <a:prstGeom prst="line">
            <a:avLst/>
          </a:prstGeom>
          <a:ln>
            <a:solidFill>
              <a:schemeClr val="accent5"/>
            </a:solidFill>
            <a:prstDash val="lgDash"/>
          </a:ln>
        </p:spPr>
        <p:style>
          <a:lnRef idx="1">
            <a:schemeClr val="accent1"/>
          </a:lnRef>
          <a:fillRef idx="0">
            <a:schemeClr val="accent1"/>
          </a:fillRef>
          <a:effectRef idx="0">
            <a:schemeClr val="accent1"/>
          </a:effectRef>
          <a:fontRef idx="minor">
            <a:schemeClr val="tx1"/>
          </a:fontRef>
        </p:style>
      </p:cxnSp>
      <p:sp>
        <p:nvSpPr>
          <p:cNvPr id="33" name="Rectangle 32">
            <a:extLst>
              <a:ext uri="{FF2B5EF4-FFF2-40B4-BE49-F238E27FC236}">
                <a16:creationId xmlns:a16="http://schemas.microsoft.com/office/drawing/2014/main" id="{FAEF81EA-9B2E-48C1-9588-4B6545053078}"/>
              </a:ext>
            </a:extLst>
          </p:cNvPr>
          <p:cNvSpPr/>
          <p:nvPr/>
        </p:nvSpPr>
        <p:spPr>
          <a:xfrm>
            <a:off x="6601104" y="2883005"/>
            <a:ext cx="445477" cy="29698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a:solidFill>
                  <a:schemeClr val="tx1"/>
                </a:solidFill>
              </a:rPr>
              <a:t>E3</a:t>
            </a:r>
            <a:endParaRPr lang="da-DK" sz="1600">
              <a:solidFill>
                <a:schemeClr val="tx1"/>
              </a:solidFill>
            </a:endParaRPr>
          </a:p>
        </p:txBody>
      </p:sp>
      <p:sp>
        <p:nvSpPr>
          <p:cNvPr id="34" name="Rectangle 33">
            <a:extLst>
              <a:ext uri="{FF2B5EF4-FFF2-40B4-BE49-F238E27FC236}">
                <a16:creationId xmlns:a16="http://schemas.microsoft.com/office/drawing/2014/main" id="{12400977-D0D1-4471-B7EB-A78B6C270683}"/>
              </a:ext>
            </a:extLst>
          </p:cNvPr>
          <p:cNvSpPr/>
          <p:nvPr/>
        </p:nvSpPr>
        <p:spPr>
          <a:xfrm>
            <a:off x="6601104" y="3254236"/>
            <a:ext cx="445477" cy="29698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a:solidFill>
                  <a:schemeClr val="tx1"/>
                </a:solidFill>
              </a:rPr>
              <a:t>E2</a:t>
            </a:r>
            <a:endParaRPr lang="da-DK" sz="1600">
              <a:solidFill>
                <a:schemeClr val="tx1"/>
              </a:solidFill>
            </a:endParaRPr>
          </a:p>
        </p:txBody>
      </p:sp>
      <p:sp>
        <p:nvSpPr>
          <p:cNvPr id="35" name="Rectangle 34">
            <a:extLst>
              <a:ext uri="{FF2B5EF4-FFF2-40B4-BE49-F238E27FC236}">
                <a16:creationId xmlns:a16="http://schemas.microsoft.com/office/drawing/2014/main" id="{A7F33F4B-B3EF-4D9E-8396-9024A8DDCD3D}"/>
              </a:ext>
            </a:extLst>
          </p:cNvPr>
          <p:cNvSpPr/>
          <p:nvPr/>
        </p:nvSpPr>
        <p:spPr>
          <a:xfrm>
            <a:off x="6601104" y="3625468"/>
            <a:ext cx="445477" cy="29698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a:solidFill>
                  <a:schemeClr val="tx1"/>
                </a:solidFill>
              </a:rPr>
              <a:t>E1</a:t>
            </a:r>
            <a:endParaRPr lang="da-DK" sz="1600">
              <a:solidFill>
                <a:schemeClr val="tx1"/>
              </a:solidFill>
            </a:endParaRPr>
          </a:p>
        </p:txBody>
      </p:sp>
      <p:sp>
        <p:nvSpPr>
          <p:cNvPr id="36" name="Rectangle 35">
            <a:extLst>
              <a:ext uri="{FF2B5EF4-FFF2-40B4-BE49-F238E27FC236}">
                <a16:creationId xmlns:a16="http://schemas.microsoft.com/office/drawing/2014/main" id="{7F8E36AE-73EF-4C9A-85AB-759C676C5E71}"/>
              </a:ext>
            </a:extLst>
          </p:cNvPr>
          <p:cNvSpPr/>
          <p:nvPr/>
        </p:nvSpPr>
        <p:spPr>
          <a:xfrm>
            <a:off x="5729689" y="3250330"/>
            <a:ext cx="445477" cy="29698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a:solidFill>
                  <a:schemeClr val="tx1"/>
                </a:solidFill>
              </a:rPr>
              <a:t>A</a:t>
            </a:r>
            <a:endParaRPr lang="da-DK" sz="1600">
              <a:solidFill>
                <a:schemeClr val="tx1"/>
              </a:solidFill>
            </a:endParaRPr>
          </a:p>
        </p:txBody>
      </p:sp>
      <p:sp>
        <p:nvSpPr>
          <p:cNvPr id="37" name="Rectangle 36">
            <a:extLst>
              <a:ext uri="{FF2B5EF4-FFF2-40B4-BE49-F238E27FC236}">
                <a16:creationId xmlns:a16="http://schemas.microsoft.com/office/drawing/2014/main" id="{D193AD7E-F332-4574-957D-7D505FEC1874}"/>
              </a:ext>
            </a:extLst>
          </p:cNvPr>
          <p:cNvSpPr/>
          <p:nvPr/>
        </p:nvSpPr>
        <p:spPr>
          <a:xfrm>
            <a:off x="5729688" y="4379653"/>
            <a:ext cx="445477" cy="29698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a:solidFill>
                  <a:schemeClr val="tx1"/>
                </a:solidFill>
              </a:rPr>
              <a:t>B</a:t>
            </a:r>
            <a:endParaRPr lang="da-DK" sz="1600">
              <a:solidFill>
                <a:schemeClr val="tx1"/>
              </a:solidFill>
            </a:endParaRPr>
          </a:p>
        </p:txBody>
      </p:sp>
      <p:sp>
        <p:nvSpPr>
          <p:cNvPr id="38" name="Rectangle 37">
            <a:extLst>
              <a:ext uri="{FF2B5EF4-FFF2-40B4-BE49-F238E27FC236}">
                <a16:creationId xmlns:a16="http://schemas.microsoft.com/office/drawing/2014/main" id="{F7BEBEB8-FF8B-4C4C-8B9D-567B2064B847}"/>
              </a:ext>
            </a:extLst>
          </p:cNvPr>
          <p:cNvSpPr/>
          <p:nvPr/>
        </p:nvSpPr>
        <p:spPr>
          <a:xfrm>
            <a:off x="6601104" y="4278048"/>
            <a:ext cx="445477" cy="29698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a:solidFill>
                  <a:schemeClr val="tx1"/>
                </a:solidFill>
              </a:rPr>
              <a:t>E4</a:t>
            </a:r>
            <a:endParaRPr lang="da-DK" sz="1600">
              <a:solidFill>
                <a:schemeClr val="tx1"/>
              </a:solidFill>
            </a:endParaRPr>
          </a:p>
        </p:txBody>
      </p:sp>
      <p:sp>
        <p:nvSpPr>
          <p:cNvPr id="39" name="Rectangle 38">
            <a:extLst>
              <a:ext uri="{FF2B5EF4-FFF2-40B4-BE49-F238E27FC236}">
                <a16:creationId xmlns:a16="http://schemas.microsoft.com/office/drawing/2014/main" id="{AFA7AECA-82F9-4DE6-B20E-74BE65EC057E}"/>
              </a:ext>
            </a:extLst>
          </p:cNvPr>
          <p:cNvSpPr/>
          <p:nvPr/>
        </p:nvSpPr>
        <p:spPr>
          <a:xfrm>
            <a:off x="6601104" y="4649279"/>
            <a:ext cx="445477" cy="29698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a:solidFill>
                  <a:schemeClr val="tx1"/>
                </a:solidFill>
              </a:rPr>
              <a:t>E5</a:t>
            </a:r>
            <a:endParaRPr lang="da-DK" sz="1600">
              <a:solidFill>
                <a:schemeClr val="tx1"/>
              </a:solidFill>
            </a:endParaRPr>
          </a:p>
        </p:txBody>
      </p:sp>
      <p:cxnSp>
        <p:nvCxnSpPr>
          <p:cNvPr id="40" name="Connector: Elbow 39">
            <a:extLst>
              <a:ext uri="{FF2B5EF4-FFF2-40B4-BE49-F238E27FC236}">
                <a16:creationId xmlns:a16="http://schemas.microsoft.com/office/drawing/2014/main" id="{A4DB44AE-0B02-4DAB-B0A5-E31A60AA6063}"/>
              </a:ext>
            </a:extLst>
          </p:cNvPr>
          <p:cNvCxnSpPr>
            <a:stCxn id="37" idx="3"/>
            <a:endCxn id="39" idx="1"/>
          </p:cNvCxnSpPr>
          <p:nvPr/>
        </p:nvCxnSpPr>
        <p:spPr>
          <a:xfrm>
            <a:off x="6175165" y="4528146"/>
            <a:ext cx="425939" cy="269626"/>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1" name="Connector: Elbow 40">
            <a:extLst>
              <a:ext uri="{FF2B5EF4-FFF2-40B4-BE49-F238E27FC236}">
                <a16:creationId xmlns:a16="http://schemas.microsoft.com/office/drawing/2014/main" id="{A6313FC4-E023-42DF-AB84-8A236CB37E4A}"/>
              </a:ext>
            </a:extLst>
          </p:cNvPr>
          <p:cNvCxnSpPr>
            <a:stCxn id="37" idx="3"/>
            <a:endCxn id="38" idx="1"/>
          </p:cNvCxnSpPr>
          <p:nvPr/>
        </p:nvCxnSpPr>
        <p:spPr>
          <a:xfrm flipV="1">
            <a:off x="6175165" y="4426541"/>
            <a:ext cx="425939" cy="101605"/>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2" name="Connector: Elbow 41">
            <a:extLst>
              <a:ext uri="{FF2B5EF4-FFF2-40B4-BE49-F238E27FC236}">
                <a16:creationId xmlns:a16="http://schemas.microsoft.com/office/drawing/2014/main" id="{D60B8B65-9CDF-4AEB-AADB-E595763FCC3C}"/>
              </a:ext>
            </a:extLst>
          </p:cNvPr>
          <p:cNvCxnSpPr>
            <a:stCxn id="36" idx="3"/>
            <a:endCxn id="33" idx="1"/>
          </p:cNvCxnSpPr>
          <p:nvPr/>
        </p:nvCxnSpPr>
        <p:spPr>
          <a:xfrm flipV="1">
            <a:off x="6175166" y="3031498"/>
            <a:ext cx="425938" cy="367325"/>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3" name="Straight Arrow Connector 42">
            <a:extLst>
              <a:ext uri="{FF2B5EF4-FFF2-40B4-BE49-F238E27FC236}">
                <a16:creationId xmlns:a16="http://schemas.microsoft.com/office/drawing/2014/main" id="{F174954B-5A24-43C2-A325-2667AA3DCF89}"/>
              </a:ext>
            </a:extLst>
          </p:cNvPr>
          <p:cNvCxnSpPr>
            <a:stCxn id="36" idx="3"/>
            <a:endCxn id="34" idx="1"/>
          </p:cNvCxnSpPr>
          <p:nvPr/>
        </p:nvCxnSpPr>
        <p:spPr>
          <a:xfrm>
            <a:off x="6175166" y="3398823"/>
            <a:ext cx="425938" cy="390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4" name="Connector: Elbow 43">
            <a:extLst>
              <a:ext uri="{FF2B5EF4-FFF2-40B4-BE49-F238E27FC236}">
                <a16:creationId xmlns:a16="http://schemas.microsoft.com/office/drawing/2014/main" id="{FE34F141-6848-44E9-9704-C2E495372F54}"/>
              </a:ext>
            </a:extLst>
          </p:cNvPr>
          <p:cNvCxnSpPr>
            <a:stCxn id="36" idx="3"/>
            <a:endCxn id="35" idx="1"/>
          </p:cNvCxnSpPr>
          <p:nvPr/>
        </p:nvCxnSpPr>
        <p:spPr>
          <a:xfrm>
            <a:off x="6175166" y="3398823"/>
            <a:ext cx="425938" cy="375138"/>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45" name="Rectangle 44">
            <a:extLst>
              <a:ext uri="{FF2B5EF4-FFF2-40B4-BE49-F238E27FC236}">
                <a16:creationId xmlns:a16="http://schemas.microsoft.com/office/drawing/2014/main" id="{F72530A8-A11E-428C-AEC5-A576AAF81852}"/>
              </a:ext>
            </a:extLst>
          </p:cNvPr>
          <p:cNvSpPr/>
          <p:nvPr/>
        </p:nvSpPr>
        <p:spPr>
          <a:xfrm>
            <a:off x="4704938" y="3773961"/>
            <a:ext cx="684654" cy="29698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a:solidFill>
                  <a:schemeClr val="tx1"/>
                </a:solidFill>
              </a:rPr>
              <a:t>P Family</a:t>
            </a:r>
            <a:endParaRPr lang="da-DK" sz="1000">
              <a:solidFill>
                <a:schemeClr val="tx1"/>
              </a:solidFill>
            </a:endParaRPr>
          </a:p>
        </p:txBody>
      </p:sp>
      <p:cxnSp>
        <p:nvCxnSpPr>
          <p:cNvPr id="46" name="Connector: Elbow 45">
            <a:extLst>
              <a:ext uri="{FF2B5EF4-FFF2-40B4-BE49-F238E27FC236}">
                <a16:creationId xmlns:a16="http://schemas.microsoft.com/office/drawing/2014/main" id="{41A0DE25-C22E-4BA3-B9F3-A98A47F04899}"/>
              </a:ext>
            </a:extLst>
          </p:cNvPr>
          <p:cNvCxnSpPr>
            <a:stCxn id="45" idx="0"/>
            <a:endCxn id="36" idx="1"/>
          </p:cNvCxnSpPr>
          <p:nvPr/>
        </p:nvCxnSpPr>
        <p:spPr>
          <a:xfrm rot="5400000" flipH="1" flipV="1">
            <a:off x="5200908" y="3245180"/>
            <a:ext cx="375138" cy="682424"/>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7" name="Connector: Elbow 46">
            <a:extLst>
              <a:ext uri="{FF2B5EF4-FFF2-40B4-BE49-F238E27FC236}">
                <a16:creationId xmlns:a16="http://schemas.microsoft.com/office/drawing/2014/main" id="{0E7DBD93-F064-4326-AC39-4B9CCFE77BFF}"/>
              </a:ext>
            </a:extLst>
          </p:cNvPr>
          <p:cNvCxnSpPr>
            <a:stCxn id="45" idx="2"/>
            <a:endCxn id="37" idx="1"/>
          </p:cNvCxnSpPr>
          <p:nvPr/>
        </p:nvCxnSpPr>
        <p:spPr>
          <a:xfrm rot="16200000" flipH="1">
            <a:off x="5159876" y="3958334"/>
            <a:ext cx="457200" cy="682423"/>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pic>
        <p:nvPicPr>
          <p:cNvPr id="48" name="Picture 47">
            <a:extLst>
              <a:ext uri="{FF2B5EF4-FFF2-40B4-BE49-F238E27FC236}">
                <a16:creationId xmlns:a16="http://schemas.microsoft.com/office/drawing/2014/main" id="{FB9881ED-6AFD-4F61-92D3-DD4387C13DA0}"/>
              </a:ext>
            </a:extLst>
          </p:cNvPr>
          <p:cNvPicPr>
            <a:picLocks noChangeAspect="1"/>
          </p:cNvPicPr>
          <p:nvPr/>
        </p:nvPicPr>
        <p:blipFill>
          <a:blip r:embed="rId3"/>
          <a:stretch>
            <a:fillRect/>
          </a:stretch>
        </p:blipFill>
        <p:spPr>
          <a:xfrm>
            <a:off x="582481" y="1918682"/>
            <a:ext cx="2984199" cy="3241147"/>
          </a:xfrm>
          <a:prstGeom prst="rect">
            <a:avLst/>
          </a:prstGeom>
          <a:effectLst>
            <a:outerShdw blurRad="50800" dist="38100" dir="5400000" algn="t" rotWithShape="0">
              <a:prstClr val="black">
                <a:alpha val="40000"/>
              </a:prstClr>
            </a:outerShdw>
          </a:effectLst>
        </p:spPr>
      </p:pic>
      <p:sp>
        <p:nvSpPr>
          <p:cNvPr id="49" name="TextBox 48">
            <a:extLst>
              <a:ext uri="{FF2B5EF4-FFF2-40B4-BE49-F238E27FC236}">
                <a16:creationId xmlns:a16="http://schemas.microsoft.com/office/drawing/2014/main" id="{15896639-E9ED-4A33-8BB4-D77390674BE0}"/>
              </a:ext>
            </a:extLst>
          </p:cNvPr>
          <p:cNvSpPr txBox="1"/>
          <p:nvPr/>
        </p:nvSpPr>
        <p:spPr>
          <a:xfrm>
            <a:off x="892782" y="1073020"/>
            <a:ext cx="2295437" cy="461665"/>
          </a:xfrm>
          <a:prstGeom prst="rect">
            <a:avLst/>
          </a:prstGeom>
          <a:noFill/>
        </p:spPr>
        <p:txBody>
          <a:bodyPr wrap="none" rtlCol="0">
            <a:spAutoFit/>
          </a:bodyPr>
          <a:lstStyle/>
          <a:p>
            <a:r>
              <a:rPr lang="en-US"/>
              <a:t>Annotation Tools</a:t>
            </a:r>
            <a:endParaRPr lang="da-DK"/>
          </a:p>
        </p:txBody>
      </p:sp>
      <p:sp>
        <p:nvSpPr>
          <p:cNvPr id="50" name="TextBox 49">
            <a:extLst>
              <a:ext uri="{FF2B5EF4-FFF2-40B4-BE49-F238E27FC236}">
                <a16:creationId xmlns:a16="http://schemas.microsoft.com/office/drawing/2014/main" id="{EB312CF9-881C-40F2-A543-C3AB427E0C66}"/>
              </a:ext>
            </a:extLst>
          </p:cNvPr>
          <p:cNvSpPr txBox="1"/>
          <p:nvPr/>
        </p:nvSpPr>
        <p:spPr>
          <a:xfrm>
            <a:off x="4641854" y="5356665"/>
            <a:ext cx="2967479" cy="830997"/>
          </a:xfrm>
          <a:prstGeom prst="rect">
            <a:avLst/>
          </a:prstGeom>
          <a:noFill/>
        </p:spPr>
        <p:txBody>
          <a:bodyPr wrap="none" rtlCol="0">
            <a:spAutoFit/>
          </a:bodyPr>
          <a:lstStyle/>
          <a:p>
            <a:r>
              <a:rPr lang="en-US" dirty="0"/>
              <a:t>Enterprise product &amp;</a:t>
            </a:r>
          </a:p>
          <a:p>
            <a:r>
              <a:rPr lang="en-US" dirty="0"/>
              <a:t>fault vocabulary</a:t>
            </a:r>
            <a:endParaRPr lang="da-DK" dirty="0"/>
          </a:p>
        </p:txBody>
      </p:sp>
      <p:sp>
        <p:nvSpPr>
          <p:cNvPr id="51" name="Cylinder 50">
            <a:extLst>
              <a:ext uri="{FF2B5EF4-FFF2-40B4-BE49-F238E27FC236}">
                <a16:creationId xmlns:a16="http://schemas.microsoft.com/office/drawing/2014/main" id="{0A203946-6F55-4EE6-BD7E-8C23200CBC45}"/>
              </a:ext>
            </a:extLst>
          </p:cNvPr>
          <p:cNvSpPr/>
          <p:nvPr/>
        </p:nvSpPr>
        <p:spPr>
          <a:xfrm>
            <a:off x="8649159" y="2261434"/>
            <a:ext cx="2613643" cy="3135086"/>
          </a:xfrm>
          <a:prstGeom prst="can">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p>
        </p:txBody>
      </p:sp>
      <p:pic>
        <p:nvPicPr>
          <p:cNvPr id="52" name="Picture 4" descr="Billedresultat for vibration signal">
            <a:extLst>
              <a:ext uri="{FF2B5EF4-FFF2-40B4-BE49-F238E27FC236}">
                <a16:creationId xmlns:a16="http://schemas.microsoft.com/office/drawing/2014/main" id="{754756AA-C019-43F9-8C99-E9390B7716D2}"/>
              </a:ext>
            </a:extLst>
          </p:cNvPr>
          <p:cNvPicPr>
            <a:picLocks noChangeAspect="1" noChangeArrowheads="1"/>
          </p:cNvPicPr>
          <p:nvPr/>
        </p:nvPicPr>
        <p:blipFill>
          <a:blip r:embed="rId4" cstate="print">
            <a:duotone>
              <a:prstClr val="black"/>
              <a:srgbClr val="00B050">
                <a:tint val="45000"/>
                <a:satMod val="400000"/>
              </a:srgbClr>
            </a:duotone>
            <a:extLst>
              <a:ext uri="{28A0092B-C50C-407E-A947-70E740481C1C}">
                <a14:useLocalDpi xmlns:a14="http://schemas.microsoft.com/office/drawing/2010/main" val="0"/>
              </a:ext>
            </a:extLst>
          </a:blip>
          <a:srcRect/>
          <a:stretch>
            <a:fillRect/>
          </a:stretch>
        </p:blipFill>
        <p:spPr bwMode="auto">
          <a:xfrm flipH="1">
            <a:off x="10070603" y="4059196"/>
            <a:ext cx="989423" cy="589856"/>
          </a:xfrm>
          <a:prstGeom prst="rect">
            <a:avLst/>
          </a:prstGeom>
          <a:noFill/>
          <a:extLst>
            <a:ext uri="{909E8E84-426E-40DD-AFC4-6F175D3DCCD1}">
              <a14:hiddenFill xmlns:a14="http://schemas.microsoft.com/office/drawing/2010/main">
                <a:solidFill>
                  <a:srgbClr val="FFFFFF"/>
                </a:solidFill>
              </a14:hiddenFill>
            </a:ext>
          </a:extLst>
        </p:spPr>
      </p:pic>
      <p:pic>
        <p:nvPicPr>
          <p:cNvPr id="53" name="Picture 4" descr="Billedresultat for vibration signal">
            <a:extLst>
              <a:ext uri="{FF2B5EF4-FFF2-40B4-BE49-F238E27FC236}">
                <a16:creationId xmlns:a16="http://schemas.microsoft.com/office/drawing/2014/main" id="{194F0670-88F7-43BB-9A27-A27D19BE7D94}"/>
              </a:ext>
            </a:extLst>
          </p:cNvPr>
          <p:cNvPicPr>
            <a:picLocks noChangeAspect="1" noChangeArrowheads="1"/>
          </p:cNvPicPr>
          <p:nvPr/>
        </p:nvPicPr>
        <p:blipFill>
          <a:blip r:embed="rId4" cstate="print">
            <a:duotone>
              <a:prstClr val="black"/>
              <a:srgbClr val="FF0000">
                <a:tint val="45000"/>
                <a:satMod val="400000"/>
              </a:srgbClr>
            </a:duotone>
            <a:extLst>
              <a:ext uri="{28A0092B-C50C-407E-A947-70E740481C1C}">
                <a14:useLocalDpi xmlns:a14="http://schemas.microsoft.com/office/drawing/2010/main" val="0"/>
              </a:ext>
            </a:extLst>
          </a:blip>
          <a:srcRect/>
          <a:stretch>
            <a:fillRect/>
          </a:stretch>
        </p:blipFill>
        <p:spPr bwMode="auto">
          <a:xfrm>
            <a:off x="8925365" y="4054654"/>
            <a:ext cx="989424" cy="589856"/>
          </a:xfrm>
          <a:prstGeom prst="rect">
            <a:avLst/>
          </a:prstGeom>
          <a:noFill/>
          <a:extLst>
            <a:ext uri="{909E8E84-426E-40DD-AFC4-6F175D3DCCD1}">
              <a14:hiddenFill xmlns:a14="http://schemas.microsoft.com/office/drawing/2010/main">
                <a:solidFill>
                  <a:srgbClr val="FFFFFF"/>
                </a:solidFill>
              </a14:hiddenFill>
            </a:ext>
          </a:extLst>
        </p:spPr>
      </p:pic>
      <p:pic>
        <p:nvPicPr>
          <p:cNvPr id="54" name="Picture 4" descr="Billedresultat for vibration signal">
            <a:extLst>
              <a:ext uri="{FF2B5EF4-FFF2-40B4-BE49-F238E27FC236}">
                <a16:creationId xmlns:a16="http://schemas.microsoft.com/office/drawing/2014/main" id="{6ED2BE8E-4F5E-4CA7-B7C7-8B1BC67DEDB1}"/>
              </a:ext>
            </a:extLst>
          </p:cNvPr>
          <p:cNvPicPr>
            <a:picLocks noChangeAspect="1" noChangeArrowheads="1"/>
          </p:cNvPicPr>
          <p:nvPr/>
        </p:nvPicPr>
        <p:blipFill>
          <a:blip r:embed="rId4" cstate="print">
            <a:duotone>
              <a:prstClr val="black"/>
              <a:srgbClr val="00B050">
                <a:tint val="45000"/>
                <a:satMod val="400000"/>
              </a:srgbClr>
            </a:duotone>
            <a:extLst>
              <a:ext uri="{28A0092B-C50C-407E-A947-70E740481C1C}">
                <a14:useLocalDpi xmlns:a14="http://schemas.microsoft.com/office/drawing/2010/main" val="0"/>
              </a:ext>
            </a:extLst>
          </a:blip>
          <a:srcRect/>
          <a:stretch>
            <a:fillRect/>
          </a:stretch>
        </p:blipFill>
        <p:spPr bwMode="auto">
          <a:xfrm>
            <a:off x="10017444" y="3471758"/>
            <a:ext cx="989424" cy="589856"/>
          </a:xfrm>
          <a:prstGeom prst="rect">
            <a:avLst/>
          </a:prstGeom>
          <a:noFill/>
          <a:extLst>
            <a:ext uri="{909E8E84-426E-40DD-AFC4-6F175D3DCCD1}">
              <a14:hiddenFill xmlns:a14="http://schemas.microsoft.com/office/drawing/2010/main">
                <a:solidFill>
                  <a:srgbClr val="FFFFFF"/>
                </a:solidFill>
              </a14:hiddenFill>
            </a:ext>
          </a:extLst>
        </p:spPr>
      </p:pic>
      <p:pic>
        <p:nvPicPr>
          <p:cNvPr id="55" name="Picture 4" descr="Billedresultat for vibration signal">
            <a:extLst>
              <a:ext uri="{FF2B5EF4-FFF2-40B4-BE49-F238E27FC236}">
                <a16:creationId xmlns:a16="http://schemas.microsoft.com/office/drawing/2014/main" id="{718088B3-6DCB-4DC5-8FA9-18CAC6C65D78}"/>
              </a:ext>
            </a:extLst>
          </p:cNvPr>
          <p:cNvPicPr>
            <a:picLocks noChangeAspect="1" noChangeArrowheads="1"/>
          </p:cNvPicPr>
          <p:nvPr/>
        </p:nvPicPr>
        <p:blipFill>
          <a:blip r:embed="rId4" cstate="print">
            <a:duotone>
              <a:prstClr val="black"/>
              <a:srgbClr val="FF0000">
                <a:tint val="45000"/>
                <a:satMod val="400000"/>
              </a:srgbClr>
            </a:duotone>
            <a:extLst>
              <a:ext uri="{28A0092B-C50C-407E-A947-70E740481C1C}">
                <a14:useLocalDpi xmlns:a14="http://schemas.microsoft.com/office/drawing/2010/main" val="0"/>
              </a:ext>
            </a:extLst>
          </a:blip>
          <a:srcRect/>
          <a:stretch>
            <a:fillRect/>
          </a:stretch>
        </p:blipFill>
        <p:spPr bwMode="auto">
          <a:xfrm flipH="1" flipV="1">
            <a:off x="8983231" y="3449472"/>
            <a:ext cx="989424" cy="589856"/>
          </a:xfrm>
          <a:prstGeom prst="rect">
            <a:avLst/>
          </a:prstGeom>
          <a:noFill/>
          <a:extLst>
            <a:ext uri="{909E8E84-426E-40DD-AFC4-6F175D3DCCD1}">
              <a14:hiddenFill xmlns:a14="http://schemas.microsoft.com/office/drawing/2010/main">
                <a:solidFill>
                  <a:srgbClr val="FFFFFF"/>
                </a:solidFill>
              </a14:hiddenFill>
            </a:ext>
          </a:extLst>
        </p:spPr>
      </p:pic>
      <p:sp>
        <p:nvSpPr>
          <p:cNvPr id="56" name="TextBox 55">
            <a:extLst>
              <a:ext uri="{FF2B5EF4-FFF2-40B4-BE49-F238E27FC236}">
                <a16:creationId xmlns:a16="http://schemas.microsoft.com/office/drawing/2014/main" id="{E34BB9C7-0C08-419E-82FB-DDD64317AE2E}"/>
              </a:ext>
            </a:extLst>
          </p:cNvPr>
          <p:cNvSpPr txBox="1"/>
          <p:nvPr/>
        </p:nvSpPr>
        <p:spPr>
          <a:xfrm>
            <a:off x="8814319" y="1066420"/>
            <a:ext cx="2283322" cy="830997"/>
          </a:xfrm>
          <a:prstGeom prst="rect">
            <a:avLst/>
          </a:prstGeom>
          <a:noFill/>
        </p:spPr>
        <p:txBody>
          <a:bodyPr wrap="square" rtlCol="0">
            <a:spAutoFit/>
          </a:bodyPr>
          <a:lstStyle/>
          <a:p>
            <a:pPr algn="ctr"/>
            <a:r>
              <a:rPr lang="en-US"/>
              <a:t>Training data</a:t>
            </a:r>
          </a:p>
          <a:p>
            <a:pPr algn="ctr"/>
            <a:r>
              <a:rPr lang="en-US"/>
              <a:t>storage</a:t>
            </a:r>
          </a:p>
        </p:txBody>
      </p:sp>
      <p:sp>
        <p:nvSpPr>
          <p:cNvPr id="57" name="TextBox 56">
            <a:extLst>
              <a:ext uri="{FF2B5EF4-FFF2-40B4-BE49-F238E27FC236}">
                <a16:creationId xmlns:a16="http://schemas.microsoft.com/office/drawing/2014/main" id="{5409D962-0AF7-4290-A6E7-229853D3B591}"/>
              </a:ext>
            </a:extLst>
          </p:cNvPr>
          <p:cNvSpPr txBox="1"/>
          <p:nvPr/>
        </p:nvSpPr>
        <p:spPr>
          <a:xfrm>
            <a:off x="4827011" y="2435976"/>
            <a:ext cx="639919" cy="215444"/>
          </a:xfrm>
          <a:prstGeom prst="rect">
            <a:avLst/>
          </a:prstGeom>
          <a:noFill/>
        </p:spPr>
        <p:txBody>
          <a:bodyPr wrap="none" rtlCol="0">
            <a:spAutoFit/>
          </a:bodyPr>
          <a:lstStyle/>
          <a:p>
            <a:r>
              <a:rPr lang="en-US" sz="800"/>
              <a:t>PRODUCTS</a:t>
            </a:r>
            <a:endParaRPr lang="da-DK" sz="800"/>
          </a:p>
        </p:txBody>
      </p:sp>
      <p:sp>
        <p:nvSpPr>
          <p:cNvPr id="58" name="TextBox 57">
            <a:extLst>
              <a:ext uri="{FF2B5EF4-FFF2-40B4-BE49-F238E27FC236}">
                <a16:creationId xmlns:a16="http://schemas.microsoft.com/office/drawing/2014/main" id="{221DBDE4-2438-4ED6-843C-828A8CBB463D}"/>
              </a:ext>
            </a:extLst>
          </p:cNvPr>
          <p:cNvSpPr txBox="1"/>
          <p:nvPr/>
        </p:nvSpPr>
        <p:spPr>
          <a:xfrm>
            <a:off x="5520287" y="2435976"/>
            <a:ext cx="787395" cy="215444"/>
          </a:xfrm>
          <a:prstGeom prst="rect">
            <a:avLst/>
          </a:prstGeom>
          <a:noFill/>
        </p:spPr>
        <p:txBody>
          <a:bodyPr wrap="none" rtlCol="0">
            <a:spAutoFit/>
          </a:bodyPr>
          <a:lstStyle/>
          <a:p>
            <a:r>
              <a:rPr lang="en-US" sz="800"/>
              <a:t>APPLICATIONS</a:t>
            </a:r>
            <a:endParaRPr lang="da-DK" sz="800"/>
          </a:p>
        </p:txBody>
      </p:sp>
      <p:sp>
        <p:nvSpPr>
          <p:cNvPr id="59" name="TextBox 58">
            <a:extLst>
              <a:ext uri="{FF2B5EF4-FFF2-40B4-BE49-F238E27FC236}">
                <a16:creationId xmlns:a16="http://schemas.microsoft.com/office/drawing/2014/main" id="{F3221459-FCBD-42C5-9126-31EEB7378875}"/>
              </a:ext>
            </a:extLst>
          </p:cNvPr>
          <p:cNvSpPr txBox="1"/>
          <p:nvPr/>
        </p:nvSpPr>
        <p:spPr>
          <a:xfrm>
            <a:off x="6474206" y="2435976"/>
            <a:ext cx="867545" cy="215444"/>
          </a:xfrm>
          <a:prstGeom prst="rect">
            <a:avLst/>
          </a:prstGeom>
          <a:noFill/>
        </p:spPr>
        <p:txBody>
          <a:bodyPr wrap="none" rtlCol="0">
            <a:spAutoFit/>
          </a:bodyPr>
          <a:lstStyle/>
          <a:p>
            <a:r>
              <a:rPr lang="en-US" sz="800" dirty="0"/>
              <a:t>FA</a:t>
            </a:r>
            <a:r>
              <a:rPr lang="en-DK" sz="800" dirty="0"/>
              <a:t>I</a:t>
            </a:r>
            <a:r>
              <a:rPr lang="en-US" sz="800" dirty="0"/>
              <a:t>L</a:t>
            </a:r>
            <a:r>
              <a:rPr lang="en-DK" sz="800" dirty="0"/>
              <a:t>URE</a:t>
            </a:r>
            <a:r>
              <a:rPr lang="en-US" sz="800" dirty="0"/>
              <a:t> MODES</a:t>
            </a:r>
            <a:endParaRPr lang="da-DK" sz="800" dirty="0"/>
          </a:p>
        </p:txBody>
      </p:sp>
      <p:cxnSp>
        <p:nvCxnSpPr>
          <p:cNvPr id="60" name="Straight Connector 59">
            <a:extLst>
              <a:ext uri="{FF2B5EF4-FFF2-40B4-BE49-F238E27FC236}">
                <a16:creationId xmlns:a16="http://schemas.microsoft.com/office/drawing/2014/main" id="{F70DFEDC-82CA-4F84-AE93-5D122D649F89}"/>
              </a:ext>
            </a:extLst>
          </p:cNvPr>
          <p:cNvCxnSpPr/>
          <p:nvPr/>
        </p:nvCxnSpPr>
        <p:spPr>
          <a:xfrm>
            <a:off x="6323482" y="2315908"/>
            <a:ext cx="0" cy="3078436"/>
          </a:xfrm>
          <a:prstGeom prst="line">
            <a:avLst/>
          </a:prstGeom>
          <a:ln>
            <a:solidFill>
              <a:schemeClr val="accent5"/>
            </a:solidFill>
            <a:prstDash val="lgDash"/>
          </a:ln>
        </p:spPr>
        <p:style>
          <a:lnRef idx="1">
            <a:schemeClr val="accent1"/>
          </a:lnRef>
          <a:fillRef idx="0">
            <a:schemeClr val="accent1"/>
          </a:fillRef>
          <a:effectRef idx="0">
            <a:schemeClr val="accent1"/>
          </a:effectRef>
          <a:fontRef idx="minor">
            <a:schemeClr val="tx1"/>
          </a:fontRef>
        </p:style>
      </p:cxnSp>
      <p:sp>
        <p:nvSpPr>
          <p:cNvPr id="61" name="Titel 1">
            <a:extLst>
              <a:ext uri="{FF2B5EF4-FFF2-40B4-BE49-F238E27FC236}">
                <a16:creationId xmlns:a16="http://schemas.microsoft.com/office/drawing/2014/main" id="{EAAB9AD0-7A44-406F-B275-36D82FF4B12A}"/>
              </a:ext>
            </a:extLst>
          </p:cNvPr>
          <p:cNvSpPr txBox="1">
            <a:spLocks/>
          </p:cNvSpPr>
          <p:nvPr/>
        </p:nvSpPr>
        <p:spPr>
          <a:xfrm>
            <a:off x="360000" y="339388"/>
            <a:ext cx="11472000" cy="814685"/>
          </a:xfrm>
          <a:prstGeom prst="rect">
            <a:avLst/>
          </a:prstGeom>
        </p:spPr>
        <p:txBody>
          <a:bodyPr vert="horz" lIns="0" tIns="0" rIns="0" bIns="0" rtlCol="0" anchor="t" anchorCtr="0">
            <a:noAutofit/>
          </a:bodyPr>
          <a:lstStyle>
            <a:lvl1pPr algn="l" defTabSz="1219170" rtl="0" eaLnBrk="1" latinLnBrk="0" hangingPunct="1">
              <a:lnSpc>
                <a:spcPts val="3300"/>
              </a:lnSpc>
              <a:spcBef>
                <a:spcPct val="0"/>
              </a:spcBef>
              <a:buNone/>
              <a:defRPr sz="3200" b="1" kern="1200">
                <a:solidFill>
                  <a:srgbClr val="11497B"/>
                </a:solidFill>
                <a:latin typeface="Calibri" panose="020F0502020204030204" pitchFamily="34" charset="0"/>
                <a:ea typeface="+mj-ea"/>
                <a:cs typeface="+mj-cs"/>
              </a:defRPr>
            </a:lvl1pPr>
          </a:lstStyle>
          <a:p>
            <a:r>
              <a:rPr lang="en-US" dirty="0"/>
              <a:t>Why Ontologies in Grundfos?</a:t>
            </a:r>
          </a:p>
        </p:txBody>
      </p:sp>
      <p:sp>
        <p:nvSpPr>
          <p:cNvPr id="62" name="TextBox 61">
            <a:extLst>
              <a:ext uri="{FF2B5EF4-FFF2-40B4-BE49-F238E27FC236}">
                <a16:creationId xmlns:a16="http://schemas.microsoft.com/office/drawing/2014/main" id="{40C00320-B62B-4F46-821B-81790F59513D}"/>
              </a:ext>
            </a:extLst>
          </p:cNvPr>
          <p:cNvSpPr txBox="1"/>
          <p:nvPr/>
        </p:nvSpPr>
        <p:spPr>
          <a:xfrm>
            <a:off x="4724400" y="3200400"/>
            <a:ext cx="2743200" cy="45720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a:p>
        </p:txBody>
      </p:sp>
      <p:sp>
        <p:nvSpPr>
          <p:cNvPr id="2" name="Thought Bubble: Cloud 1">
            <a:extLst>
              <a:ext uri="{FF2B5EF4-FFF2-40B4-BE49-F238E27FC236}">
                <a16:creationId xmlns:a16="http://schemas.microsoft.com/office/drawing/2014/main" id="{20DD15BF-7642-441E-0AA6-1B62BA9C5011}"/>
              </a:ext>
            </a:extLst>
          </p:cNvPr>
          <p:cNvSpPr/>
          <p:nvPr/>
        </p:nvSpPr>
        <p:spPr>
          <a:xfrm>
            <a:off x="5239986" y="828751"/>
            <a:ext cx="1806595" cy="1093330"/>
          </a:xfrm>
          <a:prstGeom prst="cloudCallout">
            <a:avLst/>
          </a:prstGeom>
          <a:solidFill>
            <a:srgbClr val="126AF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Machine-readable?</a:t>
            </a:r>
            <a:endParaRPr lang="en-DK" sz="1600" dirty="0"/>
          </a:p>
        </p:txBody>
      </p:sp>
    </p:spTree>
    <p:extLst>
      <p:ext uri="{BB962C8B-B14F-4D97-AF65-F5344CB8AC3E}">
        <p14:creationId xmlns:p14="http://schemas.microsoft.com/office/powerpoint/2010/main" val="724755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06F25AC7-F897-BA67-B3C5-0F36744B577E}"/>
              </a:ext>
            </a:extLst>
          </p:cNvPr>
          <p:cNvSpPr txBox="1"/>
          <p:nvPr/>
        </p:nvSpPr>
        <p:spPr>
          <a:xfrm>
            <a:off x="1444218" y="3136612"/>
            <a:ext cx="11425476" cy="584775"/>
          </a:xfrm>
          <a:prstGeom prst="rect">
            <a:avLst/>
          </a:prstGeom>
          <a:noFill/>
        </p:spPr>
        <p:txBody>
          <a:bodyPr wrap="square" rtlCol="0">
            <a:spAutoFit/>
          </a:bodyPr>
          <a:lstStyle/>
          <a:p>
            <a:pPr marL="457200" indent="-457200">
              <a:buFont typeface="+mj-lt"/>
              <a:buAutoNum type="arabicPeriod"/>
            </a:pPr>
            <a:r>
              <a:rPr lang="en-US" sz="3200" b="1" dirty="0"/>
              <a:t>How ontologies are being used in Grundfos today</a:t>
            </a:r>
          </a:p>
        </p:txBody>
      </p:sp>
    </p:spTree>
    <p:extLst>
      <p:ext uri="{BB962C8B-B14F-4D97-AF65-F5344CB8AC3E}">
        <p14:creationId xmlns:p14="http://schemas.microsoft.com/office/powerpoint/2010/main" val="19094587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438DE87-52E4-D25D-EA79-020FD2500E92}"/>
              </a:ext>
            </a:extLst>
          </p:cNvPr>
          <p:cNvSpPr>
            <a:spLocks noGrp="1"/>
          </p:cNvSpPr>
          <p:nvPr>
            <p:ph type="title"/>
          </p:nvPr>
        </p:nvSpPr>
        <p:spPr>
          <a:xfrm>
            <a:off x="530227" y="342000"/>
            <a:ext cx="11129958" cy="1353232"/>
          </a:xfrm>
        </p:spPr>
        <p:txBody>
          <a:bodyPr/>
          <a:lstStyle/>
          <a:p>
            <a:r>
              <a:rPr lang="en-US" dirty="0">
                <a:solidFill>
                  <a:schemeClr val="accent1"/>
                </a:solidFill>
              </a:rPr>
              <a:t>How ontologies are being used in Grundfos today</a:t>
            </a:r>
            <a:br>
              <a:rPr lang="en-US" dirty="0"/>
            </a:br>
            <a:endParaRPr lang="en-DK" dirty="0"/>
          </a:p>
        </p:txBody>
      </p:sp>
      <p:sp>
        <p:nvSpPr>
          <p:cNvPr id="4" name="Text Placeholder 3">
            <a:extLst>
              <a:ext uri="{FF2B5EF4-FFF2-40B4-BE49-F238E27FC236}">
                <a16:creationId xmlns:a16="http://schemas.microsoft.com/office/drawing/2014/main" id="{D1BD1CB1-97F2-2749-657D-C7D514B691C4}"/>
              </a:ext>
            </a:extLst>
          </p:cNvPr>
          <p:cNvSpPr>
            <a:spLocks noGrp="1"/>
          </p:cNvSpPr>
          <p:nvPr>
            <p:ph type="body" sz="quarter" idx="22"/>
          </p:nvPr>
        </p:nvSpPr>
        <p:spPr/>
        <p:txBody>
          <a:bodyPr/>
          <a:lstStyle/>
          <a:p>
            <a:endParaRPr lang="en-DK"/>
          </a:p>
        </p:txBody>
      </p:sp>
      <p:sp>
        <p:nvSpPr>
          <p:cNvPr id="8" name="TextBox 7">
            <a:extLst>
              <a:ext uri="{FF2B5EF4-FFF2-40B4-BE49-F238E27FC236}">
                <a16:creationId xmlns:a16="http://schemas.microsoft.com/office/drawing/2014/main" id="{58FCAF68-6CE3-B7B5-429C-B851142F239E}"/>
              </a:ext>
            </a:extLst>
          </p:cNvPr>
          <p:cNvSpPr txBox="1"/>
          <p:nvPr/>
        </p:nvSpPr>
        <p:spPr>
          <a:xfrm>
            <a:off x="-130475" y="2033932"/>
            <a:ext cx="10067312" cy="4669355"/>
          </a:xfrm>
          <a:prstGeom prst="rect">
            <a:avLst/>
          </a:prstGeom>
          <a:noFill/>
        </p:spPr>
        <p:txBody>
          <a:bodyPr wrap="square">
            <a:spAutoFit/>
          </a:bodyPr>
          <a:lstStyle/>
          <a:p>
            <a:pPr marL="952485" lvl="1" indent="-342900">
              <a:lnSpc>
                <a:spcPct val="150000"/>
              </a:lnSpc>
              <a:buFont typeface="Arial" panose="020B0604020202020204" pitchFamily="34" charset="0"/>
              <a:buChar char="•"/>
            </a:pPr>
            <a:r>
              <a:rPr lang="en-US" sz="2000" b="1" dirty="0"/>
              <a:t>Units of measure and Qualities “Lingua franca” (IDO based)</a:t>
            </a:r>
          </a:p>
          <a:p>
            <a:pPr marL="952485" lvl="1" indent="-342900">
              <a:lnSpc>
                <a:spcPct val="150000"/>
              </a:lnSpc>
              <a:buFont typeface="Arial" panose="020B0604020202020204" pitchFamily="34" charset="0"/>
              <a:buChar char="•"/>
            </a:pPr>
            <a:r>
              <a:rPr lang="en-US" sz="2000" b="1" dirty="0"/>
              <a:t>Validating quality / </a:t>
            </a:r>
            <a:r>
              <a:rPr lang="en-US" sz="2000" b="1" dirty="0" err="1"/>
              <a:t>uom</a:t>
            </a:r>
            <a:r>
              <a:rPr lang="en-US" sz="2000" b="1" dirty="0"/>
              <a:t> match. Enabler for “smart shopping cart” type applications.</a:t>
            </a:r>
          </a:p>
          <a:p>
            <a:pPr marL="952485" lvl="1" indent="-342900">
              <a:lnSpc>
                <a:spcPct val="150000"/>
              </a:lnSpc>
              <a:buFont typeface="Arial" panose="020B0604020202020204" pitchFamily="34" charset="0"/>
              <a:buChar char="•"/>
            </a:pPr>
            <a:r>
              <a:rPr lang="en-US" sz="2000" b="1" dirty="0"/>
              <a:t>Enterprise Shared “Data Vault 2.0” data model support</a:t>
            </a:r>
          </a:p>
          <a:p>
            <a:pPr marL="952485" lvl="1" indent="-342900">
              <a:lnSpc>
                <a:spcPct val="150000"/>
              </a:lnSpc>
              <a:buFont typeface="Arial" panose="020B0604020202020204" pitchFamily="34" charset="0"/>
              <a:buChar char="•"/>
            </a:pPr>
            <a:r>
              <a:rPr lang="en-US" sz="2000" b="1" dirty="0"/>
              <a:t>IDO use case “Pump with firmware”</a:t>
            </a:r>
          </a:p>
          <a:p>
            <a:pPr marL="952485" lvl="1" indent="-342900">
              <a:lnSpc>
                <a:spcPct val="150000"/>
              </a:lnSpc>
              <a:buFont typeface="Arial" panose="020B0604020202020204" pitchFamily="34" charset="0"/>
              <a:buChar char="•"/>
            </a:pPr>
            <a:endParaRPr lang="en-US" sz="2000" b="1" dirty="0"/>
          </a:p>
          <a:p>
            <a:pPr marL="952485" lvl="1" indent="-342900">
              <a:lnSpc>
                <a:spcPct val="150000"/>
              </a:lnSpc>
              <a:buFont typeface="Arial" panose="020B0604020202020204" pitchFamily="34" charset="0"/>
              <a:buChar char="•"/>
            </a:pPr>
            <a:endParaRPr lang="en-US" sz="2000" dirty="0"/>
          </a:p>
          <a:p>
            <a:pPr marL="952485" lvl="1" indent="-342900">
              <a:lnSpc>
                <a:spcPct val="150000"/>
              </a:lnSpc>
              <a:buFont typeface="Arial" panose="020B0604020202020204" pitchFamily="34" charset="0"/>
              <a:buChar char="•"/>
            </a:pPr>
            <a:r>
              <a:rPr lang="en-US" sz="2000" dirty="0"/>
              <a:t>Grundfos Ontology Tool, ISO 23726-3 “Industrial Data Ontology” (IDO) ecosystem, OTTR templates.</a:t>
            </a:r>
          </a:p>
          <a:p>
            <a:pPr marL="952485" lvl="1" indent="-342900">
              <a:lnSpc>
                <a:spcPct val="150000"/>
              </a:lnSpc>
              <a:buFont typeface="Arial" panose="020B0604020202020204" pitchFamily="34" charset="0"/>
              <a:buChar char="•"/>
            </a:pPr>
            <a:endParaRPr lang="en-US" sz="2000" dirty="0"/>
          </a:p>
        </p:txBody>
      </p:sp>
      <p:sp>
        <p:nvSpPr>
          <p:cNvPr id="2" name="TextBox 1">
            <a:extLst>
              <a:ext uri="{FF2B5EF4-FFF2-40B4-BE49-F238E27FC236}">
                <a16:creationId xmlns:a16="http://schemas.microsoft.com/office/drawing/2014/main" id="{472616B5-B612-A3D7-9E25-5C620CBE6368}"/>
              </a:ext>
            </a:extLst>
          </p:cNvPr>
          <p:cNvSpPr txBox="1"/>
          <p:nvPr/>
        </p:nvSpPr>
        <p:spPr>
          <a:xfrm rot="5400000">
            <a:off x="10487474" y="3259723"/>
            <a:ext cx="792837" cy="338554"/>
          </a:xfrm>
          <a:prstGeom prst="rect">
            <a:avLst/>
          </a:prstGeom>
          <a:noFill/>
        </p:spPr>
        <p:txBody>
          <a:bodyPr wrap="square" rtlCol="0">
            <a:spAutoFit/>
          </a:bodyPr>
          <a:lstStyle/>
          <a:p>
            <a:pPr algn="l"/>
            <a:r>
              <a:rPr lang="en-US" sz="1600" dirty="0"/>
              <a:t>WHAT</a:t>
            </a:r>
            <a:endParaRPr lang="en-DK" sz="1600" dirty="0"/>
          </a:p>
        </p:txBody>
      </p:sp>
      <p:cxnSp>
        <p:nvCxnSpPr>
          <p:cNvPr id="6" name="Straight Connector 5">
            <a:extLst>
              <a:ext uri="{FF2B5EF4-FFF2-40B4-BE49-F238E27FC236}">
                <a16:creationId xmlns:a16="http://schemas.microsoft.com/office/drawing/2014/main" id="{7BDCBD23-C9C4-BECD-F391-BE47C4EF51CF}"/>
              </a:ext>
            </a:extLst>
          </p:cNvPr>
          <p:cNvCxnSpPr/>
          <p:nvPr/>
        </p:nvCxnSpPr>
        <p:spPr>
          <a:xfrm>
            <a:off x="10714616" y="2130014"/>
            <a:ext cx="0" cy="2646381"/>
          </a:xfrm>
          <a:prstGeom prst="line">
            <a:avLst/>
          </a:prstGeom>
          <a:ln>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977F4235-2C1C-9737-FE85-FD5B5D5D5B8A}"/>
              </a:ext>
            </a:extLst>
          </p:cNvPr>
          <p:cNvSpPr txBox="1"/>
          <p:nvPr/>
        </p:nvSpPr>
        <p:spPr>
          <a:xfrm rot="5400000">
            <a:off x="10470596" y="5509685"/>
            <a:ext cx="792837" cy="338554"/>
          </a:xfrm>
          <a:prstGeom prst="rect">
            <a:avLst/>
          </a:prstGeom>
          <a:noFill/>
        </p:spPr>
        <p:txBody>
          <a:bodyPr wrap="square" rtlCol="0">
            <a:spAutoFit/>
          </a:bodyPr>
          <a:lstStyle/>
          <a:p>
            <a:pPr algn="l"/>
            <a:r>
              <a:rPr lang="en-US" sz="1600" dirty="0"/>
              <a:t>HOW</a:t>
            </a:r>
            <a:endParaRPr lang="en-DK" sz="1600" dirty="0"/>
          </a:p>
        </p:txBody>
      </p:sp>
      <p:sp>
        <p:nvSpPr>
          <p:cNvPr id="9" name="Arrow: Right 8">
            <a:extLst>
              <a:ext uri="{FF2B5EF4-FFF2-40B4-BE49-F238E27FC236}">
                <a16:creationId xmlns:a16="http://schemas.microsoft.com/office/drawing/2014/main" id="{4E7E7558-2C9E-4496-173C-0AA377B404BF}"/>
              </a:ext>
            </a:extLst>
          </p:cNvPr>
          <p:cNvSpPr/>
          <p:nvPr/>
        </p:nvSpPr>
        <p:spPr>
          <a:xfrm>
            <a:off x="162560" y="3508620"/>
            <a:ext cx="367667" cy="386080"/>
          </a:xfrm>
          <a:prstGeom prst="rightArrow">
            <a:avLst/>
          </a:prstGeom>
          <a:solidFill>
            <a:srgbClr val="126AF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K" sz="1600"/>
          </a:p>
        </p:txBody>
      </p:sp>
      <p:sp>
        <p:nvSpPr>
          <p:cNvPr id="10" name="Arrow: Right 9">
            <a:extLst>
              <a:ext uri="{FF2B5EF4-FFF2-40B4-BE49-F238E27FC236}">
                <a16:creationId xmlns:a16="http://schemas.microsoft.com/office/drawing/2014/main" id="{BFECB9D7-FD35-C4E7-9FC8-ED6105339C58}"/>
              </a:ext>
            </a:extLst>
          </p:cNvPr>
          <p:cNvSpPr/>
          <p:nvPr/>
        </p:nvSpPr>
        <p:spPr>
          <a:xfrm>
            <a:off x="162559" y="2130014"/>
            <a:ext cx="367667" cy="386080"/>
          </a:xfrm>
          <a:prstGeom prst="rightArrow">
            <a:avLst/>
          </a:prstGeom>
          <a:solidFill>
            <a:srgbClr val="126AF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K" sz="1600"/>
          </a:p>
        </p:txBody>
      </p:sp>
    </p:spTree>
    <p:extLst>
      <p:ext uri="{BB962C8B-B14F-4D97-AF65-F5344CB8AC3E}">
        <p14:creationId xmlns:p14="http://schemas.microsoft.com/office/powerpoint/2010/main" val="412721782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420E50-5B46-A5EE-F26D-8DA7238E1DC0}"/>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A83E3D2D-F997-E0F0-81FF-EC225C8DB2E9}"/>
              </a:ext>
            </a:extLst>
          </p:cNvPr>
          <p:cNvSpPr txBox="1"/>
          <p:nvPr/>
        </p:nvSpPr>
        <p:spPr>
          <a:xfrm>
            <a:off x="530225" y="504202"/>
            <a:ext cx="9713913" cy="692773"/>
          </a:xfrm>
          <a:prstGeom prst="rect">
            <a:avLst/>
          </a:prstGeom>
        </p:spPr>
        <p:txBody>
          <a:bodyPr vert="horz" lIns="0" tIns="0" rIns="0" bIns="0" rtlCol="0" anchor="t" anchorCtr="0">
            <a:normAutofit fontScale="92500"/>
          </a:bodyPr>
          <a:lstStyle/>
          <a:p>
            <a:pPr lvl="1">
              <a:lnSpc>
                <a:spcPct val="150000"/>
              </a:lnSpc>
            </a:pPr>
            <a:r>
              <a:rPr lang="en-US" sz="2000" b="1" dirty="0">
                <a:latin typeface="+mj-lt"/>
              </a:rPr>
              <a:t>Units of measure and Qualities “Lingua franca” (IDO based)</a:t>
            </a:r>
          </a:p>
        </p:txBody>
      </p:sp>
      <p:pic>
        <p:nvPicPr>
          <p:cNvPr id="3" name="Picture 2">
            <a:extLst>
              <a:ext uri="{FF2B5EF4-FFF2-40B4-BE49-F238E27FC236}">
                <a16:creationId xmlns:a16="http://schemas.microsoft.com/office/drawing/2014/main" id="{822A924B-ED66-AC71-9186-3C80477B7D4F}"/>
              </a:ext>
            </a:extLst>
          </p:cNvPr>
          <p:cNvPicPr>
            <a:picLocks noChangeAspect="1"/>
          </p:cNvPicPr>
          <p:nvPr/>
        </p:nvPicPr>
        <p:blipFill>
          <a:blip r:embed="rId3"/>
          <a:stretch>
            <a:fillRect/>
          </a:stretch>
        </p:blipFill>
        <p:spPr>
          <a:xfrm>
            <a:off x="1124247" y="1196975"/>
            <a:ext cx="9677759" cy="5129213"/>
          </a:xfrm>
          <a:prstGeom prst="rect">
            <a:avLst/>
          </a:prstGeom>
          <a:noFill/>
        </p:spPr>
      </p:pic>
      <p:sp>
        <p:nvSpPr>
          <p:cNvPr id="7" name="TextBox 6">
            <a:extLst>
              <a:ext uri="{FF2B5EF4-FFF2-40B4-BE49-F238E27FC236}">
                <a16:creationId xmlns:a16="http://schemas.microsoft.com/office/drawing/2014/main" id="{97294471-D1B2-14C1-CD3E-44EAAB81F66C}"/>
              </a:ext>
            </a:extLst>
          </p:cNvPr>
          <p:cNvSpPr txBox="1"/>
          <p:nvPr/>
        </p:nvSpPr>
        <p:spPr>
          <a:xfrm>
            <a:off x="1681823" y="6432774"/>
            <a:ext cx="12277368" cy="415498"/>
          </a:xfrm>
          <a:prstGeom prst="rect">
            <a:avLst/>
          </a:prstGeom>
          <a:noFill/>
        </p:spPr>
        <p:txBody>
          <a:bodyPr wrap="square">
            <a:spAutoFit/>
          </a:bodyPr>
          <a:lstStyle/>
          <a:p>
            <a:r>
              <a:rPr lang="en-US" sz="1050" dirty="0">
                <a:hlinkClick r:id="rId4"/>
              </a:rPr>
              <a:t>IDO aligned templates - </a:t>
            </a:r>
            <a:r>
              <a:rPr lang="en-DK" sz="1050" dirty="0">
                <a:hlinkClick r:id="rId4"/>
              </a:rPr>
              <a:t>https://rds.posccaesar.org/doc/patterns/pattern_physical_quantity_quantification/</a:t>
            </a:r>
            <a:endParaRPr lang="en-US" sz="1050" dirty="0"/>
          </a:p>
          <a:p>
            <a:endParaRPr lang="en-DK" sz="1050" dirty="0"/>
          </a:p>
        </p:txBody>
      </p:sp>
    </p:spTree>
    <p:extLst>
      <p:ext uri="{BB962C8B-B14F-4D97-AF65-F5344CB8AC3E}">
        <p14:creationId xmlns:p14="http://schemas.microsoft.com/office/powerpoint/2010/main" val="229104812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Arrow Connector 6">
            <a:extLst>
              <a:ext uri="{FF2B5EF4-FFF2-40B4-BE49-F238E27FC236}">
                <a16:creationId xmlns:a16="http://schemas.microsoft.com/office/drawing/2014/main" id="{CA373336-6965-F192-6A78-A1E9657B3B45}"/>
              </a:ext>
            </a:extLst>
          </p:cNvPr>
          <p:cNvCxnSpPr>
            <a:cxnSpLocks/>
          </p:cNvCxnSpPr>
          <p:nvPr/>
        </p:nvCxnSpPr>
        <p:spPr>
          <a:xfrm>
            <a:off x="136591" y="1096067"/>
            <a:ext cx="11918815" cy="0"/>
          </a:xfrm>
          <a:prstGeom prst="straightConnector1">
            <a:avLst/>
          </a:prstGeom>
          <a:ln w="6350" cmpd="sng">
            <a:solidFill>
              <a:schemeClr val="accent2">
                <a:lumMod val="50000"/>
              </a:schemeClr>
            </a:solidFill>
            <a:prstDash val="solid"/>
          </a:ln>
        </p:spPr>
        <p:style>
          <a:lnRef idx="1">
            <a:schemeClr val="accent4"/>
          </a:lnRef>
          <a:fillRef idx="0">
            <a:schemeClr val="accent4"/>
          </a:fillRef>
          <a:effectRef idx="0">
            <a:schemeClr val="accent4"/>
          </a:effectRef>
          <a:fontRef idx="minor">
            <a:schemeClr val="tx1"/>
          </a:fontRef>
        </p:style>
      </p:cxnSp>
      <p:sp>
        <p:nvSpPr>
          <p:cNvPr id="3" name="Content Placeholder 2">
            <a:extLst>
              <a:ext uri="{FF2B5EF4-FFF2-40B4-BE49-F238E27FC236}">
                <a16:creationId xmlns:a16="http://schemas.microsoft.com/office/drawing/2014/main" id="{921AA7A0-A36F-2E24-2F36-53FB1707D4E5}"/>
              </a:ext>
            </a:extLst>
          </p:cNvPr>
          <p:cNvSpPr txBox="1">
            <a:spLocks/>
          </p:cNvSpPr>
          <p:nvPr/>
        </p:nvSpPr>
        <p:spPr>
          <a:xfrm>
            <a:off x="484255" y="1318739"/>
            <a:ext cx="6695964" cy="5068514"/>
          </a:xfrm>
          <a:prstGeom prst="rect">
            <a:avLst/>
          </a:prstGeom>
        </p:spPr>
        <p:txBody>
          <a:bodyPr>
            <a:noAutofit/>
          </a:bodyPr>
          <a:lstStyle>
            <a:lvl1pPr marL="182563" indent="-182563" algn="l" defTabSz="914400" rtl="0" eaLnBrk="1" latinLnBrk="0" hangingPunct="1">
              <a:lnSpc>
                <a:spcPct val="100000"/>
              </a:lnSpc>
              <a:spcBef>
                <a:spcPts val="1000"/>
              </a:spcBef>
              <a:spcAft>
                <a:spcPts val="800"/>
              </a:spcAft>
              <a:buFont typeface="Arial" panose="020B0604020202020204" pitchFamily="34" charset="0"/>
              <a:buChar char="•"/>
              <a:defRPr sz="1600" kern="1200">
                <a:solidFill>
                  <a:srgbClr val="11497B"/>
                </a:solidFill>
                <a:latin typeface="+mn-lt"/>
                <a:ea typeface="+mn-ea"/>
                <a:cs typeface="+mn-cs"/>
              </a:defRPr>
            </a:lvl1pPr>
            <a:lvl2pPr marL="630238" indent="-173038" algn="l" defTabSz="914400" rtl="0" eaLnBrk="1" latinLnBrk="0" hangingPunct="1">
              <a:lnSpc>
                <a:spcPct val="100000"/>
              </a:lnSpc>
              <a:spcBef>
                <a:spcPts val="500"/>
              </a:spcBef>
              <a:spcAft>
                <a:spcPts val="800"/>
              </a:spcAft>
              <a:buFont typeface="Arial" panose="020B0604020202020204" pitchFamily="34" charset="0"/>
              <a:buChar char="•"/>
              <a:defRPr sz="1600" kern="1200">
                <a:solidFill>
                  <a:srgbClr val="11497B"/>
                </a:solidFill>
                <a:latin typeface="+mn-lt"/>
                <a:ea typeface="+mn-ea"/>
                <a:cs typeface="+mn-cs"/>
              </a:defRPr>
            </a:lvl2pPr>
            <a:lvl3pPr marL="1079500" indent="-165100" algn="l" defTabSz="914400" rtl="0" eaLnBrk="1" latinLnBrk="0" hangingPunct="1">
              <a:lnSpc>
                <a:spcPct val="100000"/>
              </a:lnSpc>
              <a:spcBef>
                <a:spcPts val="500"/>
              </a:spcBef>
              <a:spcAft>
                <a:spcPts val="800"/>
              </a:spcAft>
              <a:buFont typeface="Arial" panose="020B0604020202020204" pitchFamily="34" charset="0"/>
              <a:buChar char="•"/>
              <a:defRPr sz="1600" kern="1200">
                <a:solidFill>
                  <a:srgbClr val="11497B"/>
                </a:solidFill>
                <a:latin typeface="+mn-lt"/>
                <a:ea typeface="+mn-ea"/>
                <a:cs typeface="+mn-cs"/>
              </a:defRPr>
            </a:lvl3pPr>
            <a:lvl4pPr marL="1527175" indent="-155575" algn="l" defTabSz="914400" rtl="0" eaLnBrk="1" latinLnBrk="0" hangingPunct="1">
              <a:lnSpc>
                <a:spcPct val="100000"/>
              </a:lnSpc>
              <a:spcBef>
                <a:spcPts val="500"/>
              </a:spcBef>
              <a:spcAft>
                <a:spcPts val="800"/>
              </a:spcAft>
              <a:buFont typeface="Arial" panose="020B0604020202020204" pitchFamily="34" charset="0"/>
              <a:buChar char="•"/>
              <a:defRPr sz="1600" kern="1200">
                <a:solidFill>
                  <a:srgbClr val="11497B"/>
                </a:solidFill>
                <a:latin typeface="+mn-lt"/>
                <a:ea typeface="+mn-ea"/>
                <a:cs typeface="+mn-cs"/>
              </a:defRPr>
            </a:lvl4pPr>
            <a:lvl5pPr marL="1974850" indent="-146050" algn="l" defTabSz="914400" rtl="0" eaLnBrk="1" latinLnBrk="0" hangingPunct="1">
              <a:lnSpc>
                <a:spcPct val="100000"/>
              </a:lnSpc>
              <a:spcBef>
                <a:spcPts val="500"/>
              </a:spcBef>
              <a:spcAft>
                <a:spcPts val="800"/>
              </a:spcAft>
              <a:buFont typeface="Arial" panose="020B0604020202020204" pitchFamily="34" charset="0"/>
              <a:buChar char="•"/>
              <a:defRPr sz="1600" kern="1200">
                <a:solidFill>
                  <a:srgbClr val="11497B"/>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1400" dirty="0">
              <a:solidFill>
                <a:schemeClr val="accent3">
                  <a:lumMod val="50000"/>
                </a:schemeClr>
              </a:solidFill>
            </a:endParaRPr>
          </a:p>
        </p:txBody>
      </p:sp>
      <p:sp>
        <p:nvSpPr>
          <p:cNvPr id="9" name="Rectangle 8">
            <a:extLst>
              <a:ext uri="{FF2B5EF4-FFF2-40B4-BE49-F238E27FC236}">
                <a16:creationId xmlns:a16="http://schemas.microsoft.com/office/drawing/2014/main" id="{DFFFD1EC-BE33-4DAC-6171-5576F6FED644}"/>
              </a:ext>
            </a:extLst>
          </p:cNvPr>
          <p:cNvSpPr/>
          <p:nvPr/>
        </p:nvSpPr>
        <p:spPr>
          <a:xfrm>
            <a:off x="7441475" y="831273"/>
            <a:ext cx="4370036" cy="55559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p>
        </p:txBody>
      </p:sp>
      <p:pic>
        <p:nvPicPr>
          <p:cNvPr id="4" name="Graphic 3">
            <a:extLst>
              <a:ext uri="{FF2B5EF4-FFF2-40B4-BE49-F238E27FC236}">
                <a16:creationId xmlns:a16="http://schemas.microsoft.com/office/drawing/2014/main" id="{A55C6340-75B5-0496-70BA-02D03EDD576B}"/>
              </a:ext>
            </a:extLst>
          </p:cNvPr>
          <p:cNvPicPr/>
          <p:nvPr/>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bwMode="auto">
          <a:xfrm>
            <a:off x="7441475" y="947019"/>
            <a:ext cx="4173581" cy="5068514"/>
          </a:xfrm>
          <a:prstGeom prst="rect">
            <a:avLst/>
          </a:prstGeom>
          <a:noFill/>
          <a:ln w="9525">
            <a:noFill/>
            <a:headEnd/>
            <a:tailEnd/>
          </a:ln>
        </p:spPr>
      </p:pic>
      <p:sp>
        <p:nvSpPr>
          <p:cNvPr id="5" name="TextBox 4">
            <a:extLst>
              <a:ext uri="{FF2B5EF4-FFF2-40B4-BE49-F238E27FC236}">
                <a16:creationId xmlns:a16="http://schemas.microsoft.com/office/drawing/2014/main" id="{5E106E8C-49FC-6D11-E30E-BD10E43148EA}"/>
              </a:ext>
            </a:extLst>
          </p:cNvPr>
          <p:cNvSpPr txBox="1"/>
          <p:nvPr/>
        </p:nvSpPr>
        <p:spPr>
          <a:xfrm>
            <a:off x="7048660" y="6190811"/>
            <a:ext cx="4659085" cy="307777"/>
          </a:xfrm>
          <a:prstGeom prst="rect">
            <a:avLst/>
          </a:prstGeom>
          <a:noFill/>
        </p:spPr>
        <p:txBody>
          <a:bodyPr wrap="square" rtlCol="0">
            <a:spAutoFit/>
          </a:bodyPr>
          <a:lstStyle/>
          <a:p>
            <a:pPr algn="ctr"/>
            <a:r>
              <a:rPr lang="en-US" sz="1400" b="1" i="1" dirty="0">
                <a:solidFill>
                  <a:schemeClr val="accent3">
                    <a:lumMod val="50000"/>
                  </a:schemeClr>
                </a:solidFill>
              </a:rPr>
              <a:t>IDO’s concepts and relationships</a:t>
            </a:r>
          </a:p>
        </p:txBody>
      </p:sp>
      <p:sp>
        <p:nvSpPr>
          <p:cNvPr id="10" name="TextBox 9">
            <a:extLst>
              <a:ext uri="{FF2B5EF4-FFF2-40B4-BE49-F238E27FC236}">
                <a16:creationId xmlns:a16="http://schemas.microsoft.com/office/drawing/2014/main" id="{F6061BE5-E4FE-0FBC-529F-6CC08F7CA3C3}"/>
              </a:ext>
            </a:extLst>
          </p:cNvPr>
          <p:cNvSpPr txBox="1"/>
          <p:nvPr/>
        </p:nvSpPr>
        <p:spPr>
          <a:xfrm>
            <a:off x="277091" y="1318739"/>
            <a:ext cx="6771569" cy="4878259"/>
          </a:xfrm>
          <a:prstGeom prst="rect">
            <a:avLst/>
          </a:prstGeom>
          <a:noFill/>
        </p:spPr>
        <p:txBody>
          <a:bodyPr wrap="square" rtlCol="0">
            <a:spAutoFit/>
          </a:bodyPr>
          <a:lstStyle/>
          <a:p>
            <a:pPr marL="285750" indent="-285750" algn="l">
              <a:spcAft>
                <a:spcPts val="600"/>
              </a:spcAft>
              <a:buFont typeface="Arial" panose="020B0604020202020204" pitchFamily="34" charset="0"/>
              <a:buChar char="•"/>
            </a:pPr>
            <a:r>
              <a:rPr lang="en-US" sz="1600" dirty="0">
                <a:solidFill>
                  <a:schemeClr val="accent3">
                    <a:lumMod val="50000"/>
                  </a:schemeClr>
                </a:solidFill>
              </a:rPr>
              <a:t>ISO/AWI 23726-3 (IDO) is part of ISO/AWI 23726 (OBI) (Ontology-Based Interoperability) managed by ISO / TC 184 / SC 4 Industrial Data</a:t>
            </a:r>
          </a:p>
          <a:p>
            <a:pPr marL="285750" indent="-285750" algn="l">
              <a:spcAft>
                <a:spcPts val="1200"/>
              </a:spcAft>
              <a:buFont typeface="Arial" panose="020B0604020202020204" pitchFamily="34" charset="0"/>
              <a:buChar char="•"/>
            </a:pPr>
            <a:r>
              <a:rPr lang="en-US" sz="1600" dirty="0">
                <a:solidFill>
                  <a:schemeClr val="accent3">
                    <a:lumMod val="50000"/>
                  </a:schemeClr>
                </a:solidFill>
              </a:rPr>
              <a:t>“An ontology for representing industrial data and information, building vocabularies and manage asset models that employ reference data libraries and exploit OWL reasoning”</a:t>
            </a:r>
          </a:p>
          <a:p>
            <a:pPr marL="285750" indent="-285750" algn="l">
              <a:spcAft>
                <a:spcPts val="600"/>
              </a:spcAft>
              <a:buFont typeface="Arial" panose="020B0604020202020204" pitchFamily="34" charset="0"/>
              <a:buChar char="•"/>
            </a:pPr>
            <a:r>
              <a:rPr lang="en-US" sz="1600" dirty="0">
                <a:solidFill>
                  <a:schemeClr val="accent3">
                    <a:lumMod val="50000"/>
                  </a:schemeClr>
                </a:solidFill>
              </a:rPr>
              <a:t>Derived from / inspired by </a:t>
            </a:r>
          </a:p>
          <a:p>
            <a:pPr marL="895335" lvl="1" indent="-285750">
              <a:spcAft>
                <a:spcPts val="600"/>
              </a:spcAft>
              <a:buFont typeface="Arial" panose="020B0604020202020204" pitchFamily="34" charset="0"/>
              <a:buChar char="•"/>
            </a:pPr>
            <a:r>
              <a:rPr lang="en-US" sz="1600" dirty="0">
                <a:solidFill>
                  <a:schemeClr val="accent3">
                    <a:lumMod val="50000"/>
                  </a:schemeClr>
                </a:solidFill>
              </a:rPr>
              <a:t>ISO 15926-2:2003 </a:t>
            </a:r>
          </a:p>
          <a:p>
            <a:pPr marL="895335" lvl="1" indent="-285750">
              <a:spcAft>
                <a:spcPts val="600"/>
              </a:spcAft>
              <a:buFont typeface="Arial" panose="020B0604020202020204" pitchFamily="34" charset="0"/>
              <a:buChar char="•"/>
            </a:pPr>
            <a:r>
              <a:rPr lang="en-US" sz="1600" dirty="0">
                <a:solidFill>
                  <a:schemeClr val="accent3">
                    <a:lumMod val="50000"/>
                  </a:schemeClr>
                </a:solidFill>
              </a:rPr>
              <a:t>ISO/IEC 21838-2:2021 – Basic Formal Ontology (BFO)</a:t>
            </a:r>
          </a:p>
          <a:p>
            <a:pPr marL="285750" indent="-285750" algn="l">
              <a:spcAft>
                <a:spcPts val="600"/>
              </a:spcAft>
              <a:buFont typeface="Arial" panose="020B0604020202020204" pitchFamily="34" charset="0"/>
              <a:buChar char="•"/>
            </a:pPr>
            <a:r>
              <a:rPr lang="en-US" sz="1600" dirty="0">
                <a:solidFill>
                  <a:schemeClr val="accent3">
                    <a:lumMod val="50000"/>
                  </a:schemeClr>
                </a:solidFill>
              </a:rPr>
              <a:t>Formulated in W3C’s OWL 2 language</a:t>
            </a:r>
          </a:p>
          <a:p>
            <a:pPr marL="285750" indent="-285750" algn="l">
              <a:spcAft>
                <a:spcPts val="600"/>
              </a:spcAft>
              <a:buFont typeface="Arial" panose="020B0604020202020204" pitchFamily="34" charset="0"/>
              <a:buChar char="•"/>
            </a:pPr>
            <a:r>
              <a:rPr lang="en-US" sz="1600" dirty="0">
                <a:solidFill>
                  <a:schemeClr val="accent3">
                    <a:lumMod val="50000"/>
                  </a:schemeClr>
                </a:solidFill>
              </a:rPr>
              <a:t>Enables precise modelling</a:t>
            </a:r>
          </a:p>
          <a:p>
            <a:pPr marL="285750" indent="-285750" algn="l">
              <a:spcAft>
                <a:spcPts val="600"/>
              </a:spcAft>
              <a:buFont typeface="Arial" panose="020B0604020202020204" pitchFamily="34" charset="0"/>
              <a:buChar char="•"/>
            </a:pPr>
            <a:r>
              <a:rPr lang="en-US" sz="1600" dirty="0">
                <a:solidFill>
                  <a:schemeClr val="accent3">
                    <a:lumMod val="50000"/>
                  </a:schemeClr>
                </a:solidFill>
              </a:rPr>
              <a:t>54 classes, 4 datatype properties, 88 object properties</a:t>
            </a:r>
          </a:p>
          <a:p>
            <a:pPr marL="285750" indent="-285750" algn="l">
              <a:spcAft>
                <a:spcPts val="600"/>
              </a:spcAft>
              <a:buFont typeface="Arial" panose="020B0604020202020204" pitchFamily="34" charset="0"/>
              <a:buChar char="•"/>
            </a:pPr>
            <a:r>
              <a:rPr lang="en-US" sz="1600" dirty="0">
                <a:solidFill>
                  <a:schemeClr val="accent3">
                    <a:lumMod val="50000"/>
                  </a:schemeClr>
                </a:solidFill>
              </a:rPr>
              <a:t>Developed and applied in Norwegian Energy (O&amp;G) industry</a:t>
            </a:r>
          </a:p>
          <a:p>
            <a:pPr marL="285750" indent="-285750" algn="l">
              <a:spcAft>
                <a:spcPts val="600"/>
              </a:spcAft>
              <a:buFont typeface="Arial" panose="020B0604020202020204" pitchFamily="34" charset="0"/>
              <a:buChar char="•"/>
            </a:pPr>
            <a:r>
              <a:rPr lang="en-US" sz="1600" dirty="0">
                <a:solidFill>
                  <a:schemeClr val="accent3">
                    <a:lumMod val="50000"/>
                  </a:schemeClr>
                </a:solidFill>
              </a:rPr>
              <a:t>Formerly known as ‘ISO 15926-14 Data model adapted for OWL2 Direct Semantics’</a:t>
            </a:r>
          </a:p>
          <a:p>
            <a:pPr marL="285750" indent="-285750" algn="l">
              <a:spcAft>
                <a:spcPts val="600"/>
              </a:spcAft>
              <a:buFont typeface="Arial" panose="020B0604020202020204" pitchFamily="34" charset="0"/>
              <a:buChar char="•"/>
            </a:pPr>
            <a:r>
              <a:rPr lang="en-US" sz="1600" dirty="0">
                <a:solidFill>
                  <a:schemeClr val="accent3">
                    <a:lumMod val="50000"/>
                  </a:schemeClr>
                </a:solidFill>
              </a:rPr>
              <a:t>In the linked data world, the namespace is “</a:t>
            </a:r>
            <a:r>
              <a:rPr lang="en-US" sz="1600" dirty="0" err="1">
                <a:solidFill>
                  <a:schemeClr val="accent3">
                    <a:lumMod val="50000"/>
                  </a:schemeClr>
                </a:solidFill>
              </a:rPr>
              <a:t>lis</a:t>
            </a:r>
            <a:r>
              <a:rPr lang="en-US" sz="1600" dirty="0">
                <a:solidFill>
                  <a:schemeClr val="accent3">
                    <a:lumMod val="50000"/>
                  </a:schemeClr>
                </a:solidFill>
              </a:rPr>
              <a:t>:” (lifecycle information system) POSC/Caesar org maintains the RDF server.</a:t>
            </a:r>
          </a:p>
        </p:txBody>
      </p:sp>
      <p:pic>
        <p:nvPicPr>
          <p:cNvPr id="8" name="Picture 7">
            <a:extLst>
              <a:ext uri="{FF2B5EF4-FFF2-40B4-BE49-F238E27FC236}">
                <a16:creationId xmlns:a16="http://schemas.microsoft.com/office/drawing/2014/main" id="{38F2B6C2-61D7-0D21-CEDD-761033AE377B}"/>
              </a:ext>
            </a:extLst>
          </p:cNvPr>
          <p:cNvPicPr>
            <a:picLocks noChangeAspect="1"/>
          </p:cNvPicPr>
          <p:nvPr/>
        </p:nvPicPr>
        <p:blipFill>
          <a:blip r:embed="rId5"/>
          <a:stretch>
            <a:fillRect/>
          </a:stretch>
        </p:blipFill>
        <p:spPr>
          <a:xfrm>
            <a:off x="10058848" y="156461"/>
            <a:ext cx="2013919" cy="1264137"/>
          </a:xfrm>
          <a:prstGeom prst="rect">
            <a:avLst/>
          </a:prstGeom>
          <a:effectLst>
            <a:outerShdw blurRad="63500" sx="102000" sy="102000" algn="ctr" rotWithShape="0">
              <a:prstClr val="black">
                <a:alpha val="40000"/>
              </a:prstClr>
            </a:outerShdw>
          </a:effectLst>
        </p:spPr>
      </p:pic>
      <p:sp>
        <p:nvSpPr>
          <p:cNvPr id="13" name="TextBox 12">
            <a:extLst>
              <a:ext uri="{FF2B5EF4-FFF2-40B4-BE49-F238E27FC236}">
                <a16:creationId xmlns:a16="http://schemas.microsoft.com/office/drawing/2014/main" id="{64D1B384-7579-19D0-C5A4-A3A518E16645}"/>
              </a:ext>
            </a:extLst>
          </p:cNvPr>
          <p:cNvSpPr txBox="1"/>
          <p:nvPr/>
        </p:nvSpPr>
        <p:spPr>
          <a:xfrm>
            <a:off x="11925402" y="6507033"/>
            <a:ext cx="287258" cy="338554"/>
          </a:xfrm>
          <a:prstGeom prst="rect">
            <a:avLst/>
          </a:prstGeom>
          <a:noFill/>
        </p:spPr>
        <p:txBody>
          <a:bodyPr wrap="none" rtlCol="0">
            <a:spAutoFit/>
          </a:bodyPr>
          <a:lstStyle/>
          <a:p>
            <a:pPr algn="l"/>
            <a:r>
              <a:rPr lang="en-US" sz="1600" dirty="0">
                <a:solidFill>
                  <a:schemeClr val="accent3">
                    <a:lumMod val="50000"/>
                  </a:schemeClr>
                </a:solidFill>
              </a:rPr>
              <a:t>2</a:t>
            </a:r>
            <a:endParaRPr lang="en-DK" sz="1600" dirty="0">
              <a:solidFill>
                <a:schemeClr val="accent3">
                  <a:lumMod val="50000"/>
                </a:schemeClr>
              </a:solidFill>
            </a:endParaRPr>
          </a:p>
        </p:txBody>
      </p:sp>
      <p:sp>
        <p:nvSpPr>
          <p:cNvPr id="12" name="TextBox 11">
            <a:extLst>
              <a:ext uri="{FF2B5EF4-FFF2-40B4-BE49-F238E27FC236}">
                <a16:creationId xmlns:a16="http://schemas.microsoft.com/office/drawing/2014/main" id="{2400EB91-03B4-8CA3-8129-7E74F9DA5280}"/>
              </a:ext>
            </a:extLst>
          </p:cNvPr>
          <p:cNvSpPr txBox="1"/>
          <p:nvPr/>
        </p:nvSpPr>
        <p:spPr>
          <a:xfrm>
            <a:off x="-511277" y="21459"/>
            <a:ext cx="10373670" cy="830997"/>
          </a:xfrm>
          <a:prstGeom prst="rect">
            <a:avLst/>
          </a:prstGeom>
          <a:noFill/>
        </p:spPr>
        <p:txBody>
          <a:bodyPr wrap="square">
            <a:spAutoFit/>
          </a:bodyPr>
          <a:lstStyle/>
          <a:p>
            <a:pPr lvl="1"/>
            <a:r>
              <a:rPr lang="en-US" sz="2400" b="1" dirty="0">
                <a:latin typeface="+mj-lt"/>
              </a:rPr>
              <a:t>Units of measure and Qualities “Lingua franca” (IDO based), what is </a:t>
            </a:r>
            <a:r>
              <a:rPr lang="en-US" sz="2400" b="1" u="sng" dirty="0">
                <a:latin typeface="+mj-lt"/>
              </a:rPr>
              <a:t>I</a:t>
            </a:r>
            <a:r>
              <a:rPr lang="en-US" sz="2400" b="1" dirty="0">
                <a:latin typeface="+mj-lt"/>
              </a:rPr>
              <a:t>ndustrial </a:t>
            </a:r>
            <a:r>
              <a:rPr lang="en-US" sz="2400" b="1" u="sng" dirty="0">
                <a:latin typeface="+mj-lt"/>
              </a:rPr>
              <a:t>D</a:t>
            </a:r>
            <a:r>
              <a:rPr lang="en-US" sz="2400" b="1" dirty="0">
                <a:latin typeface="+mj-lt"/>
              </a:rPr>
              <a:t>ata </a:t>
            </a:r>
            <a:r>
              <a:rPr lang="en-US" sz="2400" b="1" u="sng" dirty="0">
                <a:latin typeface="+mj-lt"/>
              </a:rPr>
              <a:t>O</a:t>
            </a:r>
            <a:r>
              <a:rPr lang="en-US" sz="2400" b="1" dirty="0">
                <a:latin typeface="+mj-lt"/>
              </a:rPr>
              <a:t>ntology</a:t>
            </a:r>
          </a:p>
        </p:txBody>
      </p:sp>
    </p:spTree>
    <p:extLst>
      <p:ext uri="{BB962C8B-B14F-4D97-AF65-F5344CB8AC3E}">
        <p14:creationId xmlns:p14="http://schemas.microsoft.com/office/powerpoint/2010/main" val="65106304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E89393-2CCE-17E4-6EC6-C8B9E875B47A}"/>
            </a:ext>
          </a:extLst>
        </p:cNvPr>
        <p:cNvGrpSpPr/>
        <p:nvPr/>
      </p:nvGrpSpPr>
      <p:grpSpPr>
        <a:xfrm>
          <a:off x="0" y="0"/>
          <a:ext cx="0" cy="0"/>
          <a:chOff x="0" y="0"/>
          <a:chExt cx="0" cy="0"/>
        </a:xfrm>
      </p:grpSpPr>
      <p:cxnSp>
        <p:nvCxnSpPr>
          <p:cNvPr id="7" name="Straight Arrow Connector 6">
            <a:extLst>
              <a:ext uri="{FF2B5EF4-FFF2-40B4-BE49-F238E27FC236}">
                <a16:creationId xmlns:a16="http://schemas.microsoft.com/office/drawing/2014/main" id="{B62BD193-6D0F-F7F7-7224-8686BB88EEE2}"/>
              </a:ext>
            </a:extLst>
          </p:cNvPr>
          <p:cNvCxnSpPr>
            <a:cxnSpLocks/>
          </p:cNvCxnSpPr>
          <p:nvPr/>
        </p:nvCxnSpPr>
        <p:spPr>
          <a:xfrm>
            <a:off x="136591" y="1096067"/>
            <a:ext cx="11918815" cy="0"/>
          </a:xfrm>
          <a:prstGeom prst="straightConnector1">
            <a:avLst/>
          </a:prstGeom>
          <a:ln w="6350" cmpd="sng">
            <a:solidFill>
              <a:schemeClr val="accent2">
                <a:lumMod val="50000"/>
              </a:schemeClr>
            </a:solidFill>
            <a:prstDash val="solid"/>
          </a:ln>
        </p:spPr>
        <p:style>
          <a:lnRef idx="1">
            <a:schemeClr val="accent4"/>
          </a:lnRef>
          <a:fillRef idx="0">
            <a:schemeClr val="accent4"/>
          </a:fillRef>
          <a:effectRef idx="0">
            <a:schemeClr val="accent4"/>
          </a:effectRef>
          <a:fontRef idx="minor">
            <a:schemeClr val="tx1"/>
          </a:fontRef>
        </p:style>
      </p:cxnSp>
      <p:sp>
        <p:nvSpPr>
          <p:cNvPr id="3" name="Content Placeholder 2">
            <a:extLst>
              <a:ext uri="{FF2B5EF4-FFF2-40B4-BE49-F238E27FC236}">
                <a16:creationId xmlns:a16="http://schemas.microsoft.com/office/drawing/2014/main" id="{A3F55BF0-AEBE-8417-997B-3558706FDD05}"/>
              </a:ext>
            </a:extLst>
          </p:cNvPr>
          <p:cNvSpPr txBox="1">
            <a:spLocks/>
          </p:cNvSpPr>
          <p:nvPr/>
        </p:nvSpPr>
        <p:spPr>
          <a:xfrm>
            <a:off x="484255" y="1318739"/>
            <a:ext cx="6695964" cy="5068514"/>
          </a:xfrm>
          <a:prstGeom prst="rect">
            <a:avLst/>
          </a:prstGeom>
        </p:spPr>
        <p:txBody>
          <a:bodyPr>
            <a:noAutofit/>
          </a:bodyPr>
          <a:lstStyle>
            <a:lvl1pPr marL="182563" indent="-182563" algn="l" defTabSz="914400" rtl="0" eaLnBrk="1" latinLnBrk="0" hangingPunct="1">
              <a:lnSpc>
                <a:spcPct val="100000"/>
              </a:lnSpc>
              <a:spcBef>
                <a:spcPts val="1000"/>
              </a:spcBef>
              <a:spcAft>
                <a:spcPts val="800"/>
              </a:spcAft>
              <a:buFont typeface="Arial" panose="020B0604020202020204" pitchFamily="34" charset="0"/>
              <a:buChar char="•"/>
              <a:defRPr sz="1600" kern="1200">
                <a:solidFill>
                  <a:srgbClr val="11497B"/>
                </a:solidFill>
                <a:latin typeface="+mn-lt"/>
                <a:ea typeface="+mn-ea"/>
                <a:cs typeface="+mn-cs"/>
              </a:defRPr>
            </a:lvl1pPr>
            <a:lvl2pPr marL="630238" indent="-173038" algn="l" defTabSz="914400" rtl="0" eaLnBrk="1" latinLnBrk="0" hangingPunct="1">
              <a:lnSpc>
                <a:spcPct val="100000"/>
              </a:lnSpc>
              <a:spcBef>
                <a:spcPts val="500"/>
              </a:spcBef>
              <a:spcAft>
                <a:spcPts val="800"/>
              </a:spcAft>
              <a:buFont typeface="Arial" panose="020B0604020202020204" pitchFamily="34" charset="0"/>
              <a:buChar char="•"/>
              <a:defRPr sz="1600" kern="1200">
                <a:solidFill>
                  <a:srgbClr val="11497B"/>
                </a:solidFill>
                <a:latin typeface="+mn-lt"/>
                <a:ea typeface="+mn-ea"/>
                <a:cs typeface="+mn-cs"/>
              </a:defRPr>
            </a:lvl2pPr>
            <a:lvl3pPr marL="1079500" indent="-165100" algn="l" defTabSz="914400" rtl="0" eaLnBrk="1" latinLnBrk="0" hangingPunct="1">
              <a:lnSpc>
                <a:spcPct val="100000"/>
              </a:lnSpc>
              <a:spcBef>
                <a:spcPts val="500"/>
              </a:spcBef>
              <a:spcAft>
                <a:spcPts val="800"/>
              </a:spcAft>
              <a:buFont typeface="Arial" panose="020B0604020202020204" pitchFamily="34" charset="0"/>
              <a:buChar char="•"/>
              <a:defRPr sz="1600" kern="1200">
                <a:solidFill>
                  <a:srgbClr val="11497B"/>
                </a:solidFill>
                <a:latin typeface="+mn-lt"/>
                <a:ea typeface="+mn-ea"/>
                <a:cs typeface="+mn-cs"/>
              </a:defRPr>
            </a:lvl3pPr>
            <a:lvl4pPr marL="1527175" indent="-155575" algn="l" defTabSz="914400" rtl="0" eaLnBrk="1" latinLnBrk="0" hangingPunct="1">
              <a:lnSpc>
                <a:spcPct val="100000"/>
              </a:lnSpc>
              <a:spcBef>
                <a:spcPts val="500"/>
              </a:spcBef>
              <a:spcAft>
                <a:spcPts val="800"/>
              </a:spcAft>
              <a:buFont typeface="Arial" panose="020B0604020202020204" pitchFamily="34" charset="0"/>
              <a:buChar char="•"/>
              <a:defRPr sz="1600" kern="1200">
                <a:solidFill>
                  <a:srgbClr val="11497B"/>
                </a:solidFill>
                <a:latin typeface="+mn-lt"/>
                <a:ea typeface="+mn-ea"/>
                <a:cs typeface="+mn-cs"/>
              </a:defRPr>
            </a:lvl4pPr>
            <a:lvl5pPr marL="1974850" indent="-146050" algn="l" defTabSz="914400" rtl="0" eaLnBrk="1" latinLnBrk="0" hangingPunct="1">
              <a:lnSpc>
                <a:spcPct val="100000"/>
              </a:lnSpc>
              <a:spcBef>
                <a:spcPts val="500"/>
              </a:spcBef>
              <a:spcAft>
                <a:spcPts val="800"/>
              </a:spcAft>
              <a:buFont typeface="Arial" panose="020B0604020202020204" pitchFamily="34" charset="0"/>
              <a:buChar char="•"/>
              <a:defRPr sz="1600" kern="1200">
                <a:solidFill>
                  <a:srgbClr val="11497B"/>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1400" dirty="0">
              <a:solidFill>
                <a:schemeClr val="accent3">
                  <a:lumMod val="50000"/>
                </a:schemeClr>
              </a:solidFill>
            </a:endParaRPr>
          </a:p>
        </p:txBody>
      </p:sp>
      <p:sp>
        <p:nvSpPr>
          <p:cNvPr id="13" name="TextBox 12">
            <a:extLst>
              <a:ext uri="{FF2B5EF4-FFF2-40B4-BE49-F238E27FC236}">
                <a16:creationId xmlns:a16="http://schemas.microsoft.com/office/drawing/2014/main" id="{5F99F0F8-7B34-AC96-C0CE-BE1536EF7A64}"/>
              </a:ext>
            </a:extLst>
          </p:cNvPr>
          <p:cNvSpPr txBox="1"/>
          <p:nvPr/>
        </p:nvSpPr>
        <p:spPr>
          <a:xfrm>
            <a:off x="11925402" y="6507033"/>
            <a:ext cx="287258" cy="338554"/>
          </a:xfrm>
          <a:prstGeom prst="rect">
            <a:avLst/>
          </a:prstGeom>
          <a:noFill/>
        </p:spPr>
        <p:txBody>
          <a:bodyPr wrap="none" rtlCol="0">
            <a:spAutoFit/>
          </a:bodyPr>
          <a:lstStyle/>
          <a:p>
            <a:pPr algn="l"/>
            <a:r>
              <a:rPr lang="en-US" sz="1600" dirty="0">
                <a:solidFill>
                  <a:schemeClr val="accent3">
                    <a:lumMod val="50000"/>
                  </a:schemeClr>
                </a:solidFill>
              </a:rPr>
              <a:t>2</a:t>
            </a:r>
            <a:endParaRPr lang="en-DK" sz="1600" dirty="0">
              <a:solidFill>
                <a:schemeClr val="accent3">
                  <a:lumMod val="50000"/>
                </a:schemeClr>
              </a:solidFill>
            </a:endParaRPr>
          </a:p>
        </p:txBody>
      </p:sp>
      <p:sp>
        <p:nvSpPr>
          <p:cNvPr id="12" name="TextBox 11">
            <a:extLst>
              <a:ext uri="{FF2B5EF4-FFF2-40B4-BE49-F238E27FC236}">
                <a16:creationId xmlns:a16="http://schemas.microsoft.com/office/drawing/2014/main" id="{ACF8AA5D-F94D-6D9A-4CF7-B68B8DA74BC1}"/>
              </a:ext>
            </a:extLst>
          </p:cNvPr>
          <p:cNvSpPr txBox="1"/>
          <p:nvPr/>
        </p:nvSpPr>
        <p:spPr>
          <a:xfrm>
            <a:off x="-511277" y="21459"/>
            <a:ext cx="10373670" cy="830997"/>
          </a:xfrm>
          <a:prstGeom prst="rect">
            <a:avLst/>
          </a:prstGeom>
          <a:noFill/>
        </p:spPr>
        <p:txBody>
          <a:bodyPr wrap="square">
            <a:spAutoFit/>
          </a:bodyPr>
          <a:lstStyle/>
          <a:p>
            <a:pPr lvl="1"/>
            <a:r>
              <a:rPr lang="en-US" sz="2400" b="1" dirty="0">
                <a:latin typeface="+mj-lt"/>
              </a:rPr>
              <a:t>Units of measure and Qualities “Lingua franca” (IDO based), what is </a:t>
            </a:r>
            <a:r>
              <a:rPr lang="en-US" sz="2400" b="1" u="sng" dirty="0">
                <a:latin typeface="+mj-lt"/>
              </a:rPr>
              <a:t>I</a:t>
            </a:r>
            <a:r>
              <a:rPr lang="en-US" sz="2400" b="1" dirty="0">
                <a:latin typeface="+mj-lt"/>
              </a:rPr>
              <a:t>ndustrial </a:t>
            </a:r>
            <a:r>
              <a:rPr lang="en-US" sz="2400" b="1" u="sng" dirty="0">
                <a:latin typeface="+mj-lt"/>
              </a:rPr>
              <a:t>D</a:t>
            </a:r>
            <a:r>
              <a:rPr lang="en-US" sz="2400" b="1" dirty="0">
                <a:latin typeface="+mj-lt"/>
              </a:rPr>
              <a:t>ata </a:t>
            </a:r>
            <a:r>
              <a:rPr lang="en-US" sz="2400" b="1" u="sng" dirty="0">
                <a:latin typeface="+mj-lt"/>
              </a:rPr>
              <a:t>O</a:t>
            </a:r>
            <a:r>
              <a:rPr lang="en-US" sz="2400" b="1" dirty="0">
                <a:latin typeface="+mj-lt"/>
              </a:rPr>
              <a:t>ntology</a:t>
            </a:r>
          </a:p>
        </p:txBody>
      </p:sp>
      <p:pic>
        <p:nvPicPr>
          <p:cNvPr id="6" name="Picture 5">
            <a:extLst>
              <a:ext uri="{FF2B5EF4-FFF2-40B4-BE49-F238E27FC236}">
                <a16:creationId xmlns:a16="http://schemas.microsoft.com/office/drawing/2014/main" id="{3681E65B-7EF7-C646-1937-A6B7F2128832}"/>
              </a:ext>
            </a:extLst>
          </p:cNvPr>
          <p:cNvPicPr>
            <a:picLocks noChangeAspect="1"/>
          </p:cNvPicPr>
          <p:nvPr/>
        </p:nvPicPr>
        <p:blipFill>
          <a:blip r:embed="rId3"/>
          <a:stretch>
            <a:fillRect/>
          </a:stretch>
        </p:blipFill>
        <p:spPr>
          <a:xfrm>
            <a:off x="2552393" y="1520690"/>
            <a:ext cx="5884936" cy="4796540"/>
          </a:xfrm>
          <a:prstGeom prst="rect">
            <a:avLst/>
          </a:prstGeom>
        </p:spPr>
      </p:pic>
    </p:spTree>
    <p:extLst>
      <p:ext uri="{BB962C8B-B14F-4D97-AF65-F5344CB8AC3E}">
        <p14:creationId xmlns:p14="http://schemas.microsoft.com/office/powerpoint/2010/main" val="272710038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17A42EAD-87AC-9ED5-AB0A-31C9DED535C3}"/>
              </a:ext>
            </a:extLst>
          </p:cNvPr>
          <p:cNvSpPr txBox="1"/>
          <p:nvPr/>
        </p:nvSpPr>
        <p:spPr>
          <a:xfrm>
            <a:off x="245622" y="80103"/>
            <a:ext cx="8898377" cy="646331"/>
          </a:xfrm>
          <a:prstGeom prst="rect">
            <a:avLst/>
          </a:prstGeom>
          <a:noFill/>
        </p:spPr>
        <p:txBody>
          <a:bodyPr wrap="square">
            <a:spAutoFit/>
          </a:bodyPr>
          <a:lstStyle/>
          <a:p>
            <a:r>
              <a:rPr lang="en-US" sz="3600" dirty="0">
                <a:solidFill>
                  <a:schemeClr val="accent1"/>
                </a:solidFill>
                <a:latin typeface="+mj-lt"/>
              </a:rPr>
              <a:t>Grundfos Ontology Tool</a:t>
            </a:r>
            <a:endParaRPr lang="en-DK" sz="3600" dirty="0">
              <a:latin typeface="+mj-lt"/>
            </a:endParaRPr>
          </a:p>
        </p:txBody>
      </p:sp>
      <p:pic>
        <p:nvPicPr>
          <p:cNvPr id="4" name="Picture 3">
            <a:extLst>
              <a:ext uri="{FF2B5EF4-FFF2-40B4-BE49-F238E27FC236}">
                <a16:creationId xmlns:a16="http://schemas.microsoft.com/office/drawing/2014/main" id="{9681A745-D49E-50A6-29BB-4FBE0CB8EFE9}"/>
              </a:ext>
            </a:extLst>
          </p:cNvPr>
          <p:cNvPicPr>
            <a:picLocks noChangeAspect="1"/>
          </p:cNvPicPr>
          <p:nvPr/>
        </p:nvPicPr>
        <p:blipFill>
          <a:blip r:embed="rId3"/>
          <a:stretch>
            <a:fillRect/>
          </a:stretch>
        </p:blipFill>
        <p:spPr>
          <a:xfrm>
            <a:off x="0" y="627157"/>
            <a:ext cx="12192000" cy="6044557"/>
          </a:xfrm>
          <a:prstGeom prst="rect">
            <a:avLst/>
          </a:prstGeom>
        </p:spPr>
      </p:pic>
    </p:spTree>
    <p:extLst>
      <p:ext uri="{BB962C8B-B14F-4D97-AF65-F5344CB8AC3E}">
        <p14:creationId xmlns:p14="http://schemas.microsoft.com/office/powerpoint/2010/main" val="61898452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90D5B90-9F8E-F402-BC15-8676046E6419}"/>
              </a:ext>
            </a:extLst>
          </p:cNvPr>
          <p:cNvPicPr>
            <a:picLocks noChangeAspect="1"/>
          </p:cNvPicPr>
          <p:nvPr/>
        </p:nvPicPr>
        <p:blipFill>
          <a:blip r:embed="rId3"/>
          <a:stretch>
            <a:fillRect/>
          </a:stretch>
        </p:blipFill>
        <p:spPr>
          <a:xfrm>
            <a:off x="290991" y="2354842"/>
            <a:ext cx="4317046" cy="1944250"/>
          </a:xfrm>
          <a:prstGeom prst="rect">
            <a:avLst/>
          </a:prstGeom>
          <a:ln>
            <a:solidFill>
              <a:srgbClr val="092844"/>
            </a:solidFill>
          </a:ln>
        </p:spPr>
      </p:pic>
      <p:pic>
        <p:nvPicPr>
          <p:cNvPr id="5" name="Picture 4">
            <a:extLst>
              <a:ext uri="{FF2B5EF4-FFF2-40B4-BE49-F238E27FC236}">
                <a16:creationId xmlns:a16="http://schemas.microsoft.com/office/drawing/2014/main" id="{A6C4A6B4-4000-459D-BCCC-C8DA84A9AE7F}"/>
              </a:ext>
            </a:extLst>
          </p:cNvPr>
          <p:cNvPicPr>
            <a:picLocks noChangeAspect="1"/>
          </p:cNvPicPr>
          <p:nvPr/>
        </p:nvPicPr>
        <p:blipFill>
          <a:blip r:embed="rId4"/>
          <a:stretch>
            <a:fillRect/>
          </a:stretch>
        </p:blipFill>
        <p:spPr>
          <a:xfrm>
            <a:off x="5275206" y="2042299"/>
            <a:ext cx="2482240" cy="2569336"/>
          </a:xfrm>
          <a:prstGeom prst="rect">
            <a:avLst/>
          </a:prstGeom>
        </p:spPr>
      </p:pic>
      <p:pic>
        <p:nvPicPr>
          <p:cNvPr id="7" name="Picture 6">
            <a:extLst>
              <a:ext uri="{FF2B5EF4-FFF2-40B4-BE49-F238E27FC236}">
                <a16:creationId xmlns:a16="http://schemas.microsoft.com/office/drawing/2014/main" id="{D513CF22-45B1-DCCC-29C3-6026631499CD}"/>
              </a:ext>
            </a:extLst>
          </p:cNvPr>
          <p:cNvPicPr>
            <a:picLocks noChangeAspect="1"/>
          </p:cNvPicPr>
          <p:nvPr/>
        </p:nvPicPr>
        <p:blipFill>
          <a:blip r:embed="rId5"/>
          <a:stretch>
            <a:fillRect/>
          </a:stretch>
        </p:blipFill>
        <p:spPr>
          <a:xfrm>
            <a:off x="8681300" y="2203784"/>
            <a:ext cx="2675446" cy="2246365"/>
          </a:xfrm>
          <a:prstGeom prst="rect">
            <a:avLst/>
          </a:prstGeom>
        </p:spPr>
      </p:pic>
      <p:sp>
        <p:nvSpPr>
          <p:cNvPr id="8" name="TextBox 7">
            <a:extLst>
              <a:ext uri="{FF2B5EF4-FFF2-40B4-BE49-F238E27FC236}">
                <a16:creationId xmlns:a16="http://schemas.microsoft.com/office/drawing/2014/main" id="{D23C5C3C-A5EB-7DFA-78D2-303048E10D41}"/>
              </a:ext>
            </a:extLst>
          </p:cNvPr>
          <p:cNvSpPr txBox="1"/>
          <p:nvPr/>
        </p:nvSpPr>
        <p:spPr>
          <a:xfrm>
            <a:off x="6096000" y="4450149"/>
            <a:ext cx="1252266" cy="1077218"/>
          </a:xfrm>
          <a:prstGeom prst="rect">
            <a:avLst/>
          </a:prstGeom>
          <a:noFill/>
        </p:spPr>
        <p:txBody>
          <a:bodyPr wrap="none" rtlCol="0">
            <a:spAutoFit/>
          </a:bodyPr>
          <a:lstStyle/>
          <a:p>
            <a:pPr algn="l"/>
            <a:r>
              <a:rPr lang="en-US" sz="1600" dirty="0"/>
              <a:t>OTTR </a:t>
            </a:r>
          </a:p>
          <a:p>
            <a:pPr algn="l"/>
            <a:r>
              <a:rPr lang="en-US" sz="1600" dirty="0"/>
              <a:t>Reasonable </a:t>
            </a:r>
          </a:p>
          <a:p>
            <a:pPr algn="l"/>
            <a:r>
              <a:rPr lang="en-US" sz="1600" dirty="0"/>
              <a:t>Ontology </a:t>
            </a:r>
          </a:p>
          <a:p>
            <a:pPr algn="l"/>
            <a:r>
              <a:rPr lang="en-US" sz="1600" dirty="0"/>
              <a:t>Templates</a:t>
            </a:r>
            <a:endParaRPr lang="en-DK" sz="1600" dirty="0"/>
          </a:p>
        </p:txBody>
      </p:sp>
      <p:sp>
        <p:nvSpPr>
          <p:cNvPr id="9" name="Arrow: Right 8">
            <a:extLst>
              <a:ext uri="{FF2B5EF4-FFF2-40B4-BE49-F238E27FC236}">
                <a16:creationId xmlns:a16="http://schemas.microsoft.com/office/drawing/2014/main" id="{97846F45-781A-3879-DA16-43CDE9AD073B}"/>
              </a:ext>
            </a:extLst>
          </p:cNvPr>
          <p:cNvSpPr/>
          <p:nvPr/>
        </p:nvSpPr>
        <p:spPr>
          <a:xfrm>
            <a:off x="5003854" y="2928245"/>
            <a:ext cx="574158" cy="797442"/>
          </a:xfrm>
          <a:prstGeom prst="rightArrow">
            <a:avLst/>
          </a:prstGeom>
          <a:solidFill>
            <a:srgbClr val="126AF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K" sz="1600"/>
          </a:p>
        </p:txBody>
      </p:sp>
      <p:sp>
        <p:nvSpPr>
          <p:cNvPr id="10" name="Arrow: Right 9">
            <a:extLst>
              <a:ext uri="{FF2B5EF4-FFF2-40B4-BE49-F238E27FC236}">
                <a16:creationId xmlns:a16="http://schemas.microsoft.com/office/drawing/2014/main" id="{DAD49641-9B3D-2B5C-A760-F991784376CE}"/>
              </a:ext>
            </a:extLst>
          </p:cNvPr>
          <p:cNvSpPr/>
          <p:nvPr/>
        </p:nvSpPr>
        <p:spPr>
          <a:xfrm>
            <a:off x="7733721" y="2928245"/>
            <a:ext cx="574158" cy="797442"/>
          </a:xfrm>
          <a:prstGeom prst="rightArrow">
            <a:avLst/>
          </a:prstGeom>
          <a:solidFill>
            <a:srgbClr val="126AF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K" sz="1600"/>
          </a:p>
        </p:txBody>
      </p:sp>
      <p:sp>
        <p:nvSpPr>
          <p:cNvPr id="11" name="Rectangle 10">
            <a:extLst>
              <a:ext uri="{FF2B5EF4-FFF2-40B4-BE49-F238E27FC236}">
                <a16:creationId xmlns:a16="http://schemas.microsoft.com/office/drawing/2014/main" id="{82325216-5CB3-296E-D42F-C4F33F53DD21}"/>
              </a:ext>
            </a:extLst>
          </p:cNvPr>
          <p:cNvSpPr/>
          <p:nvPr/>
        </p:nvSpPr>
        <p:spPr>
          <a:xfrm>
            <a:off x="116732" y="1546698"/>
            <a:ext cx="7451387" cy="4250987"/>
          </a:xfrm>
          <a:prstGeom prst="rect">
            <a:avLst/>
          </a:prstGeom>
          <a:noFill/>
          <a:ln>
            <a:solidFill>
              <a:srgbClr val="09284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K" sz="1600"/>
          </a:p>
        </p:txBody>
      </p:sp>
      <p:sp>
        <p:nvSpPr>
          <p:cNvPr id="12" name="TextBox 11">
            <a:extLst>
              <a:ext uri="{FF2B5EF4-FFF2-40B4-BE49-F238E27FC236}">
                <a16:creationId xmlns:a16="http://schemas.microsoft.com/office/drawing/2014/main" id="{38A5643F-1583-7491-6FDF-6BA8E4CA3509}"/>
              </a:ext>
            </a:extLst>
          </p:cNvPr>
          <p:cNvSpPr txBox="1"/>
          <p:nvPr/>
        </p:nvSpPr>
        <p:spPr>
          <a:xfrm>
            <a:off x="116732" y="1227599"/>
            <a:ext cx="3490058" cy="338554"/>
          </a:xfrm>
          <a:prstGeom prst="rect">
            <a:avLst/>
          </a:prstGeom>
          <a:noFill/>
        </p:spPr>
        <p:txBody>
          <a:bodyPr wrap="none" rtlCol="0">
            <a:spAutoFit/>
          </a:bodyPr>
          <a:lstStyle/>
          <a:p>
            <a:pPr algn="l"/>
            <a:r>
              <a:rPr lang="en-US" sz="1600" dirty="0"/>
              <a:t>Grundfos Ontology Tool “Workspace”</a:t>
            </a:r>
            <a:endParaRPr lang="en-DK" sz="1600" dirty="0"/>
          </a:p>
        </p:txBody>
      </p:sp>
      <p:sp>
        <p:nvSpPr>
          <p:cNvPr id="13" name="TextBox 12">
            <a:extLst>
              <a:ext uri="{FF2B5EF4-FFF2-40B4-BE49-F238E27FC236}">
                <a16:creationId xmlns:a16="http://schemas.microsoft.com/office/drawing/2014/main" id="{A7CC5F04-9E14-39B9-E53E-DB8A7449F195}"/>
              </a:ext>
            </a:extLst>
          </p:cNvPr>
          <p:cNvSpPr txBox="1"/>
          <p:nvPr/>
        </p:nvSpPr>
        <p:spPr>
          <a:xfrm>
            <a:off x="245622" y="80103"/>
            <a:ext cx="8898377" cy="646331"/>
          </a:xfrm>
          <a:prstGeom prst="rect">
            <a:avLst/>
          </a:prstGeom>
          <a:noFill/>
        </p:spPr>
        <p:txBody>
          <a:bodyPr wrap="square">
            <a:spAutoFit/>
          </a:bodyPr>
          <a:lstStyle/>
          <a:p>
            <a:r>
              <a:rPr lang="en-US" sz="3600" dirty="0">
                <a:solidFill>
                  <a:schemeClr val="accent1"/>
                </a:solidFill>
                <a:latin typeface="+mj-lt"/>
              </a:rPr>
              <a:t>Grundfos Ontology Tool</a:t>
            </a:r>
            <a:endParaRPr lang="en-DK" sz="3600" dirty="0">
              <a:latin typeface="+mj-lt"/>
            </a:endParaRPr>
          </a:p>
        </p:txBody>
      </p:sp>
      <p:sp>
        <p:nvSpPr>
          <p:cNvPr id="2" name="TextBox 1">
            <a:extLst>
              <a:ext uri="{FF2B5EF4-FFF2-40B4-BE49-F238E27FC236}">
                <a16:creationId xmlns:a16="http://schemas.microsoft.com/office/drawing/2014/main" id="{845C647B-3389-8DED-8B25-F45357FFA7D9}"/>
              </a:ext>
            </a:extLst>
          </p:cNvPr>
          <p:cNvSpPr txBox="1"/>
          <p:nvPr/>
        </p:nvSpPr>
        <p:spPr>
          <a:xfrm>
            <a:off x="7636869" y="3882734"/>
            <a:ext cx="780983" cy="338554"/>
          </a:xfrm>
          <a:prstGeom prst="rect">
            <a:avLst/>
          </a:prstGeom>
          <a:noFill/>
        </p:spPr>
        <p:txBody>
          <a:bodyPr wrap="none" rtlCol="0">
            <a:spAutoFit/>
          </a:bodyPr>
          <a:lstStyle/>
          <a:p>
            <a:pPr algn="l"/>
            <a:r>
              <a:rPr lang="en-US" sz="1600" dirty="0"/>
              <a:t>“</a:t>
            </a:r>
            <a:r>
              <a:rPr lang="en-US" sz="1600" dirty="0" err="1"/>
              <a:t>lutra</a:t>
            </a:r>
            <a:r>
              <a:rPr lang="en-US" sz="1600" dirty="0"/>
              <a:t>”</a:t>
            </a:r>
            <a:endParaRPr lang="en-DK" sz="1600" dirty="0"/>
          </a:p>
        </p:txBody>
      </p:sp>
    </p:spTree>
    <p:extLst>
      <p:ext uri="{BB962C8B-B14F-4D97-AF65-F5344CB8AC3E}">
        <p14:creationId xmlns:p14="http://schemas.microsoft.com/office/powerpoint/2010/main" val="28339366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BC4C4D-3FB1-853D-9DF4-11B51CED0C9B}"/>
              </a:ext>
            </a:extLst>
          </p:cNvPr>
          <p:cNvSpPr>
            <a:spLocks noGrp="1"/>
          </p:cNvSpPr>
          <p:nvPr>
            <p:ph type="title"/>
          </p:nvPr>
        </p:nvSpPr>
        <p:spPr/>
        <p:txBody>
          <a:bodyPr/>
          <a:lstStyle/>
          <a:p>
            <a:r>
              <a:rPr lang="en-US" dirty="0"/>
              <a:t>PCA </a:t>
            </a:r>
            <a:r>
              <a:rPr lang="en-US" dirty="0" err="1"/>
              <a:t>modellind</a:t>
            </a:r>
            <a:r>
              <a:rPr lang="en-US" dirty="0"/>
              <a:t> patterns</a:t>
            </a:r>
            <a:endParaRPr lang="en-DK" dirty="0"/>
          </a:p>
        </p:txBody>
      </p:sp>
      <p:sp>
        <p:nvSpPr>
          <p:cNvPr id="6" name="TextBox 5">
            <a:extLst>
              <a:ext uri="{FF2B5EF4-FFF2-40B4-BE49-F238E27FC236}">
                <a16:creationId xmlns:a16="http://schemas.microsoft.com/office/drawing/2014/main" id="{CBE81429-45F9-B128-1934-7FF85006C77F}"/>
              </a:ext>
            </a:extLst>
          </p:cNvPr>
          <p:cNvSpPr txBox="1"/>
          <p:nvPr/>
        </p:nvSpPr>
        <p:spPr>
          <a:xfrm>
            <a:off x="530225" y="6409343"/>
            <a:ext cx="6096000" cy="461665"/>
          </a:xfrm>
          <a:prstGeom prst="rect">
            <a:avLst/>
          </a:prstGeom>
          <a:noFill/>
        </p:spPr>
        <p:txBody>
          <a:bodyPr wrap="square">
            <a:spAutoFit/>
          </a:bodyPr>
          <a:lstStyle/>
          <a:p>
            <a:r>
              <a:rPr lang="en-DK" dirty="0"/>
              <a:t>https://rds.posccaesar.org/doc/patterns</a:t>
            </a:r>
          </a:p>
        </p:txBody>
      </p:sp>
      <p:pic>
        <p:nvPicPr>
          <p:cNvPr id="8" name="Picture 7">
            <a:extLst>
              <a:ext uri="{FF2B5EF4-FFF2-40B4-BE49-F238E27FC236}">
                <a16:creationId xmlns:a16="http://schemas.microsoft.com/office/drawing/2014/main" id="{BF33DB28-CC3C-164A-AFCD-4E9D46643F6D}"/>
              </a:ext>
            </a:extLst>
          </p:cNvPr>
          <p:cNvPicPr>
            <a:picLocks noChangeAspect="1"/>
          </p:cNvPicPr>
          <p:nvPr/>
        </p:nvPicPr>
        <p:blipFill>
          <a:blip r:embed="rId3"/>
          <a:stretch>
            <a:fillRect/>
          </a:stretch>
        </p:blipFill>
        <p:spPr>
          <a:xfrm>
            <a:off x="845820" y="850588"/>
            <a:ext cx="10500360" cy="5696387"/>
          </a:xfrm>
          <a:prstGeom prst="rect">
            <a:avLst/>
          </a:prstGeom>
        </p:spPr>
      </p:pic>
    </p:spTree>
    <p:extLst>
      <p:ext uri="{BB962C8B-B14F-4D97-AF65-F5344CB8AC3E}">
        <p14:creationId xmlns:p14="http://schemas.microsoft.com/office/powerpoint/2010/main" val="406176262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0020231D-AAB3-20BB-A919-BCF6D75CEFB1}"/>
              </a:ext>
            </a:extLst>
          </p:cNvPr>
          <p:cNvSpPr txBox="1"/>
          <p:nvPr/>
        </p:nvSpPr>
        <p:spPr>
          <a:xfrm>
            <a:off x="2070955" y="1171437"/>
            <a:ext cx="6096000" cy="5632311"/>
          </a:xfrm>
          <a:prstGeom prst="rect">
            <a:avLst/>
          </a:prstGeom>
          <a:noFill/>
        </p:spPr>
        <p:txBody>
          <a:bodyPr wrap="square">
            <a:spAutoFit/>
          </a:bodyPr>
          <a:lstStyle/>
          <a:p>
            <a:r>
              <a:rPr lang="en-DK" sz="1200" dirty="0"/>
              <a:t>@prefix </a:t>
            </a:r>
            <a:r>
              <a:rPr lang="en-DK" sz="1200" dirty="0" err="1"/>
              <a:t>ottr</a:t>
            </a:r>
            <a:r>
              <a:rPr lang="en-DK" sz="1200" dirty="0"/>
              <a:t>: &lt;http://ns.ottr.xyz/0.4/&gt; .</a:t>
            </a:r>
          </a:p>
          <a:p>
            <a:r>
              <a:rPr lang="en-DK" sz="1200" dirty="0"/>
              <a:t>@prefix </a:t>
            </a:r>
            <a:r>
              <a:rPr lang="en-DK" sz="1200" dirty="0" err="1"/>
              <a:t>plmtpl</a:t>
            </a:r>
            <a:r>
              <a:rPr lang="en-DK" sz="1200" dirty="0"/>
              <a:t>: &lt;http://rds.posccaesar.org/ontology/plm/tpl/0.1/&gt; .</a:t>
            </a:r>
          </a:p>
          <a:p>
            <a:r>
              <a:rPr lang="en-DK" sz="1200" dirty="0"/>
              <a:t>@prefix o-owl-</a:t>
            </a:r>
            <a:r>
              <a:rPr lang="en-DK" sz="1200" dirty="0" err="1"/>
              <a:t>ax</a:t>
            </a:r>
            <a:r>
              <a:rPr lang="en-DK" sz="1200" dirty="0"/>
              <a:t>: &lt;http://tpl.ottr.xyz/owl/axiom/0.1/&gt; .</a:t>
            </a:r>
          </a:p>
          <a:p>
            <a:r>
              <a:rPr lang="en-DK" sz="1200" dirty="0"/>
              <a:t>@prefix </a:t>
            </a:r>
            <a:r>
              <a:rPr lang="en-DK" sz="1200" dirty="0" err="1"/>
              <a:t>rdfs</a:t>
            </a:r>
            <a:r>
              <a:rPr lang="en-DK" sz="1200" dirty="0"/>
              <a:t>: &lt;http://www.w3.org/2000/01/rdf-schema#&gt; .</a:t>
            </a:r>
          </a:p>
          <a:p>
            <a:r>
              <a:rPr lang="en-DK" sz="1200" dirty="0"/>
              <a:t>@prefix </a:t>
            </a:r>
            <a:r>
              <a:rPr lang="en-DK" sz="1200" dirty="0" err="1"/>
              <a:t>xsd</a:t>
            </a:r>
            <a:r>
              <a:rPr lang="en-DK" sz="1200" dirty="0"/>
              <a:t>: &lt;http://www.w3.org/2001/XMLSchema#&gt; .</a:t>
            </a:r>
          </a:p>
          <a:p>
            <a:r>
              <a:rPr lang="en-DK" sz="1200" dirty="0"/>
              <a:t>@prefix owl: &lt;http://www.w3.org/2002/07/owl#&gt; .</a:t>
            </a:r>
          </a:p>
          <a:p>
            <a:r>
              <a:rPr lang="en-DK" sz="1200" dirty="0"/>
              <a:t>@prefix </a:t>
            </a:r>
            <a:r>
              <a:rPr lang="en-DK" sz="1200" dirty="0" err="1"/>
              <a:t>gfuom</a:t>
            </a:r>
            <a:r>
              <a:rPr lang="en-DK" sz="1200" dirty="0"/>
              <a:t>: &lt;http://data.grundfos.com/rdf/uom#&gt; .</a:t>
            </a:r>
          </a:p>
          <a:p>
            <a:r>
              <a:rPr lang="en-DK" sz="1200" dirty="0"/>
              <a:t>@prefix </a:t>
            </a:r>
            <a:r>
              <a:rPr lang="en-DK" sz="1200" dirty="0" err="1"/>
              <a:t>uomtpl</a:t>
            </a:r>
            <a:r>
              <a:rPr lang="en-DK" sz="1200" dirty="0"/>
              <a:t>: &lt;http://data.grundfos.com/tpl/uom/0.1/&gt; .</a:t>
            </a:r>
          </a:p>
          <a:p>
            <a:endParaRPr lang="en-DK" sz="1200" dirty="0"/>
          </a:p>
          <a:p>
            <a:endParaRPr lang="en-DK" sz="1200" dirty="0"/>
          </a:p>
          <a:p>
            <a:r>
              <a:rPr lang="en-DK" sz="1200" dirty="0" err="1"/>
              <a:t>uomtpl:RDLQuality</a:t>
            </a:r>
            <a:r>
              <a:rPr lang="en-DK" sz="1200" dirty="0"/>
              <a:t>[</a:t>
            </a:r>
          </a:p>
          <a:p>
            <a:r>
              <a:rPr lang="en-DK" sz="1200" dirty="0"/>
              <a:t>    ! </a:t>
            </a:r>
            <a:r>
              <a:rPr lang="en-DK" sz="1200" dirty="0" err="1"/>
              <a:t>owl:Class</a:t>
            </a:r>
            <a:r>
              <a:rPr lang="en-DK" sz="1200" dirty="0"/>
              <a:t> ?quality,</a:t>
            </a:r>
          </a:p>
          <a:p>
            <a:r>
              <a:rPr lang="en-DK" sz="1200" dirty="0"/>
              <a:t>    ? </a:t>
            </a:r>
            <a:r>
              <a:rPr lang="en-DK" sz="1200" dirty="0" err="1"/>
              <a:t>ottr:IRI</a:t>
            </a:r>
            <a:r>
              <a:rPr lang="en-DK" sz="1200" dirty="0"/>
              <a:t> ?</a:t>
            </a:r>
            <a:r>
              <a:rPr lang="en-DK" sz="1200" dirty="0" err="1"/>
              <a:t>humanReadableIri</a:t>
            </a:r>
            <a:r>
              <a:rPr lang="en-DK" sz="1200" dirty="0"/>
              <a:t>,</a:t>
            </a:r>
          </a:p>
          <a:p>
            <a:r>
              <a:rPr lang="en-DK" sz="1200" dirty="0"/>
              <a:t>    ? List&lt;</a:t>
            </a:r>
            <a:r>
              <a:rPr lang="en-DK" sz="1200" dirty="0" err="1"/>
              <a:t>owl:Class</a:t>
            </a:r>
            <a:r>
              <a:rPr lang="en-DK" sz="1200" dirty="0"/>
              <a:t>&gt; ?superclass,</a:t>
            </a:r>
          </a:p>
          <a:p>
            <a:r>
              <a:rPr lang="en-DK" sz="1200" dirty="0"/>
              <a:t>    !? </a:t>
            </a:r>
            <a:r>
              <a:rPr lang="en-DK" sz="1200" dirty="0" err="1"/>
              <a:t>xsd:string</a:t>
            </a:r>
            <a:r>
              <a:rPr lang="en-DK" sz="1200" dirty="0"/>
              <a:t> ?label,</a:t>
            </a:r>
          </a:p>
          <a:p>
            <a:r>
              <a:rPr lang="en-DK" sz="1200" dirty="0"/>
              <a:t>    !? </a:t>
            </a:r>
            <a:r>
              <a:rPr lang="en-DK" sz="1200" dirty="0" err="1"/>
              <a:t>xsd:string</a:t>
            </a:r>
            <a:r>
              <a:rPr lang="en-DK" sz="1200" dirty="0"/>
              <a:t> ?description,</a:t>
            </a:r>
          </a:p>
          <a:p>
            <a:r>
              <a:rPr lang="en-DK" sz="1200" dirty="0"/>
              <a:t>    ? List&lt;</a:t>
            </a:r>
            <a:r>
              <a:rPr lang="en-DK" sz="1200" dirty="0" err="1"/>
              <a:t>rdfs:Resource</a:t>
            </a:r>
            <a:r>
              <a:rPr lang="en-DK" sz="1200" dirty="0"/>
              <a:t>&gt; ?</a:t>
            </a:r>
            <a:r>
              <a:rPr lang="en-DK" sz="1200" dirty="0" err="1"/>
              <a:t>seeAlso</a:t>
            </a:r>
            <a:r>
              <a:rPr lang="en-DK" sz="1200" dirty="0"/>
              <a:t>,</a:t>
            </a:r>
          </a:p>
          <a:p>
            <a:r>
              <a:rPr lang="en-DK" sz="1200" dirty="0"/>
              <a:t>    ? </a:t>
            </a:r>
            <a:r>
              <a:rPr lang="en-DK" sz="1200" dirty="0" err="1"/>
              <a:t>ottr:IRI</a:t>
            </a:r>
            <a:r>
              <a:rPr lang="en-DK" sz="1200" dirty="0"/>
              <a:t> ?</a:t>
            </a:r>
            <a:r>
              <a:rPr lang="en-DK" sz="1200" dirty="0" err="1"/>
              <a:t>definedBy</a:t>
            </a:r>
            <a:r>
              <a:rPr lang="en-DK" sz="1200" dirty="0"/>
              <a:t>,</a:t>
            </a:r>
          </a:p>
          <a:p>
            <a:r>
              <a:rPr lang="en-DK" sz="1200" dirty="0"/>
              <a:t>    ? </a:t>
            </a:r>
            <a:r>
              <a:rPr lang="en-DK" sz="1200" dirty="0" err="1"/>
              <a:t>owl:Class</a:t>
            </a:r>
            <a:r>
              <a:rPr lang="en-DK" sz="1200" dirty="0"/>
              <a:t> ?</a:t>
            </a:r>
            <a:r>
              <a:rPr lang="en-DK" sz="1200" dirty="0" err="1"/>
              <a:t>qualityOf</a:t>
            </a:r>
            <a:r>
              <a:rPr lang="en-DK" sz="1200" dirty="0"/>
              <a:t>,</a:t>
            </a:r>
          </a:p>
          <a:p>
            <a:r>
              <a:rPr lang="en-DK" sz="1200" dirty="0"/>
              <a:t>    ? </a:t>
            </a:r>
            <a:r>
              <a:rPr lang="en-DK" sz="1200" dirty="0" err="1"/>
              <a:t>owl:Class</a:t>
            </a:r>
            <a:r>
              <a:rPr lang="en-DK" sz="1200" dirty="0"/>
              <a:t> ?</a:t>
            </a:r>
            <a:r>
              <a:rPr lang="en-DK" sz="1200" dirty="0" err="1"/>
              <a:t>qualityQuantifiedAs</a:t>
            </a:r>
            <a:r>
              <a:rPr lang="en-DK" sz="1200" dirty="0"/>
              <a:t>,</a:t>
            </a:r>
          </a:p>
          <a:p>
            <a:r>
              <a:rPr lang="en-DK" sz="1200" dirty="0"/>
              <a:t>    ? </a:t>
            </a:r>
            <a:r>
              <a:rPr lang="en-DK" sz="1200" dirty="0" err="1"/>
              <a:t>owl:NamedIndividual</a:t>
            </a:r>
            <a:r>
              <a:rPr lang="en-DK" sz="1200" dirty="0"/>
              <a:t> ?</a:t>
            </a:r>
            <a:r>
              <a:rPr lang="en-DK" sz="1200" dirty="0" err="1"/>
              <a:t>unitConversionBase</a:t>
            </a:r>
            <a:r>
              <a:rPr lang="en-DK" sz="1200" dirty="0"/>
              <a:t>,</a:t>
            </a:r>
          </a:p>
          <a:p>
            <a:r>
              <a:rPr lang="en-DK" sz="1200" dirty="0"/>
              <a:t>    ? </a:t>
            </a:r>
            <a:r>
              <a:rPr lang="en-DK" sz="1200" dirty="0" err="1"/>
              <a:t>ottr:IRI</a:t>
            </a:r>
            <a:r>
              <a:rPr lang="en-DK" sz="1200" dirty="0"/>
              <a:t> ?</a:t>
            </a:r>
            <a:r>
              <a:rPr lang="en-DK" sz="1200" dirty="0" err="1"/>
              <a:t>qudt</a:t>
            </a:r>
            <a:endParaRPr lang="en-DK" sz="1200" dirty="0"/>
          </a:p>
          <a:p>
            <a:r>
              <a:rPr lang="en-DK" sz="1200" dirty="0"/>
              <a:t>] :: {</a:t>
            </a:r>
          </a:p>
          <a:p>
            <a:r>
              <a:rPr lang="en-DK" sz="1200" dirty="0"/>
              <a:t>    </a:t>
            </a:r>
            <a:r>
              <a:rPr lang="en-DK" sz="1200" dirty="0" err="1"/>
              <a:t>plmtpl:RDLQuality</a:t>
            </a:r>
            <a:r>
              <a:rPr lang="en-DK" sz="1200" dirty="0"/>
              <a:t>(?quality, ?superclass, ?label, ?description, ?</a:t>
            </a:r>
            <a:r>
              <a:rPr lang="en-DK" sz="1200" dirty="0" err="1"/>
              <a:t>seeAlso</a:t>
            </a:r>
            <a:r>
              <a:rPr lang="en-DK" sz="1200" dirty="0"/>
              <a:t>, ?</a:t>
            </a:r>
            <a:r>
              <a:rPr lang="en-DK" sz="1200" dirty="0" err="1"/>
              <a:t>definedBy</a:t>
            </a:r>
            <a:r>
              <a:rPr lang="en-DK" sz="1200" dirty="0"/>
              <a:t>, ?</a:t>
            </a:r>
            <a:r>
              <a:rPr lang="en-DK" sz="1200" dirty="0" err="1"/>
              <a:t>qualityOf</a:t>
            </a:r>
            <a:r>
              <a:rPr lang="en-DK" sz="1200" dirty="0"/>
              <a:t>, ?</a:t>
            </a:r>
            <a:r>
              <a:rPr lang="en-DK" sz="1200" dirty="0" err="1"/>
              <a:t>qualityQuantifiedAs</a:t>
            </a:r>
            <a:r>
              <a:rPr lang="en-DK" sz="1200" dirty="0"/>
              <a:t>),</a:t>
            </a:r>
          </a:p>
          <a:p>
            <a:r>
              <a:rPr lang="en-DK" sz="1200" dirty="0"/>
              <a:t>    </a:t>
            </a:r>
            <a:r>
              <a:rPr lang="en-DK" sz="1200" dirty="0" err="1"/>
              <a:t>o-owl-ax:SubObjectHasValue</a:t>
            </a:r>
            <a:r>
              <a:rPr lang="en-DK" sz="1200" dirty="0"/>
              <a:t>(?quality, </a:t>
            </a:r>
            <a:r>
              <a:rPr lang="en-DK" sz="1200" dirty="0" err="1"/>
              <a:t>gfuom:hasBaseUnitOfMeasure</a:t>
            </a:r>
            <a:r>
              <a:rPr lang="en-DK" sz="1200" dirty="0"/>
              <a:t>, ?</a:t>
            </a:r>
            <a:r>
              <a:rPr lang="en-DK" sz="1200" dirty="0" err="1"/>
              <a:t>unitConversionBase</a:t>
            </a:r>
            <a:r>
              <a:rPr lang="en-DK" sz="1200" dirty="0"/>
              <a:t>),</a:t>
            </a:r>
          </a:p>
          <a:p>
            <a:r>
              <a:rPr lang="en-DK" sz="1200" dirty="0"/>
              <a:t>    </a:t>
            </a:r>
            <a:r>
              <a:rPr lang="en-DK" sz="1200" dirty="0" err="1"/>
              <a:t>ottr:Triple</a:t>
            </a:r>
            <a:r>
              <a:rPr lang="en-DK" sz="1200" dirty="0"/>
              <a:t>(?quality, </a:t>
            </a:r>
            <a:r>
              <a:rPr lang="en-DK" sz="1200" dirty="0" err="1"/>
              <a:t>gfuom:hasHumanReadableIri</a:t>
            </a:r>
            <a:r>
              <a:rPr lang="en-DK" sz="1200" dirty="0"/>
              <a:t>, ?</a:t>
            </a:r>
            <a:r>
              <a:rPr lang="en-DK" sz="1200" dirty="0" err="1"/>
              <a:t>humanReadableIri</a:t>
            </a:r>
            <a:r>
              <a:rPr lang="en-DK" sz="1200" dirty="0"/>
              <a:t>),</a:t>
            </a:r>
          </a:p>
          <a:p>
            <a:r>
              <a:rPr lang="en-DK" sz="1200" dirty="0"/>
              <a:t>    </a:t>
            </a:r>
            <a:r>
              <a:rPr lang="en-DK" sz="1200" dirty="0" err="1"/>
              <a:t>ottr:Triple</a:t>
            </a:r>
            <a:r>
              <a:rPr lang="en-DK" sz="1200" dirty="0"/>
              <a:t>(?quality, </a:t>
            </a:r>
            <a:r>
              <a:rPr lang="en-DK" sz="1200" dirty="0" err="1"/>
              <a:t>gfuom:hasQudt</a:t>
            </a:r>
            <a:r>
              <a:rPr lang="en-DK" sz="1200" dirty="0"/>
              <a:t>, ?</a:t>
            </a:r>
            <a:r>
              <a:rPr lang="en-DK" sz="1200" dirty="0" err="1"/>
              <a:t>qudt</a:t>
            </a:r>
            <a:r>
              <a:rPr lang="en-DK" sz="1200" dirty="0"/>
              <a:t>)</a:t>
            </a:r>
          </a:p>
          <a:p>
            <a:r>
              <a:rPr lang="en-DK" sz="1200" dirty="0"/>
              <a:t>} .</a:t>
            </a:r>
          </a:p>
        </p:txBody>
      </p:sp>
      <p:sp>
        <p:nvSpPr>
          <p:cNvPr id="6" name="TextBox 5">
            <a:extLst>
              <a:ext uri="{FF2B5EF4-FFF2-40B4-BE49-F238E27FC236}">
                <a16:creationId xmlns:a16="http://schemas.microsoft.com/office/drawing/2014/main" id="{0F845EAB-3DDC-C08B-C6A9-52CEAD0B4C1B}"/>
              </a:ext>
            </a:extLst>
          </p:cNvPr>
          <p:cNvSpPr txBox="1"/>
          <p:nvPr/>
        </p:nvSpPr>
        <p:spPr>
          <a:xfrm>
            <a:off x="245622" y="80103"/>
            <a:ext cx="8898377" cy="892552"/>
          </a:xfrm>
          <a:prstGeom prst="rect">
            <a:avLst/>
          </a:prstGeom>
          <a:noFill/>
        </p:spPr>
        <p:txBody>
          <a:bodyPr wrap="square">
            <a:spAutoFit/>
          </a:bodyPr>
          <a:lstStyle/>
          <a:p>
            <a:r>
              <a:rPr lang="en-US" sz="3600" dirty="0">
                <a:solidFill>
                  <a:schemeClr val="accent1"/>
                </a:solidFill>
                <a:latin typeface="+mj-lt"/>
              </a:rPr>
              <a:t>Grundfos Ontology Tool, </a:t>
            </a:r>
          </a:p>
          <a:p>
            <a:r>
              <a:rPr lang="en-US" sz="1600" dirty="0">
                <a:solidFill>
                  <a:schemeClr val="accent1"/>
                </a:solidFill>
                <a:latin typeface="+mj-lt"/>
              </a:rPr>
              <a:t>OTTR Templates</a:t>
            </a:r>
            <a:endParaRPr lang="en-DK" sz="1600" dirty="0">
              <a:latin typeface="+mj-lt"/>
            </a:endParaRPr>
          </a:p>
        </p:txBody>
      </p:sp>
      <p:pic>
        <p:nvPicPr>
          <p:cNvPr id="7" name="Picture 6">
            <a:extLst>
              <a:ext uri="{FF2B5EF4-FFF2-40B4-BE49-F238E27FC236}">
                <a16:creationId xmlns:a16="http://schemas.microsoft.com/office/drawing/2014/main" id="{1EA0E06D-DB7D-8A7D-C3F8-A0CECC70E7EE}"/>
              </a:ext>
            </a:extLst>
          </p:cNvPr>
          <p:cNvPicPr>
            <a:picLocks noChangeAspect="1"/>
          </p:cNvPicPr>
          <p:nvPr/>
        </p:nvPicPr>
        <p:blipFill>
          <a:blip r:embed="rId3"/>
          <a:stretch>
            <a:fillRect/>
          </a:stretch>
        </p:blipFill>
        <p:spPr>
          <a:xfrm>
            <a:off x="8850410" y="1783881"/>
            <a:ext cx="2482240" cy="2569336"/>
          </a:xfrm>
          <a:prstGeom prst="rect">
            <a:avLst/>
          </a:prstGeom>
        </p:spPr>
      </p:pic>
      <p:sp>
        <p:nvSpPr>
          <p:cNvPr id="8" name="TextBox 7">
            <a:extLst>
              <a:ext uri="{FF2B5EF4-FFF2-40B4-BE49-F238E27FC236}">
                <a16:creationId xmlns:a16="http://schemas.microsoft.com/office/drawing/2014/main" id="{FE041AD8-682B-FDBF-458D-11B9AB893EFF}"/>
              </a:ext>
            </a:extLst>
          </p:cNvPr>
          <p:cNvSpPr txBox="1"/>
          <p:nvPr/>
        </p:nvSpPr>
        <p:spPr>
          <a:xfrm>
            <a:off x="9671204" y="4191731"/>
            <a:ext cx="1252266" cy="1077218"/>
          </a:xfrm>
          <a:prstGeom prst="rect">
            <a:avLst/>
          </a:prstGeom>
          <a:noFill/>
        </p:spPr>
        <p:txBody>
          <a:bodyPr wrap="none" rtlCol="0">
            <a:spAutoFit/>
          </a:bodyPr>
          <a:lstStyle/>
          <a:p>
            <a:pPr algn="l"/>
            <a:r>
              <a:rPr lang="en-US" sz="1600" dirty="0"/>
              <a:t>OTTR </a:t>
            </a:r>
          </a:p>
          <a:p>
            <a:pPr algn="l"/>
            <a:r>
              <a:rPr lang="en-US" sz="1600" dirty="0"/>
              <a:t>Reasonable </a:t>
            </a:r>
          </a:p>
          <a:p>
            <a:pPr algn="l"/>
            <a:r>
              <a:rPr lang="en-US" sz="1600" dirty="0"/>
              <a:t>Ontology </a:t>
            </a:r>
          </a:p>
          <a:p>
            <a:pPr algn="l"/>
            <a:r>
              <a:rPr lang="en-US" sz="1600" dirty="0"/>
              <a:t>Templates</a:t>
            </a:r>
            <a:endParaRPr lang="en-DK" sz="1600" dirty="0"/>
          </a:p>
        </p:txBody>
      </p:sp>
    </p:spTree>
    <p:extLst>
      <p:ext uri="{BB962C8B-B14F-4D97-AF65-F5344CB8AC3E}">
        <p14:creationId xmlns:p14="http://schemas.microsoft.com/office/powerpoint/2010/main" val="24331637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DA7DB5-2EC4-DEC8-7B40-FD6501B40191}"/>
              </a:ext>
            </a:extLst>
          </p:cNvPr>
          <p:cNvSpPr>
            <a:spLocks noGrp="1"/>
          </p:cNvSpPr>
          <p:nvPr>
            <p:ph type="title"/>
          </p:nvPr>
        </p:nvSpPr>
        <p:spPr/>
        <p:txBody>
          <a:bodyPr/>
          <a:lstStyle/>
          <a:p>
            <a:r>
              <a:rPr lang="en-US" dirty="0" err="1"/>
              <a:t>Tpl.ottr.xyz</a:t>
            </a:r>
            <a:endParaRPr lang="en-DK" dirty="0"/>
          </a:p>
        </p:txBody>
      </p:sp>
      <p:pic>
        <p:nvPicPr>
          <p:cNvPr id="5" name="Content Placeholder 4">
            <a:extLst>
              <a:ext uri="{FF2B5EF4-FFF2-40B4-BE49-F238E27FC236}">
                <a16:creationId xmlns:a16="http://schemas.microsoft.com/office/drawing/2014/main" id="{94FE1CDD-E964-DA92-150C-71EB9455ED41}"/>
              </a:ext>
            </a:extLst>
          </p:cNvPr>
          <p:cNvPicPr>
            <a:picLocks noGrp="1" noChangeAspect="1"/>
          </p:cNvPicPr>
          <p:nvPr>
            <p:ph idx="1"/>
          </p:nvPr>
        </p:nvPicPr>
        <p:blipFill>
          <a:blip r:embed="rId3"/>
          <a:stretch>
            <a:fillRect/>
          </a:stretch>
        </p:blipFill>
        <p:spPr>
          <a:xfrm>
            <a:off x="1038806" y="1196975"/>
            <a:ext cx="10112801" cy="5129213"/>
          </a:xfrm>
          <a:prstGeom prst="rect">
            <a:avLst/>
          </a:prstGeom>
        </p:spPr>
      </p:pic>
    </p:spTree>
    <p:extLst>
      <p:ext uri="{BB962C8B-B14F-4D97-AF65-F5344CB8AC3E}">
        <p14:creationId xmlns:p14="http://schemas.microsoft.com/office/powerpoint/2010/main" val="36560199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84D5D77-15E9-1E6B-F6A7-DFEEF01CC410}"/>
              </a:ext>
            </a:extLst>
          </p:cNvPr>
          <p:cNvSpPr txBox="1"/>
          <p:nvPr/>
        </p:nvSpPr>
        <p:spPr>
          <a:xfrm>
            <a:off x="245622" y="80103"/>
            <a:ext cx="8898377" cy="892552"/>
          </a:xfrm>
          <a:prstGeom prst="rect">
            <a:avLst/>
          </a:prstGeom>
          <a:noFill/>
        </p:spPr>
        <p:txBody>
          <a:bodyPr wrap="square">
            <a:spAutoFit/>
          </a:bodyPr>
          <a:lstStyle/>
          <a:p>
            <a:r>
              <a:rPr lang="en-US" sz="3600" dirty="0">
                <a:solidFill>
                  <a:schemeClr val="accent1"/>
                </a:solidFill>
                <a:latin typeface="+mj-lt"/>
              </a:rPr>
              <a:t>Grundfos Ontology Tool, </a:t>
            </a:r>
            <a:r>
              <a:rPr lang="en-US" sz="1600" dirty="0">
                <a:solidFill>
                  <a:schemeClr val="accent1"/>
                </a:solidFill>
                <a:latin typeface="+mj-lt"/>
              </a:rPr>
              <a:t>Collaborative approach to ontology development</a:t>
            </a:r>
            <a:endParaRPr lang="en-DK" sz="1600" dirty="0">
              <a:latin typeface="+mj-lt"/>
            </a:endParaRPr>
          </a:p>
        </p:txBody>
      </p:sp>
      <p:grpSp>
        <p:nvGrpSpPr>
          <p:cNvPr id="24" name="Group 23">
            <a:extLst>
              <a:ext uri="{FF2B5EF4-FFF2-40B4-BE49-F238E27FC236}">
                <a16:creationId xmlns:a16="http://schemas.microsoft.com/office/drawing/2014/main" id="{92B325CF-1E27-3CAC-8863-32116CA4AC12}"/>
              </a:ext>
            </a:extLst>
          </p:cNvPr>
          <p:cNvGrpSpPr/>
          <p:nvPr/>
        </p:nvGrpSpPr>
        <p:grpSpPr>
          <a:xfrm>
            <a:off x="481233" y="2117473"/>
            <a:ext cx="11300790" cy="3351487"/>
            <a:chOff x="536713" y="1670431"/>
            <a:chExt cx="11300790" cy="3351487"/>
          </a:xfrm>
        </p:grpSpPr>
        <p:sp>
          <p:nvSpPr>
            <p:cNvPr id="3" name="Rectangle 2">
              <a:extLst>
                <a:ext uri="{FF2B5EF4-FFF2-40B4-BE49-F238E27FC236}">
                  <a16:creationId xmlns:a16="http://schemas.microsoft.com/office/drawing/2014/main" id="{66E7C00C-7029-D3E4-2BE7-49232424D553}"/>
                </a:ext>
              </a:extLst>
            </p:cNvPr>
            <p:cNvSpPr/>
            <p:nvPr/>
          </p:nvSpPr>
          <p:spPr>
            <a:xfrm>
              <a:off x="536713" y="3071191"/>
              <a:ext cx="5198165" cy="437322"/>
            </a:xfrm>
            <a:prstGeom prst="rect">
              <a:avLst/>
            </a:prstGeom>
            <a:noFill/>
            <a:ln>
              <a:solidFill>
                <a:srgbClr val="4D4D4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Master Branch v1.3.23</a:t>
              </a:r>
              <a:endParaRPr lang="en-DK" sz="1600" dirty="0">
                <a:solidFill>
                  <a:schemeClr val="tx1"/>
                </a:solidFill>
              </a:endParaRPr>
            </a:p>
          </p:txBody>
        </p:sp>
        <p:sp>
          <p:nvSpPr>
            <p:cNvPr id="4" name="Rectangle 3">
              <a:extLst>
                <a:ext uri="{FF2B5EF4-FFF2-40B4-BE49-F238E27FC236}">
                  <a16:creationId xmlns:a16="http://schemas.microsoft.com/office/drawing/2014/main" id="{7B17AE3B-9A9E-4445-7217-E6D8D7D01EAD}"/>
                </a:ext>
              </a:extLst>
            </p:cNvPr>
            <p:cNvSpPr/>
            <p:nvPr/>
          </p:nvSpPr>
          <p:spPr>
            <a:xfrm>
              <a:off x="5734879" y="3071191"/>
              <a:ext cx="3051312" cy="437322"/>
            </a:xfrm>
            <a:prstGeom prst="rect">
              <a:avLst/>
            </a:prstGeom>
            <a:noFill/>
            <a:ln>
              <a:solidFill>
                <a:srgbClr val="09284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Master Branch v1.4.23</a:t>
              </a:r>
              <a:endParaRPr lang="en-DK" sz="1600" dirty="0">
                <a:solidFill>
                  <a:schemeClr val="tx1"/>
                </a:solidFill>
              </a:endParaRPr>
            </a:p>
          </p:txBody>
        </p:sp>
        <p:sp>
          <p:nvSpPr>
            <p:cNvPr id="5" name="Rectangle 4">
              <a:extLst>
                <a:ext uri="{FF2B5EF4-FFF2-40B4-BE49-F238E27FC236}">
                  <a16:creationId xmlns:a16="http://schemas.microsoft.com/office/drawing/2014/main" id="{D4CC212B-2F2E-F3A5-CC3D-D8A0C7C25998}"/>
                </a:ext>
              </a:extLst>
            </p:cNvPr>
            <p:cNvSpPr/>
            <p:nvPr/>
          </p:nvSpPr>
          <p:spPr>
            <a:xfrm>
              <a:off x="1345095" y="1670431"/>
              <a:ext cx="3624470" cy="894084"/>
            </a:xfrm>
            <a:prstGeom prst="rect">
              <a:avLst/>
            </a:prstGeom>
            <a:noFill/>
            <a:ln>
              <a:solidFill>
                <a:srgbClr val="4D4D4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Workspace (Branch)</a:t>
              </a:r>
            </a:p>
            <a:p>
              <a:pPr algn="ctr"/>
              <a:r>
                <a:rPr lang="en-US" sz="1600" dirty="0">
                  <a:solidFill>
                    <a:schemeClr val="tx1"/>
                  </a:solidFill>
                </a:rPr>
                <a:t>Data (tables + virtualization rules)</a:t>
              </a:r>
            </a:p>
            <a:p>
              <a:pPr algn="ctr"/>
              <a:r>
                <a:rPr lang="en-US" sz="1600" dirty="0">
                  <a:solidFill>
                    <a:schemeClr val="tx1"/>
                  </a:solidFill>
                </a:rPr>
                <a:t>OTTR templates</a:t>
              </a:r>
            </a:p>
          </p:txBody>
        </p:sp>
        <p:cxnSp>
          <p:nvCxnSpPr>
            <p:cNvPr id="7" name="Connector: Elbow 6">
              <a:extLst>
                <a:ext uri="{FF2B5EF4-FFF2-40B4-BE49-F238E27FC236}">
                  <a16:creationId xmlns:a16="http://schemas.microsoft.com/office/drawing/2014/main" id="{10D06CE5-465C-7978-8241-19CC7C63D5D6}"/>
                </a:ext>
              </a:extLst>
            </p:cNvPr>
            <p:cNvCxnSpPr>
              <a:endCxn id="5" idx="1"/>
            </p:cNvCxnSpPr>
            <p:nvPr/>
          </p:nvCxnSpPr>
          <p:spPr>
            <a:xfrm rot="5400000" flipH="1" flipV="1">
              <a:off x="464045" y="2190141"/>
              <a:ext cx="953718" cy="808382"/>
            </a:xfrm>
            <a:prstGeom prst="bentConnector2">
              <a:avLst/>
            </a:prstGeom>
            <a:ln>
              <a:solidFill>
                <a:schemeClr val="accent2"/>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9" name="Connector: Elbow 8">
              <a:extLst>
                <a:ext uri="{FF2B5EF4-FFF2-40B4-BE49-F238E27FC236}">
                  <a16:creationId xmlns:a16="http://schemas.microsoft.com/office/drawing/2014/main" id="{1992AF8F-2038-5FB0-85C6-17F2963216AD}"/>
                </a:ext>
              </a:extLst>
            </p:cNvPr>
            <p:cNvCxnSpPr>
              <a:stCxn id="5" idx="3"/>
            </p:cNvCxnSpPr>
            <p:nvPr/>
          </p:nvCxnSpPr>
          <p:spPr>
            <a:xfrm>
              <a:off x="4969565" y="2117473"/>
              <a:ext cx="765313" cy="953718"/>
            </a:xfrm>
            <a:prstGeom prst="bentConnector2">
              <a:avLst/>
            </a:prstGeom>
            <a:ln>
              <a:solidFill>
                <a:schemeClr val="accent2"/>
              </a:solidFill>
              <a:headEnd type="none" w="lg" len="med"/>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7C72D6BC-2AB2-122C-2B7B-9BBFD853BEC0}"/>
                </a:ext>
              </a:extLst>
            </p:cNvPr>
            <p:cNvSpPr txBox="1"/>
            <p:nvPr/>
          </p:nvSpPr>
          <p:spPr>
            <a:xfrm>
              <a:off x="2415209" y="3846005"/>
              <a:ext cx="736099" cy="338554"/>
            </a:xfrm>
            <a:prstGeom prst="rect">
              <a:avLst/>
            </a:prstGeom>
            <a:noFill/>
          </p:spPr>
          <p:txBody>
            <a:bodyPr wrap="none" rtlCol="0">
              <a:spAutoFit/>
            </a:bodyPr>
            <a:lstStyle/>
            <a:p>
              <a:pPr algn="l"/>
              <a:r>
                <a:rPr lang="en-US" sz="1600" dirty="0"/>
                <a:t>create</a:t>
              </a:r>
              <a:endParaRPr lang="en-DK" sz="1600" dirty="0"/>
            </a:p>
          </p:txBody>
        </p:sp>
        <p:sp>
          <p:nvSpPr>
            <p:cNvPr id="11" name="TextBox 10">
              <a:extLst>
                <a:ext uri="{FF2B5EF4-FFF2-40B4-BE49-F238E27FC236}">
                  <a16:creationId xmlns:a16="http://schemas.microsoft.com/office/drawing/2014/main" id="{9E8287CD-5FDA-6535-FCC0-74FD3377102A}"/>
                </a:ext>
              </a:extLst>
            </p:cNvPr>
            <p:cNvSpPr txBox="1"/>
            <p:nvPr/>
          </p:nvSpPr>
          <p:spPr>
            <a:xfrm>
              <a:off x="5058022" y="2422977"/>
              <a:ext cx="1821332" cy="338554"/>
            </a:xfrm>
            <a:prstGeom prst="rect">
              <a:avLst/>
            </a:prstGeom>
            <a:noFill/>
          </p:spPr>
          <p:txBody>
            <a:bodyPr wrap="none" rtlCol="0">
              <a:spAutoFit/>
            </a:bodyPr>
            <a:lstStyle/>
            <a:p>
              <a:pPr algn="l"/>
              <a:r>
                <a:rPr lang="en-US" sz="1600" dirty="0"/>
                <a:t>publish + approval</a:t>
              </a:r>
              <a:endParaRPr lang="en-DK" sz="1600" dirty="0"/>
            </a:p>
          </p:txBody>
        </p:sp>
        <p:sp>
          <p:nvSpPr>
            <p:cNvPr id="12" name="Rectangle 11">
              <a:extLst>
                <a:ext uri="{FF2B5EF4-FFF2-40B4-BE49-F238E27FC236}">
                  <a16:creationId xmlns:a16="http://schemas.microsoft.com/office/drawing/2014/main" id="{F4C13199-558E-BC6F-5A57-528836105802}"/>
                </a:ext>
              </a:extLst>
            </p:cNvPr>
            <p:cNvSpPr/>
            <p:nvPr/>
          </p:nvSpPr>
          <p:spPr>
            <a:xfrm>
              <a:off x="8786191" y="3071190"/>
              <a:ext cx="3051312" cy="437322"/>
            </a:xfrm>
            <a:prstGeom prst="rect">
              <a:avLst/>
            </a:prstGeom>
            <a:noFill/>
            <a:ln>
              <a:solidFill>
                <a:srgbClr val="09284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Master Branch v2.0.1</a:t>
              </a:r>
              <a:endParaRPr lang="en-DK" sz="1600" dirty="0">
                <a:solidFill>
                  <a:schemeClr val="tx1"/>
                </a:solidFill>
              </a:endParaRPr>
            </a:p>
          </p:txBody>
        </p:sp>
        <p:sp>
          <p:nvSpPr>
            <p:cNvPr id="13" name="Rectangle 12">
              <a:extLst>
                <a:ext uri="{FF2B5EF4-FFF2-40B4-BE49-F238E27FC236}">
                  <a16:creationId xmlns:a16="http://schemas.microsoft.com/office/drawing/2014/main" id="{3E5BA739-0561-CA4D-0854-BB77CA1F7644}"/>
                </a:ext>
              </a:extLst>
            </p:cNvPr>
            <p:cNvSpPr/>
            <p:nvPr/>
          </p:nvSpPr>
          <p:spPr>
            <a:xfrm>
              <a:off x="3773556" y="4127834"/>
              <a:ext cx="3624470" cy="894084"/>
            </a:xfrm>
            <a:prstGeom prst="rect">
              <a:avLst/>
            </a:prstGeom>
            <a:noFill/>
            <a:ln>
              <a:solidFill>
                <a:srgbClr val="4D4D4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Workspace (Branch)</a:t>
              </a:r>
            </a:p>
            <a:p>
              <a:pPr algn="ctr"/>
              <a:r>
                <a:rPr lang="en-US" sz="1600" dirty="0">
                  <a:solidFill>
                    <a:schemeClr val="tx1"/>
                  </a:solidFill>
                </a:rPr>
                <a:t>Data (tables + virtualization rules)</a:t>
              </a:r>
            </a:p>
            <a:p>
              <a:pPr algn="ctr"/>
              <a:r>
                <a:rPr lang="en-US" sz="1600" dirty="0">
                  <a:solidFill>
                    <a:schemeClr val="tx1"/>
                  </a:solidFill>
                </a:rPr>
                <a:t>OTTR templates</a:t>
              </a:r>
            </a:p>
          </p:txBody>
        </p:sp>
        <p:cxnSp>
          <p:nvCxnSpPr>
            <p:cNvPr id="15" name="Connector: Elbow 14">
              <a:extLst>
                <a:ext uri="{FF2B5EF4-FFF2-40B4-BE49-F238E27FC236}">
                  <a16:creationId xmlns:a16="http://schemas.microsoft.com/office/drawing/2014/main" id="{5D2238CF-91B4-0A25-F167-C47550CDA6E3}"/>
                </a:ext>
              </a:extLst>
            </p:cNvPr>
            <p:cNvCxnSpPr>
              <a:endCxn id="13" idx="1"/>
            </p:cNvCxnSpPr>
            <p:nvPr/>
          </p:nvCxnSpPr>
          <p:spPr>
            <a:xfrm rot="16200000" flipH="1">
              <a:off x="2735029" y="3536348"/>
              <a:ext cx="1066363" cy="1010691"/>
            </a:xfrm>
            <a:prstGeom prst="bentConnector2">
              <a:avLst/>
            </a:prstGeom>
            <a:ln>
              <a:solidFill>
                <a:schemeClr val="accent2"/>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19" name="Connector: Elbow 18">
              <a:extLst>
                <a:ext uri="{FF2B5EF4-FFF2-40B4-BE49-F238E27FC236}">
                  <a16:creationId xmlns:a16="http://schemas.microsoft.com/office/drawing/2014/main" id="{72A04B77-6466-D6C8-BCA7-519CBEE86BB5}"/>
                </a:ext>
              </a:extLst>
            </p:cNvPr>
            <p:cNvCxnSpPr>
              <a:cxnSpLocks/>
              <a:stCxn id="13" idx="3"/>
            </p:cNvCxnSpPr>
            <p:nvPr/>
          </p:nvCxnSpPr>
          <p:spPr>
            <a:xfrm flipV="1">
              <a:off x="7398026" y="3508511"/>
              <a:ext cx="1358347" cy="1066365"/>
            </a:xfrm>
            <a:prstGeom prst="bentConnector3">
              <a:avLst>
                <a:gd name="adj1" fmla="val 103415"/>
              </a:avLst>
            </a:prstGeom>
            <a:ln>
              <a:solidFill>
                <a:schemeClr val="accent2"/>
              </a:solidFill>
              <a:headEnd type="none" w="lg" len="med"/>
              <a:tailEnd type="triangle"/>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6C6B33F7-D36F-A33F-6566-827F5F50EBB2}"/>
                </a:ext>
              </a:extLst>
            </p:cNvPr>
            <p:cNvSpPr txBox="1"/>
            <p:nvPr/>
          </p:nvSpPr>
          <p:spPr>
            <a:xfrm>
              <a:off x="7955459" y="3872416"/>
              <a:ext cx="1821332" cy="584775"/>
            </a:xfrm>
            <a:prstGeom prst="rect">
              <a:avLst/>
            </a:prstGeom>
            <a:noFill/>
          </p:spPr>
          <p:txBody>
            <a:bodyPr wrap="none" rtlCol="0">
              <a:spAutoFit/>
            </a:bodyPr>
            <a:lstStyle/>
            <a:p>
              <a:pPr algn="l"/>
              <a:r>
                <a:rPr lang="en-US" sz="1600" dirty="0"/>
                <a:t>publish + approval</a:t>
              </a:r>
            </a:p>
            <a:p>
              <a:pPr algn="l"/>
              <a:r>
                <a:rPr lang="en-US" sz="1600" dirty="0"/>
                <a:t>Git merge</a:t>
              </a:r>
              <a:endParaRPr lang="en-DK" sz="1600" dirty="0"/>
            </a:p>
          </p:txBody>
        </p:sp>
      </p:grpSp>
    </p:spTree>
    <p:extLst>
      <p:ext uri="{BB962C8B-B14F-4D97-AF65-F5344CB8AC3E}">
        <p14:creationId xmlns:p14="http://schemas.microsoft.com/office/powerpoint/2010/main" val="289180899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36700D-B3C5-FF1F-6EBD-275B3B9FD9B6}"/>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76F20379-7BE3-EFB9-484E-A9172FBD0D29}"/>
              </a:ext>
            </a:extLst>
          </p:cNvPr>
          <p:cNvSpPr txBox="1"/>
          <p:nvPr/>
        </p:nvSpPr>
        <p:spPr>
          <a:xfrm>
            <a:off x="245622" y="80103"/>
            <a:ext cx="8898377" cy="646331"/>
          </a:xfrm>
          <a:prstGeom prst="rect">
            <a:avLst/>
          </a:prstGeom>
          <a:noFill/>
        </p:spPr>
        <p:txBody>
          <a:bodyPr wrap="square">
            <a:spAutoFit/>
          </a:bodyPr>
          <a:lstStyle/>
          <a:p>
            <a:r>
              <a:rPr lang="en-US" sz="3600" dirty="0">
                <a:solidFill>
                  <a:schemeClr val="accent1"/>
                </a:solidFill>
                <a:latin typeface="+mj-lt"/>
              </a:rPr>
              <a:t>Grundfos Ontology Tool</a:t>
            </a:r>
          </a:p>
        </p:txBody>
      </p:sp>
      <p:pic>
        <p:nvPicPr>
          <p:cNvPr id="2" name="Content Placeholder 4" descr="A screenshot of a computer&#10;&#10;Description automatically generated">
            <a:extLst>
              <a:ext uri="{FF2B5EF4-FFF2-40B4-BE49-F238E27FC236}">
                <a16:creationId xmlns:a16="http://schemas.microsoft.com/office/drawing/2014/main" id="{BD6CDF73-42EC-7CD2-9A7E-DCB15A322AB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0545" y="2516778"/>
            <a:ext cx="11129963" cy="2428647"/>
          </a:xfrm>
          <a:prstGeom prst="rect">
            <a:avLst/>
          </a:prstGeom>
        </p:spPr>
      </p:pic>
      <p:cxnSp>
        <p:nvCxnSpPr>
          <p:cNvPr id="3" name="Straight Arrow Connector 2">
            <a:extLst>
              <a:ext uri="{FF2B5EF4-FFF2-40B4-BE49-F238E27FC236}">
                <a16:creationId xmlns:a16="http://schemas.microsoft.com/office/drawing/2014/main" id="{B11BBC45-DEEB-4348-57E3-AA8FE0C24E3E}"/>
              </a:ext>
            </a:extLst>
          </p:cNvPr>
          <p:cNvCxnSpPr>
            <a:cxnSpLocks/>
          </p:cNvCxnSpPr>
          <p:nvPr/>
        </p:nvCxnSpPr>
        <p:spPr>
          <a:xfrm flipH="1">
            <a:off x="4106545" y="2432368"/>
            <a:ext cx="2169432" cy="1509077"/>
          </a:xfrm>
          <a:prstGeom prst="straightConnector1">
            <a:avLst/>
          </a:prstGeom>
          <a:ln w="28575">
            <a:solidFill>
              <a:schemeClr val="accent5">
                <a:lumMod val="50000"/>
              </a:schemeClr>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5" name="Straight Arrow Connector 4">
            <a:extLst>
              <a:ext uri="{FF2B5EF4-FFF2-40B4-BE49-F238E27FC236}">
                <a16:creationId xmlns:a16="http://schemas.microsoft.com/office/drawing/2014/main" id="{C6D764D9-A598-F94F-2341-71CBC4CCA561}"/>
              </a:ext>
            </a:extLst>
          </p:cNvPr>
          <p:cNvCxnSpPr>
            <a:cxnSpLocks/>
          </p:cNvCxnSpPr>
          <p:nvPr/>
        </p:nvCxnSpPr>
        <p:spPr>
          <a:xfrm flipH="1" flipV="1">
            <a:off x="9202420" y="4465320"/>
            <a:ext cx="388620" cy="523875"/>
          </a:xfrm>
          <a:prstGeom prst="straightConnector1">
            <a:avLst/>
          </a:prstGeom>
          <a:ln w="28575">
            <a:solidFill>
              <a:schemeClr val="accent5">
                <a:lumMod val="50000"/>
              </a:schemeClr>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57AD1A0F-B9B9-1C5D-EDAE-A8C47357C9C7}"/>
              </a:ext>
            </a:extLst>
          </p:cNvPr>
          <p:cNvCxnSpPr>
            <a:cxnSpLocks/>
          </p:cNvCxnSpPr>
          <p:nvPr/>
        </p:nvCxnSpPr>
        <p:spPr>
          <a:xfrm flipH="1" flipV="1">
            <a:off x="1600200" y="4807925"/>
            <a:ext cx="537210" cy="384470"/>
          </a:xfrm>
          <a:prstGeom prst="straightConnector1">
            <a:avLst/>
          </a:prstGeom>
          <a:ln w="28575">
            <a:solidFill>
              <a:schemeClr val="accent5">
                <a:lumMod val="50000"/>
              </a:schemeClr>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4D0CACD4-7E4D-3BE5-8BF8-F5A2B08163F9}"/>
              </a:ext>
            </a:extLst>
          </p:cNvPr>
          <p:cNvCxnSpPr>
            <a:cxnSpLocks/>
          </p:cNvCxnSpPr>
          <p:nvPr/>
        </p:nvCxnSpPr>
        <p:spPr>
          <a:xfrm flipH="1">
            <a:off x="2293620" y="2376069"/>
            <a:ext cx="1092869" cy="1040933"/>
          </a:xfrm>
          <a:prstGeom prst="straightConnector1">
            <a:avLst/>
          </a:prstGeom>
          <a:ln w="28575">
            <a:solidFill>
              <a:schemeClr val="accent5">
                <a:lumMod val="50000"/>
              </a:schemeClr>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7747BABD-0A4D-3CFD-E437-5240816F6B1C}"/>
              </a:ext>
            </a:extLst>
          </p:cNvPr>
          <p:cNvCxnSpPr>
            <a:cxnSpLocks/>
          </p:cNvCxnSpPr>
          <p:nvPr/>
        </p:nvCxnSpPr>
        <p:spPr>
          <a:xfrm>
            <a:off x="1553052" y="2432256"/>
            <a:ext cx="97886" cy="337330"/>
          </a:xfrm>
          <a:prstGeom prst="straightConnector1">
            <a:avLst/>
          </a:prstGeom>
          <a:ln w="28575">
            <a:solidFill>
              <a:schemeClr val="accent5">
                <a:lumMod val="50000"/>
              </a:schemeClr>
            </a:solidFill>
            <a:headEnd type="none" w="lg" len="med"/>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75949CAA-944A-073F-0D5C-2FA81AA41032}"/>
              </a:ext>
            </a:extLst>
          </p:cNvPr>
          <p:cNvSpPr txBox="1"/>
          <p:nvPr/>
        </p:nvSpPr>
        <p:spPr>
          <a:xfrm>
            <a:off x="5610700" y="2072918"/>
            <a:ext cx="2450533" cy="307777"/>
          </a:xfrm>
          <a:prstGeom prst="rect">
            <a:avLst/>
          </a:prstGeom>
          <a:noFill/>
        </p:spPr>
        <p:txBody>
          <a:bodyPr wrap="square" lIns="91440" tIns="45720" rIns="91440" bIns="45720" rtlCol="0" anchor="t">
            <a:spAutoFit/>
          </a:bodyPr>
          <a:lstStyle/>
          <a:p>
            <a:pPr algn="l"/>
            <a:r>
              <a:rPr lang="en-US" sz="1400" b="1"/>
              <a:t>1. Auto-generated IRIs</a:t>
            </a:r>
            <a:endParaRPr lang="en-AU" sz="1400" b="1"/>
          </a:p>
        </p:txBody>
      </p:sp>
      <p:sp>
        <p:nvSpPr>
          <p:cNvPr id="13" name="TextBox 12">
            <a:extLst>
              <a:ext uri="{FF2B5EF4-FFF2-40B4-BE49-F238E27FC236}">
                <a16:creationId xmlns:a16="http://schemas.microsoft.com/office/drawing/2014/main" id="{961BB971-9E10-304A-E4A6-B839BACACEC7}"/>
              </a:ext>
            </a:extLst>
          </p:cNvPr>
          <p:cNvSpPr txBox="1"/>
          <p:nvPr/>
        </p:nvSpPr>
        <p:spPr>
          <a:xfrm>
            <a:off x="9039191" y="5055654"/>
            <a:ext cx="2450533" cy="523220"/>
          </a:xfrm>
          <a:prstGeom prst="rect">
            <a:avLst/>
          </a:prstGeom>
          <a:noFill/>
        </p:spPr>
        <p:txBody>
          <a:bodyPr wrap="square" lIns="91440" tIns="45720" rIns="91440" bIns="45720" rtlCol="0" anchor="t">
            <a:spAutoFit/>
          </a:bodyPr>
          <a:lstStyle/>
          <a:p>
            <a:pPr algn="l"/>
            <a:r>
              <a:rPr lang="en-US" sz="1400" b="1"/>
              <a:t>2. Auto-generated Governance Fields</a:t>
            </a:r>
            <a:endParaRPr lang="en-AU" sz="1400" b="1"/>
          </a:p>
        </p:txBody>
      </p:sp>
      <p:sp>
        <p:nvSpPr>
          <p:cNvPr id="14" name="TextBox 13">
            <a:extLst>
              <a:ext uri="{FF2B5EF4-FFF2-40B4-BE49-F238E27FC236}">
                <a16:creationId xmlns:a16="http://schemas.microsoft.com/office/drawing/2014/main" id="{CCBE207B-A590-F72B-B628-06A77D5FF739}"/>
              </a:ext>
            </a:extLst>
          </p:cNvPr>
          <p:cNvSpPr txBox="1"/>
          <p:nvPr/>
        </p:nvSpPr>
        <p:spPr>
          <a:xfrm>
            <a:off x="2130743" y="5099177"/>
            <a:ext cx="2633413" cy="523220"/>
          </a:xfrm>
          <a:prstGeom prst="rect">
            <a:avLst/>
          </a:prstGeom>
          <a:noFill/>
        </p:spPr>
        <p:txBody>
          <a:bodyPr wrap="square" lIns="91440" tIns="45720" rIns="91440" bIns="45720" rtlCol="0" anchor="t">
            <a:spAutoFit/>
          </a:bodyPr>
          <a:lstStyle/>
          <a:p>
            <a:pPr algn="l"/>
            <a:r>
              <a:rPr lang="en-US" sz="1400" b="1"/>
              <a:t>3. Automated Ontology Building &amp; Publishing</a:t>
            </a:r>
            <a:endParaRPr lang="en-AU" sz="1400" b="1"/>
          </a:p>
        </p:txBody>
      </p:sp>
      <p:sp>
        <p:nvSpPr>
          <p:cNvPr id="15" name="TextBox 14">
            <a:extLst>
              <a:ext uri="{FF2B5EF4-FFF2-40B4-BE49-F238E27FC236}">
                <a16:creationId xmlns:a16="http://schemas.microsoft.com/office/drawing/2014/main" id="{719EE52D-5EB4-2E91-99AE-20B2D8492C04}"/>
              </a:ext>
            </a:extLst>
          </p:cNvPr>
          <p:cNvSpPr txBox="1"/>
          <p:nvPr/>
        </p:nvSpPr>
        <p:spPr>
          <a:xfrm>
            <a:off x="3306320" y="2064332"/>
            <a:ext cx="1254579" cy="307777"/>
          </a:xfrm>
          <a:prstGeom prst="rect">
            <a:avLst/>
          </a:prstGeom>
          <a:noFill/>
        </p:spPr>
        <p:txBody>
          <a:bodyPr wrap="square" lIns="91440" tIns="45720" rIns="91440" bIns="45720" rtlCol="0" anchor="t">
            <a:spAutoFit/>
          </a:bodyPr>
          <a:lstStyle/>
          <a:p>
            <a:pPr algn="l"/>
            <a:r>
              <a:rPr lang="en-US" sz="1400" b="1"/>
              <a:t>4. Search</a:t>
            </a:r>
            <a:endParaRPr lang="en-AU" sz="1400" b="1"/>
          </a:p>
        </p:txBody>
      </p:sp>
      <p:sp>
        <p:nvSpPr>
          <p:cNvPr id="16" name="TextBox 15">
            <a:extLst>
              <a:ext uri="{FF2B5EF4-FFF2-40B4-BE49-F238E27FC236}">
                <a16:creationId xmlns:a16="http://schemas.microsoft.com/office/drawing/2014/main" id="{58651A6F-9A48-9D55-5808-8A73091AD054}"/>
              </a:ext>
            </a:extLst>
          </p:cNvPr>
          <p:cNvSpPr txBox="1"/>
          <p:nvPr/>
        </p:nvSpPr>
        <p:spPr>
          <a:xfrm>
            <a:off x="330588" y="2078482"/>
            <a:ext cx="2445312" cy="307777"/>
          </a:xfrm>
          <a:prstGeom prst="rect">
            <a:avLst/>
          </a:prstGeom>
          <a:noFill/>
        </p:spPr>
        <p:txBody>
          <a:bodyPr wrap="square" lIns="91440" tIns="45720" rIns="91440" bIns="45720" rtlCol="0" anchor="t">
            <a:spAutoFit/>
          </a:bodyPr>
          <a:lstStyle/>
          <a:p>
            <a:pPr algn="l"/>
            <a:r>
              <a:rPr lang="en-US" sz="1400" b="1"/>
              <a:t>5. Workspace Snapshots</a:t>
            </a:r>
            <a:endParaRPr lang="en-AU" sz="1400" b="1"/>
          </a:p>
        </p:txBody>
      </p:sp>
    </p:spTree>
    <p:extLst>
      <p:ext uri="{BB962C8B-B14F-4D97-AF65-F5344CB8AC3E}">
        <p14:creationId xmlns:p14="http://schemas.microsoft.com/office/powerpoint/2010/main" val="312108879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BF71C0-3A10-71C7-0191-42D3785E9588}"/>
              </a:ext>
            </a:extLst>
          </p:cNvPr>
          <p:cNvSpPr>
            <a:spLocks noGrp="1"/>
          </p:cNvSpPr>
          <p:nvPr>
            <p:ph type="title"/>
          </p:nvPr>
        </p:nvSpPr>
        <p:spPr/>
        <p:txBody>
          <a:bodyPr/>
          <a:lstStyle/>
          <a:p>
            <a:r>
              <a:rPr lang="en-US" dirty="0"/>
              <a:t>The ontology </a:t>
            </a:r>
            <a:r>
              <a:rPr lang="en-US" dirty="0" err="1"/>
              <a:t>uom</a:t>
            </a:r>
            <a:r>
              <a:rPr lang="en-US" dirty="0"/>
              <a:t> reasoning system unveils semantic Data Quality errors.</a:t>
            </a:r>
            <a:endParaRPr lang="en-DK" dirty="0"/>
          </a:p>
        </p:txBody>
      </p:sp>
      <p:pic>
        <p:nvPicPr>
          <p:cNvPr id="1026" name="Picture 2">
            <a:extLst>
              <a:ext uri="{FF2B5EF4-FFF2-40B4-BE49-F238E27FC236}">
                <a16:creationId xmlns:a16="http://schemas.microsoft.com/office/drawing/2014/main" id="{6D0659E0-FD8B-49D8-F362-9B1DD600A85E}"/>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649244" y="1362346"/>
            <a:ext cx="6116777" cy="5129213"/>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A8891C55-00A3-EA47-396D-05B4723DA686}"/>
              </a:ext>
            </a:extLst>
          </p:cNvPr>
          <p:cNvSpPr txBox="1"/>
          <p:nvPr/>
        </p:nvSpPr>
        <p:spPr>
          <a:xfrm>
            <a:off x="7400261" y="2392326"/>
            <a:ext cx="3554178" cy="2062103"/>
          </a:xfrm>
          <a:prstGeom prst="rect">
            <a:avLst/>
          </a:prstGeom>
          <a:noFill/>
        </p:spPr>
        <p:txBody>
          <a:bodyPr wrap="none" rtlCol="0">
            <a:spAutoFit/>
          </a:bodyPr>
          <a:lstStyle/>
          <a:p>
            <a:pPr algn="l"/>
            <a:r>
              <a:rPr lang="en-US" sz="1600" dirty="0"/>
              <a:t>A data attribute is stated to be of </a:t>
            </a:r>
          </a:p>
          <a:p>
            <a:pPr algn="l"/>
            <a:endParaRPr lang="en-US" sz="1600" dirty="0"/>
          </a:p>
          <a:p>
            <a:pPr algn="l"/>
            <a:r>
              <a:rPr lang="en-US" sz="1600" dirty="0"/>
              <a:t>Quantity = “rotational speed”</a:t>
            </a:r>
          </a:p>
          <a:p>
            <a:pPr algn="l"/>
            <a:endParaRPr lang="en-US" sz="1600" dirty="0"/>
          </a:p>
          <a:p>
            <a:pPr algn="l"/>
            <a:r>
              <a:rPr lang="en-US" sz="1600" dirty="0"/>
              <a:t>But also to have</a:t>
            </a:r>
          </a:p>
          <a:p>
            <a:pPr algn="l"/>
            <a:endParaRPr lang="en-US" sz="1600" dirty="0"/>
          </a:p>
          <a:p>
            <a:pPr algn="l"/>
            <a:r>
              <a:rPr lang="en-US" sz="1600" dirty="0"/>
              <a:t>Datum unit of measure = “</a:t>
            </a:r>
            <a:r>
              <a:rPr lang="en-US" sz="1600" dirty="0" err="1"/>
              <a:t>millimetre</a:t>
            </a:r>
            <a:r>
              <a:rPr lang="en-US" sz="1600" dirty="0"/>
              <a:t>”</a:t>
            </a:r>
          </a:p>
          <a:p>
            <a:pPr algn="l"/>
            <a:endParaRPr lang="en-DK" sz="1600" dirty="0"/>
          </a:p>
        </p:txBody>
      </p:sp>
      <p:pic>
        <p:nvPicPr>
          <p:cNvPr id="6" name="Graphic 5" descr="Lightning bolt with solid fill">
            <a:extLst>
              <a:ext uri="{FF2B5EF4-FFF2-40B4-BE49-F238E27FC236}">
                <a16:creationId xmlns:a16="http://schemas.microsoft.com/office/drawing/2014/main" id="{ADF3FF4C-2637-27DA-60CB-2BB4F84A503B}"/>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755948" y="3012552"/>
            <a:ext cx="914400" cy="914400"/>
          </a:xfrm>
          <a:prstGeom prst="rect">
            <a:avLst/>
          </a:prstGeom>
        </p:spPr>
      </p:pic>
    </p:spTree>
    <p:extLst>
      <p:ext uri="{BB962C8B-B14F-4D97-AF65-F5344CB8AC3E}">
        <p14:creationId xmlns:p14="http://schemas.microsoft.com/office/powerpoint/2010/main" val="188921163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C57FC2-1F5E-D7B0-2E7F-EA71891C39AB}"/>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45763E8C-1F46-B522-9DB9-8C43354E124D}"/>
              </a:ext>
            </a:extLst>
          </p:cNvPr>
          <p:cNvSpPr txBox="1"/>
          <p:nvPr/>
        </p:nvSpPr>
        <p:spPr>
          <a:xfrm>
            <a:off x="1412142" y="3136612"/>
            <a:ext cx="9367715" cy="1569660"/>
          </a:xfrm>
          <a:prstGeom prst="rect">
            <a:avLst/>
          </a:prstGeom>
          <a:noFill/>
        </p:spPr>
        <p:txBody>
          <a:bodyPr wrap="square" rtlCol="0">
            <a:spAutoFit/>
          </a:bodyPr>
          <a:lstStyle/>
          <a:p>
            <a:pPr marL="514350" indent="-514350" algn="ctr">
              <a:buAutoNum type="arabicPeriod" startAt="2"/>
            </a:pPr>
            <a:r>
              <a:rPr lang="en-US" sz="3200" b="1" dirty="0"/>
              <a:t>Supporting creation of good domain ontologies. </a:t>
            </a:r>
          </a:p>
          <a:p>
            <a:pPr algn="ctr"/>
            <a:r>
              <a:rPr lang="en-US" sz="3200" b="1" dirty="0"/>
              <a:t>Understanding the context(s) in play</a:t>
            </a:r>
          </a:p>
          <a:p>
            <a:pPr algn="ctr"/>
            <a:endParaRPr lang="en-US" sz="3200" b="1" dirty="0"/>
          </a:p>
        </p:txBody>
      </p:sp>
    </p:spTree>
    <p:extLst>
      <p:ext uri="{BB962C8B-B14F-4D97-AF65-F5344CB8AC3E}">
        <p14:creationId xmlns:p14="http://schemas.microsoft.com/office/powerpoint/2010/main" val="302079090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0AABBA-6C61-9779-FCE7-D0F25CE72C2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8B907DA-A99B-350A-6CC7-A7518D9A6FCF}"/>
              </a:ext>
            </a:extLst>
          </p:cNvPr>
          <p:cNvSpPr>
            <a:spLocks noGrp="1"/>
          </p:cNvSpPr>
          <p:nvPr>
            <p:ph type="title"/>
          </p:nvPr>
        </p:nvSpPr>
        <p:spPr/>
        <p:txBody>
          <a:bodyPr/>
          <a:lstStyle/>
          <a:p>
            <a:r>
              <a:rPr lang="en-US" dirty="0">
                <a:latin typeface="Grundfos TheSans" panose="020B0503040302060204" pitchFamily="34" charset="0"/>
                <a:cs typeface="Calibri" panose="020F0502020204030204" pitchFamily="34" charset="0"/>
              </a:rPr>
              <a:t>Working with DATA DOMAINS</a:t>
            </a:r>
            <a:endParaRPr lang="da-DK" dirty="0">
              <a:latin typeface="Grundfos TheSans" panose="020B0503040302060204" pitchFamily="34" charset="0"/>
              <a:cs typeface="Calibri" panose="020F0502020204030204" pitchFamily="34" charset="0"/>
            </a:endParaRPr>
          </a:p>
        </p:txBody>
      </p:sp>
      <p:sp>
        <p:nvSpPr>
          <p:cNvPr id="3" name="Content Placeholder 2">
            <a:extLst>
              <a:ext uri="{FF2B5EF4-FFF2-40B4-BE49-F238E27FC236}">
                <a16:creationId xmlns:a16="http://schemas.microsoft.com/office/drawing/2014/main" id="{90239D01-30B1-2C68-DAA3-D434E61E42FE}"/>
              </a:ext>
            </a:extLst>
          </p:cNvPr>
          <p:cNvSpPr>
            <a:spLocks noGrp="1"/>
          </p:cNvSpPr>
          <p:nvPr>
            <p:ph sz="quarter" idx="14"/>
          </p:nvPr>
        </p:nvSpPr>
        <p:spPr>
          <a:xfrm>
            <a:off x="360000" y="952256"/>
            <a:ext cx="11472000" cy="4711002"/>
          </a:xfrm>
        </p:spPr>
        <p:txBody>
          <a:bodyPr>
            <a:normAutofit/>
          </a:bodyPr>
          <a:lstStyle/>
          <a:p>
            <a:endParaRPr lang="en-US" sz="2400" dirty="0"/>
          </a:p>
          <a:p>
            <a:pPr marL="0" indent="0">
              <a:buNone/>
            </a:pPr>
            <a:endParaRPr lang="en-US" sz="2400" dirty="0"/>
          </a:p>
          <a:p>
            <a:pPr marL="0" indent="0">
              <a:buNone/>
            </a:pPr>
            <a:endParaRPr lang="en-US" sz="2400" dirty="0"/>
          </a:p>
          <a:p>
            <a:pPr marL="0" indent="0">
              <a:buNone/>
            </a:pPr>
            <a:endParaRPr lang="en-US" sz="2400" dirty="0"/>
          </a:p>
          <a:p>
            <a:pPr marL="0" indent="0">
              <a:buNone/>
            </a:pPr>
            <a:endParaRPr lang="en-US" sz="2400" dirty="0"/>
          </a:p>
        </p:txBody>
      </p:sp>
      <p:pic>
        <p:nvPicPr>
          <p:cNvPr id="11" name="Picture 10" descr="A close up of a map&#10;&#10;Description generated with very high confidence">
            <a:extLst>
              <a:ext uri="{FF2B5EF4-FFF2-40B4-BE49-F238E27FC236}">
                <a16:creationId xmlns:a16="http://schemas.microsoft.com/office/drawing/2014/main" id="{E38034A8-FB28-31A8-77D9-6A27C89A9419}"/>
              </a:ext>
            </a:extLst>
          </p:cNvPr>
          <p:cNvPicPr>
            <a:picLocks noChangeAspect="1"/>
          </p:cNvPicPr>
          <p:nvPr/>
        </p:nvPicPr>
        <p:blipFill>
          <a:blip r:embed="rId3">
            <a:alphaModFix amt="70000"/>
            <a:extLst>
              <a:ext uri="{BEBA8EAE-BF5A-486C-A8C5-ECC9F3942E4B}">
                <a14:imgProps xmlns:a14="http://schemas.microsoft.com/office/drawing/2010/main">
                  <a14:imgLayer r:embed="rId4">
                    <a14:imgEffect>
                      <a14:saturation sat="25000"/>
                    </a14:imgEffect>
                  </a14:imgLayer>
                </a14:imgProps>
              </a:ext>
            </a:extLst>
          </a:blip>
          <a:stretch>
            <a:fillRect/>
          </a:stretch>
        </p:blipFill>
        <p:spPr>
          <a:xfrm>
            <a:off x="1867583" y="1156332"/>
            <a:ext cx="6699620" cy="5041720"/>
          </a:xfrm>
          <a:prstGeom prst="rect">
            <a:avLst/>
          </a:prstGeom>
        </p:spPr>
      </p:pic>
      <p:sp>
        <p:nvSpPr>
          <p:cNvPr id="12" name="Cylinder 11">
            <a:extLst>
              <a:ext uri="{FF2B5EF4-FFF2-40B4-BE49-F238E27FC236}">
                <a16:creationId xmlns:a16="http://schemas.microsoft.com/office/drawing/2014/main" id="{C145AAEB-2574-B45C-7E30-2F21A8E81C3B}"/>
              </a:ext>
            </a:extLst>
          </p:cNvPr>
          <p:cNvSpPr/>
          <p:nvPr/>
        </p:nvSpPr>
        <p:spPr>
          <a:xfrm>
            <a:off x="2399630" y="3910835"/>
            <a:ext cx="393291" cy="678426"/>
          </a:xfrm>
          <a:prstGeom prst="can">
            <a:avLst/>
          </a:prstGeom>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p>
        </p:txBody>
      </p:sp>
      <p:sp>
        <p:nvSpPr>
          <p:cNvPr id="13" name="Cylinder 12">
            <a:extLst>
              <a:ext uri="{FF2B5EF4-FFF2-40B4-BE49-F238E27FC236}">
                <a16:creationId xmlns:a16="http://schemas.microsoft.com/office/drawing/2014/main" id="{E988FC06-ACC8-A1BE-DB38-00A27DAFDE59}"/>
              </a:ext>
            </a:extLst>
          </p:cNvPr>
          <p:cNvSpPr/>
          <p:nvPr/>
        </p:nvSpPr>
        <p:spPr>
          <a:xfrm>
            <a:off x="4180612" y="4854907"/>
            <a:ext cx="555522" cy="870155"/>
          </a:xfrm>
          <a:prstGeom prst="can">
            <a:avLst/>
          </a:prstGeom>
          <a:solidFill>
            <a:srgbClr val="00B050"/>
          </a:solidFill>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p>
        </p:txBody>
      </p:sp>
      <p:sp>
        <p:nvSpPr>
          <p:cNvPr id="14" name="Cylinder 13">
            <a:extLst>
              <a:ext uri="{FF2B5EF4-FFF2-40B4-BE49-F238E27FC236}">
                <a16:creationId xmlns:a16="http://schemas.microsoft.com/office/drawing/2014/main" id="{319BA520-BA95-1F28-D761-9DFD590EB5D7}"/>
              </a:ext>
            </a:extLst>
          </p:cNvPr>
          <p:cNvSpPr/>
          <p:nvPr/>
        </p:nvSpPr>
        <p:spPr>
          <a:xfrm>
            <a:off x="6864065" y="2876184"/>
            <a:ext cx="393291" cy="678426"/>
          </a:xfrm>
          <a:prstGeom prst="can">
            <a:avLst/>
          </a:prstGeom>
          <a:solidFill>
            <a:srgbClr val="002060"/>
          </a:solidFill>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p>
        </p:txBody>
      </p:sp>
      <p:sp>
        <p:nvSpPr>
          <p:cNvPr id="15" name="Cylinder 14">
            <a:extLst>
              <a:ext uri="{FF2B5EF4-FFF2-40B4-BE49-F238E27FC236}">
                <a16:creationId xmlns:a16="http://schemas.microsoft.com/office/drawing/2014/main" id="{FE6530A9-A081-319D-4835-02844BC1622B}"/>
              </a:ext>
            </a:extLst>
          </p:cNvPr>
          <p:cNvSpPr/>
          <p:nvPr/>
        </p:nvSpPr>
        <p:spPr>
          <a:xfrm>
            <a:off x="5625661" y="1339013"/>
            <a:ext cx="393291" cy="678426"/>
          </a:xfrm>
          <a:prstGeom prst="can">
            <a:avLst/>
          </a:prstGeom>
          <a:solidFill>
            <a:srgbClr val="7030A0"/>
          </a:solidFill>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p>
        </p:txBody>
      </p:sp>
      <p:sp>
        <p:nvSpPr>
          <p:cNvPr id="16" name="Cylinder 15">
            <a:extLst>
              <a:ext uri="{FF2B5EF4-FFF2-40B4-BE49-F238E27FC236}">
                <a16:creationId xmlns:a16="http://schemas.microsoft.com/office/drawing/2014/main" id="{3ADD481B-D9B5-4997-6EC2-0600E777B74E}"/>
              </a:ext>
            </a:extLst>
          </p:cNvPr>
          <p:cNvSpPr/>
          <p:nvPr/>
        </p:nvSpPr>
        <p:spPr>
          <a:xfrm flipH="1">
            <a:off x="3068100" y="2902775"/>
            <a:ext cx="255638" cy="246804"/>
          </a:xfrm>
          <a:prstGeom prst="can">
            <a:avLst/>
          </a:prstGeom>
          <a:solidFill>
            <a:srgbClr val="002060"/>
          </a:solidFill>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p>
        </p:txBody>
      </p:sp>
      <p:sp>
        <p:nvSpPr>
          <p:cNvPr id="17" name="Cylinder 16">
            <a:extLst>
              <a:ext uri="{FF2B5EF4-FFF2-40B4-BE49-F238E27FC236}">
                <a16:creationId xmlns:a16="http://schemas.microsoft.com/office/drawing/2014/main" id="{99AF9068-9D4A-F4ED-C9F8-D51ED00A6EF5}"/>
              </a:ext>
            </a:extLst>
          </p:cNvPr>
          <p:cNvSpPr/>
          <p:nvPr/>
        </p:nvSpPr>
        <p:spPr>
          <a:xfrm flipH="1">
            <a:off x="3372900" y="2779373"/>
            <a:ext cx="255638" cy="246804"/>
          </a:xfrm>
          <a:prstGeom prst="can">
            <a:avLst/>
          </a:prstGeom>
          <a:solidFill>
            <a:srgbClr val="AE3801"/>
          </a:solidFill>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p>
        </p:txBody>
      </p:sp>
      <p:sp>
        <p:nvSpPr>
          <p:cNvPr id="18" name="Cylinder 17">
            <a:extLst>
              <a:ext uri="{FF2B5EF4-FFF2-40B4-BE49-F238E27FC236}">
                <a16:creationId xmlns:a16="http://schemas.microsoft.com/office/drawing/2014/main" id="{946AB56F-3A0E-2FE2-A72C-C42959E24300}"/>
              </a:ext>
            </a:extLst>
          </p:cNvPr>
          <p:cNvSpPr/>
          <p:nvPr/>
        </p:nvSpPr>
        <p:spPr>
          <a:xfrm flipH="1">
            <a:off x="3068100" y="3204513"/>
            <a:ext cx="255638" cy="246804"/>
          </a:xfrm>
          <a:prstGeom prst="can">
            <a:avLst/>
          </a:prstGeom>
          <a:solidFill>
            <a:srgbClr val="002060"/>
          </a:solidFill>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p>
        </p:txBody>
      </p:sp>
      <p:sp>
        <p:nvSpPr>
          <p:cNvPr id="19" name="Cylinder 18">
            <a:extLst>
              <a:ext uri="{FF2B5EF4-FFF2-40B4-BE49-F238E27FC236}">
                <a16:creationId xmlns:a16="http://schemas.microsoft.com/office/drawing/2014/main" id="{1F1C9A0D-C9AA-8C3F-328A-EDC137550D77}"/>
              </a:ext>
            </a:extLst>
          </p:cNvPr>
          <p:cNvSpPr/>
          <p:nvPr/>
        </p:nvSpPr>
        <p:spPr>
          <a:xfrm flipH="1">
            <a:off x="3372900" y="3081111"/>
            <a:ext cx="255638" cy="246804"/>
          </a:xfrm>
          <a:prstGeom prst="can">
            <a:avLst/>
          </a:prstGeom>
          <a:solidFill>
            <a:srgbClr val="0070C0"/>
          </a:solidFill>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p>
        </p:txBody>
      </p:sp>
      <p:sp>
        <p:nvSpPr>
          <p:cNvPr id="21" name="Cylinder 20">
            <a:extLst>
              <a:ext uri="{FF2B5EF4-FFF2-40B4-BE49-F238E27FC236}">
                <a16:creationId xmlns:a16="http://schemas.microsoft.com/office/drawing/2014/main" id="{3BD8EFF9-8DDF-7822-2B4C-EDB42724437A}"/>
              </a:ext>
            </a:extLst>
          </p:cNvPr>
          <p:cNvSpPr/>
          <p:nvPr/>
        </p:nvSpPr>
        <p:spPr>
          <a:xfrm>
            <a:off x="6722755" y="4950771"/>
            <a:ext cx="393291" cy="678426"/>
          </a:xfrm>
          <a:prstGeom prst="can">
            <a:avLst/>
          </a:prstGeom>
          <a:solidFill>
            <a:srgbClr val="002060"/>
          </a:solidFill>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p>
        </p:txBody>
      </p:sp>
      <p:pic>
        <p:nvPicPr>
          <p:cNvPr id="24" name="Graphic 23" descr="Walk">
            <a:extLst>
              <a:ext uri="{FF2B5EF4-FFF2-40B4-BE49-F238E27FC236}">
                <a16:creationId xmlns:a16="http://schemas.microsoft.com/office/drawing/2014/main" id="{DC4FD2AC-6148-B4CD-2DA6-F350FF4DA8C8}"/>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557145" y="1665123"/>
            <a:ext cx="704004" cy="704004"/>
          </a:xfrm>
          <a:prstGeom prst="rect">
            <a:avLst/>
          </a:prstGeom>
        </p:spPr>
      </p:pic>
      <p:pic>
        <p:nvPicPr>
          <p:cNvPr id="25" name="Graphic 24" descr="Walk">
            <a:extLst>
              <a:ext uri="{FF2B5EF4-FFF2-40B4-BE49-F238E27FC236}">
                <a16:creationId xmlns:a16="http://schemas.microsoft.com/office/drawing/2014/main" id="{6184B538-AA52-FA44-2813-BB526E78608A}"/>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flipH="1">
            <a:off x="4310311" y="1425233"/>
            <a:ext cx="704002" cy="704004"/>
          </a:xfrm>
          <a:prstGeom prst="rect">
            <a:avLst/>
          </a:prstGeom>
        </p:spPr>
      </p:pic>
      <p:sp>
        <p:nvSpPr>
          <p:cNvPr id="6" name="Freeform: Shape 5">
            <a:extLst>
              <a:ext uri="{FF2B5EF4-FFF2-40B4-BE49-F238E27FC236}">
                <a16:creationId xmlns:a16="http://schemas.microsoft.com/office/drawing/2014/main" id="{D2D4357F-3DCD-A283-C0F1-AAEA5FD7DF8D}"/>
              </a:ext>
            </a:extLst>
          </p:cNvPr>
          <p:cNvSpPr/>
          <p:nvPr/>
        </p:nvSpPr>
        <p:spPr>
          <a:xfrm flipH="1">
            <a:off x="4045343" y="1190593"/>
            <a:ext cx="485979" cy="428625"/>
          </a:xfrm>
          <a:custGeom>
            <a:avLst/>
            <a:gdLst>
              <a:gd name="connsiteX0" fmla="*/ 330466 w 485979"/>
              <a:gd name="connsiteY0" fmla="*/ 66675 h 428625"/>
              <a:gd name="connsiteX1" fmla="*/ 485980 w 485979"/>
              <a:gd name="connsiteY1" fmla="*/ 66675 h 428625"/>
              <a:gd name="connsiteX2" fmla="*/ 485980 w 485979"/>
              <a:gd name="connsiteY2" fmla="*/ 38100 h 428625"/>
              <a:gd name="connsiteX3" fmla="*/ 447101 w 485979"/>
              <a:gd name="connsiteY3" fmla="*/ 0 h 428625"/>
              <a:gd name="connsiteX4" fmla="*/ 38878 w 485979"/>
              <a:gd name="connsiteY4" fmla="*/ 0 h 428625"/>
              <a:gd name="connsiteX5" fmla="*/ 0 w 485979"/>
              <a:gd name="connsiteY5" fmla="*/ 38100 h 428625"/>
              <a:gd name="connsiteX6" fmla="*/ 0 w 485979"/>
              <a:gd name="connsiteY6" fmla="*/ 295275 h 428625"/>
              <a:gd name="connsiteX7" fmla="*/ 38878 w 485979"/>
              <a:gd name="connsiteY7" fmla="*/ 333375 h 428625"/>
              <a:gd name="connsiteX8" fmla="*/ 97196 w 485979"/>
              <a:gd name="connsiteY8" fmla="*/ 333375 h 428625"/>
              <a:gd name="connsiteX9" fmla="*/ 97196 w 485979"/>
              <a:gd name="connsiteY9" fmla="*/ 428625 h 428625"/>
              <a:gd name="connsiteX10" fmla="*/ 194392 w 485979"/>
              <a:gd name="connsiteY10" fmla="*/ 333375 h 428625"/>
              <a:gd name="connsiteX11" fmla="*/ 252709 w 485979"/>
              <a:gd name="connsiteY11" fmla="*/ 333375 h 428625"/>
              <a:gd name="connsiteX12" fmla="*/ 252709 w 485979"/>
              <a:gd name="connsiteY12" fmla="*/ 142875 h 428625"/>
              <a:gd name="connsiteX13" fmla="*/ 330466 w 485979"/>
              <a:gd name="connsiteY13" fmla="*/ 66675 h 428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85979" h="428625">
                <a:moveTo>
                  <a:pt x="330466" y="66675"/>
                </a:moveTo>
                <a:lnTo>
                  <a:pt x="485980" y="66675"/>
                </a:lnTo>
                <a:lnTo>
                  <a:pt x="485980" y="38100"/>
                </a:lnTo>
                <a:cubicBezTo>
                  <a:pt x="485980" y="17145"/>
                  <a:pt x="468484" y="0"/>
                  <a:pt x="447101" y="0"/>
                </a:cubicBezTo>
                <a:lnTo>
                  <a:pt x="38878" y="0"/>
                </a:lnTo>
                <a:cubicBezTo>
                  <a:pt x="17495" y="0"/>
                  <a:pt x="0" y="17145"/>
                  <a:pt x="0" y="38100"/>
                </a:cubicBezTo>
                <a:lnTo>
                  <a:pt x="0" y="295275"/>
                </a:lnTo>
                <a:cubicBezTo>
                  <a:pt x="0" y="316230"/>
                  <a:pt x="17495" y="333375"/>
                  <a:pt x="38878" y="333375"/>
                </a:cubicBezTo>
                <a:lnTo>
                  <a:pt x="97196" y="333375"/>
                </a:lnTo>
                <a:lnTo>
                  <a:pt x="97196" y="428625"/>
                </a:lnTo>
                <a:lnTo>
                  <a:pt x="194392" y="333375"/>
                </a:lnTo>
                <a:lnTo>
                  <a:pt x="252709" y="333375"/>
                </a:lnTo>
                <a:lnTo>
                  <a:pt x="252709" y="142875"/>
                </a:lnTo>
                <a:cubicBezTo>
                  <a:pt x="252709" y="100965"/>
                  <a:pt x="287700" y="66675"/>
                  <a:pt x="330466" y="66675"/>
                </a:cubicBezTo>
                <a:close/>
              </a:path>
            </a:pathLst>
          </a:custGeom>
          <a:solidFill>
            <a:srgbClr val="7030A0"/>
          </a:solidFill>
          <a:ln w="9624" cap="flat">
            <a:noFill/>
            <a:prstDash val="solid"/>
            <a:miter/>
          </a:ln>
        </p:spPr>
        <p:txBody>
          <a:bodyPr rtlCol="0" anchor="ctr"/>
          <a:lstStyle/>
          <a:p>
            <a:endParaRPr lang="en-DK"/>
          </a:p>
        </p:txBody>
      </p:sp>
      <p:sp>
        <p:nvSpPr>
          <p:cNvPr id="7" name="Freeform: Shape 6">
            <a:extLst>
              <a:ext uri="{FF2B5EF4-FFF2-40B4-BE49-F238E27FC236}">
                <a16:creationId xmlns:a16="http://schemas.microsoft.com/office/drawing/2014/main" id="{DCA00FF0-9526-EC4B-9F40-88D7DAA219B9}"/>
              </a:ext>
            </a:extLst>
          </p:cNvPr>
          <p:cNvSpPr/>
          <p:nvPr/>
        </p:nvSpPr>
        <p:spPr>
          <a:xfrm flipH="1">
            <a:off x="3753755" y="1295368"/>
            <a:ext cx="485979" cy="428625"/>
          </a:xfrm>
          <a:custGeom>
            <a:avLst/>
            <a:gdLst>
              <a:gd name="connsiteX0" fmla="*/ 447101 w 485979"/>
              <a:gd name="connsiteY0" fmla="*/ 0 h 428625"/>
              <a:gd name="connsiteX1" fmla="*/ 38878 w 485979"/>
              <a:gd name="connsiteY1" fmla="*/ 0 h 428625"/>
              <a:gd name="connsiteX2" fmla="*/ 0 w 485979"/>
              <a:gd name="connsiteY2" fmla="*/ 38100 h 428625"/>
              <a:gd name="connsiteX3" fmla="*/ 0 w 485979"/>
              <a:gd name="connsiteY3" fmla="*/ 295275 h 428625"/>
              <a:gd name="connsiteX4" fmla="*/ 38878 w 485979"/>
              <a:gd name="connsiteY4" fmla="*/ 333375 h 428625"/>
              <a:gd name="connsiteX5" fmla="*/ 291588 w 485979"/>
              <a:gd name="connsiteY5" fmla="*/ 333375 h 428625"/>
              <a:gd name="connsiteX6" fmla="*/ 388784 w 485979"/>
              <a:gd name="connsiteY6" fmla="*/ 428625 h 428625"/>
              <a:gd name="connsiteX7" fmla="*/ 388784 w 485979"/>
              <a:gd name="connsiteY7" fmla="*/ 333375 h 428625"/>
              <a:gd name="connsiteX8" fmla="*/ 447101 w 485979"/>
              <a:gd name="connsiteY8" fmla="*/ 333375 h 428625"/>
              <a:gd name="connsiteX9" fmla="*/ 485980 w 485979"/>
              <a:gd name="connsiteY9" fmla="*/ 295275 h 428625"/>
              <a:gd name="connsiteX10" fmla="*/ 485980 w 485979"/>
              <a:gd name="connsiteY10" fmla="*/ 38100 h 428625"/>
              <a:gd name="connsiteX11" fmla="*/ 447101 w 485979"/>
              <a:gd name="connsiteY11" fmla="*/ 0 h 428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85979" h="428625">
                <a:moveTo>
                  <a:pt x="447101" y="0"/>
                </a:moveTo>
                <a:lnTo>
                  <a:pt x="38878" y="0"/>
                </a:lnTo>
                <a:cubicBezTo>
                  <a:pt x="17495" y="0"/>
                  <a:pt x="0" y="17145"/>
                  <a:pt x="0" y="38100"/>
                </a:cubicBezTo>
                <a:lnTo>
                  <a:pt x="0" y="295275"/>
                </a:lnTo>
                <a:cubicBezTo>
                  <a:pt x="0" y="316230"/>
                  <a:pt x="17495" y="333375"/>
                  <a:pt x="38878" y="333375"/>
                </a:cubicBezTo>
                <a:lnTo>
                  <a:pt x="291588" y="333375"/>
                </a:lnTo>
                <a:lnTo>
                  <a:pt x="388784" y="428625"/>
                </a:lnTo>
                <a:lnTo>
                  <a:pt x="388784" y="333375"/>
                </a:lnTo>
                <a:lnTo>
                  <a:pt x="447101" y="333375"/>
                </a:lnTo>
                <a:cubicBezTo>
                  <a:pt x="468484" y="333375"/>
                  <a:pt x="485980" y="316230"/>
                  <a:pt x="485980" y="295275"/>
                </a:cubicBezTo>
                <a:lnTo>
                  <a:pt x="485980" y="38100"/>
                </a:lnTo>
                <a:cubicBezTo>
                  <a:pt x="485980" y="17145"/>
                  <a:pt x="468484" y="0"/>
                  <a:pt x="447101" y="0"/>
                </a:cubicBezTo>
                <a:close/>
              </a:path>
            </a:pathLst>
          </a:custGeom>
          <a:solidFill>
            <a:schemeClr val="accent2"/>
          </a:solidFill>
          <a:ln w="9624" cap="flat">
            <a:noFill/>
            <a:prstDash val="solid"/>
            <a:miter/>
          </a:ln>
        </p:spPr>
        <p:txBody>
          <a:bodyPr rtlCol="0" anchor="ctr"/>
          <a:lstStyle/>
          <a:p>
            <a:endParaRPr lang="en-DK"/>
          </a:p>
        </p:txBody>
      </p:sp>
      <p:cxnSp>
        <p:nvCxnSpPr>
          <p:cNvPr id="30" name="Straight Arrow Connector 29">
            <a:extLst>
              <a:ext uri="{FF2B5EF4-FFF2-40B4-BE49-F238E27FC236}">
                <a16:creationId xmlns:a16="http://schemas.microsoft.com/office/drawing/2014/main" id="{3615E533-F4DC-89C7-8B3E-4B732CB339B7}"/>
              </a:ext>
            </a:extLst>
          </p:cNvPr>
          <p:cNvCxnSpPr>
            <a:cxnSpLocks/>
          </p:cNvCxnSpPr>
          <p:nvPr/>
        </p:nvCxnSpPr>
        <p:spPr>
          <a:xfrm flipH="1">
            <a:off x="4878201" y="1678226"/>
            <a:ext cx="705425" cy="0"/>
          </a:xfrm>
          <a:prstGeom prst="straightConnector1">
            <a:avLst/>
          </a:prstGeom>
          <a:ln w="44450">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29D5EFCC-8A02-C579-4E8A-82A85C6BE191}"/>
              </a:ext>
            </a:extLst>
          </p:cNvPr>
          <p:cNvCxnSpPr>
            <a:cxnSpLocks/>
          </p:cNvCxnSpPr>
          <p:nvPr/>
        </p:nvCxnSpPr>
        <p:spPr>
          <a:xfrm flipV="1">
            <a:off x="3323738" y="2167486"/>
            <a:ext cx="352259" cy="611888"/>
          </a:xfrm>
          <a:prstGeom prst="straightConnector1">
            <a:avLst/>
          </a:prstGeom>
          <a:ln w="44450">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pic>
        <p:nvPicPr>
          <p:cNvPr id="35" name="Graphic 34" descr="Walk">
            <a:extLst>
              <a:ext uri="{FF2B5EF4-FFF2-40B4-BE49-F238E27FC236}">
                <a16:creationId xmlns:a16="http://schemas.microsoft.com/office/drawing/2014/main" id="{174DCF7E-5519-7534-892D-E7B41E41E266}"/>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flipH="1">
            <a:off x="5778847" y="4275229"/>
            <a:ext cx="714631" cy="704004"/>
          </a:xfrm>
          <a:prstGeom prst="rect">
            <a:avLst/>
          </a:prstGeom>
        </p:spPr>
      </p:pic>
      <p:pic>
        <p:nvPicPr>
          <p:cNvPr id="36" name="Graphic 35" descr="Walk">
            <a:extLst>
              <a:ext uri="{FF2B5EF4-FFF2-40B4-BE49-F238E27FC236}">
                <a16:creationId xmlns:a16="http://schemas.microsoft.com/office/drawing/2014/main" id="{A8EA3E1B-CBAE-6481-F43C-E6F34A9D1708}"/>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5014313" y="4035339"/>
            <a:ext cx="714629" cy="704004"/>
          </a:xfrm>
          <a:prstGeom prst="rect">
            <a:avLst/>
          </a:prstGeom>
        </p:spPr>
      </p:pic>
      <p:sp>
        <p:nvSpPr>
          <p:cNvPr id="9" name="Freeform: Shape 8">
            <a:extLst>
              <a:ext uri="{FF2B5EF4-FFF2-40B4-BE49-F238E27FC236}">
                <a16:creationId xmlns:a16="http://schemas.microsoft.com/office/drawing/2014/main" id="{3DE5244D-BC33-674E-530D-CBEEB33FB1C6}"/>
              </a:ext>
            </a:extLst>
          </p:cNvPr>
          <p:cNvSpPr/>
          <p:nvPr/>
        </p:nvSpPr>
        <p:spPr>
          <a:xfrm>
            <a:off x="5504595" y="3800699"/>
            <a:ext cx="493316" cy="428625"/>
          </a:xfrm>
          <a:custGeom>
            <a:avLst/>
            <a:gdLst>
              <a:gd name="connsiteX0" fmla="*/ 335455 w 493316"/>
              <a:gd name="connsiteY0" fmla="*/ 66675 h 428625"/>
              <a:gd name="connsiteX1" fmla="*/ 493316 w 493316"/>
              <a:gd name="connsiteY1" fmla="*/ 66675 h 428625"/>
              <a:gd name="connsiteX2" fmla="*/ 493316 w 493316"/>
              <a:gd name="connsiteY2" fmla="*/ 38100 h 428625"/>
              <a:gd name="connsiteX3" fmla="*/ 453851 w 493316"/>
              <a:gd name="connsiteY3" fmla="*/ 0 h 428625"/>
              <a:gd name="connsiteX4" fmla="*/ 39465 w 493316"/>
              <a:gd name="connsiteY4" fmla="*/ 0 h 428625"/>
              <a:gd name="connsiteX5" fmla="*/ 0 w 493316"/>
              <a:gd name="connsiteY5" fmla="*/ 38100 h 428625"/>
              <a:gd name="connsiteX6" fmla="*/ 0 w 493316"/>
              <a:gd name="connsiteY6" fmla="*/ 295275 h 428625"/>
              <a:gd name="connsiteX7" fmla="*/ 39465 w 493316"/>
              <a:gd name="connsiteY7" fmla="*/ 333375 h 428625"/>
              <a:gd name="connsiteX8" fmla="*/ 98663 w 493316"/>
              <a:gd name="connsiteY8" fmla="*/ 333375 h 428625"/>
              <a:gd name="connsiteX9" fmla="*/ 98663 w 493316"/>
              <a:gd name="connsiteY9" fmla="*/ 428625 h 428625"/>
              <a:gd name="connsiteX10" fmla="*/ 197326 w 493316"/>
              <a:gd name="connsiteY10" fmla="*/ 333375 h 428625"/>
              <a:gd name="connsiteX11" fmla="*/ 256524 w 493316"/>
              <a:gd name="connsiteY11" fmla="*/ 333375 h 428625"/>
              <a:gd name="connsiteX12" fmla="*/ 256524 w 493316"/>
              <a:gd name="connsiteY12" fmla="*/ 142875 h 428625"/>
              <a:gd name="connsiteX13" fmla="*/ 335455 w 493316"/>
              <a:gd name="connsiteY13" fmla="*/ 66675 h 428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93316" h="428625">
                <a:moveTo>
                  <a:pt x="335455" y="66675"/>
                </a:moveTo>
                <a:lnTo>
                  <a:pt x="493316" y="66675"/>
                </a:lnTo>
                <a:lnTo>
                  <a:pt x="493316" y="38100"/>
                </a:lnTo>
                <a:cubicBezTo>
                  <a:pt x="493316" y="17145"/>
                  <a:pt x="475557" y="0"/>
                  <a:pt x="453851" y="0"/>
                </a:cubicBezTo>
                <a:lnTo>
                  <a:pt x="39465" y="0"/>
                </a:lnTo>
                <a:cubicBezTo>
                  <a:pt x="17759" y="0"/>
                  <a:pt x="0" y="17145"/>
                  <a:pt x="0" y="38100"/>
                </a:cubicBezTo>
                <a:lnTo>
                  <a:pt x="0" y="295275"/>
                </a:lnTo>
                <a:cubicBezTo>
                  <a:pt x="0" y="316230"/>
                  <a:pt x="17759" y="333375"/>
                  <a:pt x="39465" y="333375"/>
                </a:cubicBezTo>
                <a:lnTo>
                  <a:pt x="98663" y="333375"/>
                </a:lnTo>
                <a:lnTo>
                  <a:pt x="98663" y="428625"/>
                </a:lnTo>
                <a:lnTo>
                  <a:pt x="197326" y="333375"/>
                </a:lnTo>
                <a:lnTo>
                  <a:pt x="256524" y="333375"/>
                </a:lnTo>
                <a:lnTo>
                  <a:pt x="256524" y="142875"/>
                </a:lnTo>
                <a:cubicBezTo>
                  <a:pt x="256524" y="100965"/>
                  <a:pt x="292043" y="66675"/>
                  <a:pt x="335455" y="66675"/>
                </a:cubicBezTo>
                <a:close/>
              </a:path>
            </a:pathLst>
          </a:custGeom>
          <a:solidFill>
            <a:srgbClr val="00B050"/>
          </a:solidFill>
          <a:ln w="9823" cap="flat">
            <a:noFill/>
            <a:prstDash val="solid"/>
            <a:miter/>
          </a:ln>
        </p:spPr>
        <p:txBody>
          <a:bodyPr rtlCol="0" anchor="ctr"/>
          <a:lstStyle/>
          <a:p>
            <a:endParaRPr lang="en-DK"/>
          </a:p>
        </p:txBody>
      </p:sp>
      <p:sp>
        <p:nvSpPr>
          <p:cNvPr id="10" name="Freeform: Shape 9">
            <a:extLst>
              <a:ext uri="{FF2B5EF4-FFF2-40B4-BE49-F238E27FC236}">
                <a16:creationId xmlns:a16="http://schemas.microsoft.com/office/drawing/2014/main" id="{6FB24C2D-7C96-5B64-CECD-5BBF1ABFE743}"/>
              </a:ext>
            </a:extLst>
          </p:cNvPr>
          <p:cNvSpPr/>
          <p:nvPr/>
        </p:nvSpPr>
        <p:spPr>
          <a:xfrm>
            <a:off x="5800585" y="3905474"/>
            <a:ext cx="493316" cy="428625"/>
          </a:xfrm>
          <a:custGeom>
            <a:avLst/>
            <a:gdLst>
              <a:gd name="connsiteX0" fmla="*/ 453851 w 493316"/>
              <a:gd name="connsiteY0" fmla="*/ 0 h 428625"/>
              <a:gd name="connsiteX1" fmla="*/ 39465 w 493316"/>
              <a:gd name="connsiteY1" fmla="*/ 0 h 428625"/>
              <a:gd name="connsiteX2" fmla="*/ 0 w 493316"/>
              <a:gd name="connsiteY2" fmla="*/ 38100 h 428625"/>
              <a:gd name="connsiteX3" fmla="*/ 0 w 493316"/>
              <a:gd name="connsiteY3" fmla="*/ 295275 h 428625"/>
              <a:gd name="connsiteX4" fmla="*/ 39465 w 493316"/>
              <a:gd name="connsiteY4" fmla="*/ 333375 h 428625"/>
              <a:gd name="connsiteX5" fmla="*/ 295990 w 493316"/>
              <a:gd name="connsiteY5" fmla="*/ 333375 h 428625"/>
              <a:gd name="connsiteX6" fmla="*/ 394653 w 493316"/>
              <a:gd name="connsiteY6" fmla="*/ 428625 h 428625"/>
              <a:gd name="connsiteX7" fmla="*/ 394653 w 493316"/>
              <a:gd name="connsiteY7" fmla="*/ 333375 h 428625"/>
              <a:gd name="connsiteX8" fmla="*/ 453851 w 493316"/>
              <a:gd name="connsiteY8" fmla="*/ 333375 h 428625"/>
              <a:gd name="connsiteX9" fmla="*/ 493316 w 493316"/>
              <a:gd name="connsiteY9" fmla="*/ 295275 h 428625"/>
              <a:gd name="connsiteX10" fmla="*/ 493316 w 493316"/>
              <a:gd name="connsiteY10" fmla="*/ 38100 h 428625"/>
              <a:gd name="connsiteX11" fmla="*/ 453851 w 493316"/>
              <a:gd name="connsiteY11" fmla="*/ 0 h 428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93316" h="428625">
                <a:moveTo>
                  <a:pt x="453851" y="0"/>
                </a:moveTo>
                <a:lnTo>
                  <a:pt x="39465" y="0"/>
                </a:lnTo>
                <a:cubicBezTo>
                  <a:pt x="17759" y="0"/>
                  <a:pt x="0" y="17145"/>
                  <a:pt x="0" y="38100"/>
                </a:cubicBezTo>
                <a:lnTo>
                  <a:pt x="0" y="295275"/>
                </a:lnTo>
                <a:cubicBezTo>
                  <a:pt x="0" y="316230"/>
                  <a:pt x="17759" y="333375"/>
                  <a:pt x="39465" y="333375"/>
                </a:cubicBezTo>
                <a:lnTo>
                  <a:pt x="295990" y="333375"/>
                </a:lnTo>
                <a:lnTo>
                  <a:pt x="394653" y="428625"/>
                </a:lnTo>
                <a:lnTo>
                  <a:pt x="394653" y="333375"/>
                </a:lnTo>
                <a:lnTo>
                  <a:pt x="453851" y="333375"/>
                </a:lnTo>
                <a:cubicBezTo>
                  <a:pt x="475557" y="333375"/>
                  <a:pt x="493316" y="316230"/>
                  <a:pt x="493316" y="295275"/>
                </a:cubicBezTo>
                <a:lnTo>
                  <a:pt x="493316" y="38100"/>
                </a:lnTo>
                <a:cubicBezTo>
                  <a:pt x="493316" y="17145"/>
                  <a:pt x="475557" y="0"/>
                  <a:pt x="453851" y="0"/>
                </a:cubicBezTo>
                <a:close/>
              </a:path>
            </a:pathLst>
          </a:custGeom>
          <a:solidFill>
            <a:schemeClr val="tx2"/>
          </a:solidFill>
          <a:ln w="9823" cap="flat">
            <a:noFill/>
            <a:prstDash val="solid"/>
            <a:miter/>
          </a:ln>
        </p:spPr>
        <p:txBody>
          <a:bodyPr rtlCol="0" anchor="ctr"/>
          <a:lstStyle/>
          <a:p>
            <a:endParaRPr lang="en-DK"/>
          </a:p>
        </p:txBody>
      </p:sp>
      <p:cxnSp>
        <p:nvCxnSpPr>
          <p:cNvPr id="38" name="Straight Arrow Connector 37">
            <a:extLst>
              <a:ext uri="{FF2B5EF4-FFF2-40B4-BE49-F238E27FC236}">
                <a16:creationId xmlns:a16="http://schemas.microsoft.com/office/drawing/2014/main" id="{602CEB54-895B-2D77-20F4-4320763D9B36}"/>
              </a:ext>
            </a:extLst>
          </p:cNvPr>
          <p:cNvCxnSpPr>
            <a:cxnSpLocks/>
          </p:cNvCxnSpPr>
          <p:nvPr/>
        </p:nvCxnSpPr>
        <p:spPr>
          <a:xfrm flipH="1" flipV="1">
            <a:off x="6372832" y="5024269"/>
            <a:ext cx="349924" cy="222924"/>
          </a:xfrm>
          <a:prstGeom prst="straightConnector1">
            <a:avLst/>
          </a:prstGeom>
          <a:ln w="44450">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3759FABB-39E8-0802-99ED-E9874027802F}"/>
              </a:ext>
            </a:extLst>
          </p:cNvPr>
          <p:cNvCxnSpPr>
            <a:cxnSpLocks/>
          </p:cNvCxnSpPr>
          <p:nvPr/>
        </p:nvCxnSpPr>
        <p:spPr>
          <a:xfrm flipV="1">
            <a:off x="4829055" y="4797124"/>
            <a:ext cx="442543" cy="455789"/>
          </a:xfrm>
          <a:prstGeom prst="straightConnector1">
            <a:avLst/>
          </a:prstGeom>
          <a:ln w="44450">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grpSp>
        <p:nvGrpSpPr>
          <p:cNvPr id="67" name="Group 66">
            <a:extLst>
              <a:ext uri="{FF2B5EF4-FFF2-40B4-BE49-F238E27FC236}">
                <a16:creationId xmlns:a16="http://schemas.microsoft.com/office/drawing/2014/main" id="{2853A7D6-A5DE-3355-5CA0-EF5FF91697EE}"/>
              </a:ext>
            </a:extLst>
          </p:cNvPr>
          <p:cNvGrpSpPr/>
          <p:nvPr/>
        </p:nvGrpSpPr>
        <p:grpSpPr>
          <a:xfrm>
            <a:off x="5319549" y="1130037"/>
            <a:ext cx="5157150" cy="5081951"/>
            <a:chOff x="6321648" y="1435395"/>
            <a:chExt cx="5157150" cy="5081951"/>
          </a:xfrm>
        </p:grpSpPr>
        <p:sp>
          <p:nvSpPr>
            <p:cNvPr id="55" name="Freeform: Shape 54">
              <a:extLst>
                <a:ext uri="{FF2B5EF4-FFF2-40B4-BE49-F238E27FC236}">
                  <a16:creationId xmlns:a16="http://schemas.microsoft.com/office/drawing/2014/main" id="{C78E5066-B3A5-45DC-F50D-23638AC3DE8A}"/>
                </a:ext>
              </a:extLst>
            </p:cNvPr>
            <p:cNvSpPr/>
            <p:nvPr/>
          </p:nvSpPr>
          <p:spPr>
            <a:xfrm>
              <a:off x="6321648" y="2912909"/>
              <a:ext cx="5157150" cy="3604437"/>
            </a:xfrm>
            <a:custGeom>
              <a:avLst/>
              <a:gdLst>
                <a:gd name="connsiteX0" fmla="*/ 0 w 5157150"/>
                <a:gd name="connsiteY0" fmla="*/ 3094075 h 3604437"/>
                <a:gd name="connsiteX1" fmla="*/ 42530 w 5157150"/>
                <a:gd name="connsiteY1" fmla="*/ 3147237 h 3604437"/>
                <a:gd name="connsiteX2" fmla="*/ 138223 w 5157150"/>
                <a:gd name="connsiteY2" fmla="*/ 3189768 h 3604437"/>
                <a:gd name="connsiteX3" fmla="*/ 202018 w 5157150"/>
                <a:gd name="connsiteY3" fmla="*/ 3221665 h 3604437"/>
                <a:gd name="connsiteX4" fmla="*/ 287079 w 5157150"/>
                <a:gd name="connsiteY4" fmla="*/ 3264196 h 3604437"/>
                <a:gd name="connsiteX5" fmla="*/ 329609 w 5157150"/>
                <a:gd name="connsiteY5" fmla="*/ 3285461 h 3604437"/>
                <a:gd name="connsiteX6" fmla="*/ 361507 w 5157150"/>
                <a:gd name="connsiteY6" fmla="*/ 3306726 h 3604437"/>
                <a:gd name="connsiteX7" fmla="*/ 404037 w 5157150"/>
                <a:gd name="connsiteY7" fmla="*/ 3317358 h 3604437"/>
                <a:gd name="connsiteX8" fmla="*/ 510363 w 5157150"/>
                <a:gd name="connsiteY8" fmla="*/ 3349256 h 3604437"/>
                <a:gd name="connsiteX9" fmla="*/ 563525 w 5157150"/>
                <a:gd name="connsiteY9" fmla="*/ 3370521 h 3604437"/>
                <a:gd name="connsiteX10" fmla="*/ 627321 w 5157150"/>
                <a:gd name="connsiteY10" fmla="*/ 3391786 h 3604437"/>
                <a:gd name="connsiteX11" fmla="*/ 744279 w 5157150"/>
                <a:gd name="connsiteY11" fmla="*/ 3444949 h 3604437"/>
                <a:gd name="connsiteX12" fmla="*/ 808074 w 5157150"/>
                <a:gd name="connsiteY12" fmla="*/ 3466214 h 3604437"/>
                <a:gd name="connsiteX13" fmla="*/ 903767 w 5157150"/>
                <a:gd name="connsiteY13" fmla="*/ 3487479 h 3604437"/>
                <a:gd name="connsiteX14" fmla="*/ 946297 w 5157150"/>
                <a:gd name="connsiteY14" fmla="*/ 3508744 h 3604437"/>
                <a:gd name="connsiteX15" fmla="*/ 1116418 w 5157150"/>
                <a:gd name="connsiteY15" fmla="*/ 3530009 h 3604437"/>
                <a:gd name="connsiteX16" fmla="*/ 1275907 w 5157150"/>
                <a:gd name="connsiteY16" fmla="*/ 3551275 h 3604437"/>
                <a:gd name="connsiteX17" fmla="*/ 1371600 w 5157150"/>
                <a:gd name="connsiteY17" fmla="*/ 3561907 h 3604437"/>
                <a:gd name="connsiteX18" fmla="*/ 1435395 w 5157150"/>
                <a:gd name="connsiteY18" fmla="*/ 3583172 h 3604437"/>
                <a:gd name="connsiteX19" fmla="*/ 1616149 w 5157150"/>
                <a:gd name="connsiteY19" fmla="*/ 3604437 h 3604437"/>
                <a:gd name="connsiteX20" fmla="*/ 2466753 w 5157150"/>
                <a:gd name="connsiteY20" fmla="*/ 3593805 h 3604437"/>
                <a:gd name="connsiteX21" fmla="*/ 2541181 w 5157150"/>
                <a:gd name="connsiteY21" fmla="*/ 3561907 h 3604437"/>
                <a:gd name="connsiteX22" fmla="*/ 2583711 w 5157150"/>
                <a:gd name="connsiteY22" fmla="*/ 3551275 h 3604437"/>
                <a:gd name="connsiteX23" fmla="*/ 2690037 w 5157150"/>
                <a:gd name="connsiteY23" fmla="*/ 3487479 h 3604437"/>
                <a:gd name="connsiteX24" fmla="*/ 2753832 w 5157150"/>
                <a:gd name="connsiteY24" fmla="*/ 3455582 h 3604437"/>
                <a:gd name="connsiteX25" fmla="*/ 2785730 w 5157150"/>
                <a:gd name="connsiteY25" fmla="*/ 3444949 h 3604437"/>
                <a:gd name="connsiteX26" fmla="*/ 2860158 w 5157150"/>
                <a:gd name="connsiteY26" fmla="*/ 3391786 h 3604437"/>
                <a:gd name="connsiteX27" fmla="*/ 2892056 w 5157150"/>
                <a:gd name="connsiteY27" fmla="*/ 3381154 h 3604437"/>
                <a:gd name="connsiteX28" fmla="*/ 2977116 w 5157150"/>
                <a:gd name="connsiteY28" fmla="*/ 3317358 h 3604437"/>
                <a:gd name="connsiteX29" fmla="*/ 3051544 w 5157150"/>
                <a:gd name="connsiteY29" fmla="*/ 3264196 h 3604437"/>
                <a:gd name="connsiteX30" fmla="*/ 3083442 w 5157150"/>
                <a:gd name="connsiteY30" fmla="*/ 3232298 h 3604437"/>
                <a:gd name="connsiteX31" fmla="*/ 3125972 w 5157150"/>
                <a:gd name="connsiteY31" fmla="*/ 3200400 h 3604437"/>
                <a:gd name="connsiteX32" fmla="*/ 3168502 w 5157150"/>
                <a:gd name="connsiteY32" fmla="*/ 3157870 h 3604437"/>
                <a:gd name="connsiteX33" fmla="*/ 3264195 w 5157150"/>
                <a:gd name="connsiteY33" fmla="*/ 3094075 h 3604437"/>
                <a:gd name="connsiteX34" fmla="*/ 3327990 w 5157150"/>
                <a:gd name="connsiteY34" fmla="*/ 3030279 h 3604437"/>
                <a:gd name="connsiteX35" fmla="*/ 3381153 w 5157150"/>
                <a:gd name="connsiteY35" fmla="*/ 2955851 h 3604437"/>
                <a:gd name="connsiteX36" fmla="*/ 3391786 w 5157150"/>
                <a:gd name="connsiteY36" fmla="*/ 2923954 h 3604437"/>
                <a:gd name="connsiteX37" fmla="*/ 3423684 w 5157150"/>
                <a:gd name="connsiteY37" fmla="*/ 2892056 h 3604437"/>
                <a:gd name="connsiteX38" fmla="*/ 3455581 w 5157150"/>
                <a:gd name="connsiteY38" fmla="*/ 2849526 h 3604437"/>
                <a:gd name="connsiteX39" fmla="*/ 3476846 w 5157150"/>
                <a:gd name="connsiteY39" fmla="*/ 2806996 h 3604437"/>
                <a:gd name="connsiteX40" fmla="*/ 3498111 w 5157150"/>
                <a:gd name="connsiteY40" fmla="*/ 2775098 h 3604437"/>
                <a:gd name="connsiteX41" fmla="*/ 3519377 w 5157150"/>
                <a:gd name="connsiteY41" fmla="*/ 2700670 h 3604437"/>
                <a:gd name="connsiteX42" fmla="*/ 3540642 w 5157150"/>
                <a:gd name="connsiteY42" fmla="*/ 2668772 h 3604437"/>
                <a:gd name="connsiteX43" fmla="*/ 3530009 w 5157150"/>
                <a:gd name="connsiteY43" fmla="*/ 2402958 h 3604437"/>
                <a:gd name="connsiteX44" fmla="*/ 3476846 w 5157150"/>
                <a:gd name="connsiteY44" fmla="*/ 2296633 h 3604437"/>
                <a:gd name="connsiteX45" fmla="*/ 3413051 w 5157150"/>
                <a:gd name="connsiteY45" fmla="*/ 2232837 h 3604437"/>
                <a:gd name="connsiteX46" fmla="*/ 3381153 w 5157150"/>
                <a:gd name="connsiteY46" fmla="*/ 2190307 h 3604437"/>
                <a:gd name="connsiteX47" fmla="*/ 3338623 w 5157150"/>
                <a:gd name="connsiteY47" fmla="*/ 2158409 h 3604437"/>
                <a:gd name="connsiteX48" fmla="*/ 3200400 w 5157150"/>
                <a:gd name="connsiteY48" fmla="*/ 2083982 h 3604437"/>
                <a:gd name="connsiteX49" fmla="*/ 3157870 w 5157150"/>
                <a:gd name="connsiteY49" fmla="*/ 2073349 h 3604437"/>
                <a:gd name="connsiteX50" fmla="*/ 3051544 w 5157150"/>
                <a:gd name="connsiteY50" fmla="*/ 2083982 h 3604437"/>
                <a:gd name="connsiteX51" fmla="*/ 3019646 w 5157150"/>
                <a:gd name="connsiteY51" fmla="*/ 2094614 h 3604437"/>
                <a:gd name="connsiteX52" fmla="*/ 2955851 w 5157150"/>
                <a:gd name="connsiteY52" fmla="*/ 2200940 h 3604437"/>
                <a:gd name="connsiteX53" fmla="*/ 2945218 w 5157150"/>
                <a:gd name="connsiteY53" fmla="*/ 2232837 h 3604437"/>
                <a:gd name="connsiteX54" fmla="*/ 2966484 w 5157150"/>
                <a:gd name="connsiteY54" fmla="*/ 2424223 h 3604437"/>
                <a:gd name="connsiteX55" fmla="*/ 2987749 w 5157150"/>
                <a:gd name="connsiteY55" fmla="*/ 2456121 h 3604437"/>
                <a:gd name="connsiteX56" fmla="*/ 3062177 w 5157150"/>
                <a:gd name="connsiteY56" fmla="*/ 2551814 h 3604437"/>
                <a:gd name="connsiteX57" fmla="*/ 3083442 w 5157150"/>
                <a:gd name="connsiteY57" fmla="*/ 2583712 h 3604437"/>
                <a:gd name="connsiteX58" fmla="*/ 3168502 w 5157150"/>
                <a:gd name="connsiteY58" fmla="*/ 2636875 h 3604437"/>
                <a:gd name="connsiteX59" fmla="*/ 3200400 w 5157150"/>
                <a:gd name="connsiteY59" fmla="*/ 2668772 h 3604437"/>
                <a:gd name="connsiteX60" fmla="*/ 3274828 w 5157150"/>
                <a:gd name="connsiteY60" fmla="*/ 2700670 h 3604437"/>
                <a:gd name="connsiteX61" fmla="*/ 3317358 w 5157150"/>
                <a:gd name="connsiteY61" fmla="*/ 2732568 h 3604437"/>
                <a:gd name="connsiteX62" fmla="*/ 3402418 w 5157150"/>
                <a:gd name="connsiteY62" fmla="*/ 2743200 h 3604437"/>
                <a:gd name="connsiteX63" fmla="*/ 3444949 w 5157150"/>
                <a:gd name="connsiteY63" fmla="*/ 2753833 h 3604437"/>
                <a:gd name="connsiteX64" fmla="*/ 3615070 w 5157150"/>
                <a:gd name="connsiteY64" fmla="*/ 2743200 h 3604437"/>
                <a:gd name="connsiteX65" fmla="*/ 3689497 w 5157150"/>
                <a:gd name="connsiteY65" fmla="*/ 2711302 h 3604437"/>
                <a:gd name="connsiteX66" fmla="*/ 3742660 w 5157150"/>
                <a:gd name="connsiteY66" fmla="*/ 2700670 h 3604437"/>
                <a:gd name="connsiteX67" fmla="*/ 3774558 w 5157150"/>
                <a:gd name="connsiteY67" fmla="*/ 2679405 h 3604437"/>
                <a:gd name="connsiteX68" fmla="*/ 3817088 w 5157150"/>
                <a:gd name="connsiteY68" fmla="*/ 2658140 h 3604437"/>
                <a:gd name="connsiteX69" fmla="*/ 3891516 w 5157150"/>
                <a:gd name="connsiteY69" fmla="*/ 2583712 h 3604437"/>
                <a:gd name="connsiteX70" fmla="*/ 3944679 w 5157150"/>
                <a:gd name="connsiteY70" fmla="*/ 2498651 h 3604437"/>
                <a:gd name="connsiteX71" fmla="*/ 3955311 w 5157150"/>
                <a:gd name="connsiteY71" fmla="*/ 2466754 h 3604437"/>
                <a:gd name="connsiteX72" fmla="*/ 3965944 w 5157150"/>
                <a:gd name="connsiteY72" fmla="*/ 2413591 h 3604437"/>
                <a:gd name="connsiteX73" fmla="*/ 3987209 w 5157150"/>
                <a:gd name="connsiteY73" fmla="*/ 2381693 h 3604437"/>
                <a:gd name="connsiteX74" fmla="*/ 4008474 w 5157150"/>
                <a:gd name="connsiteY74" fmla="*/ 2275368 h 3604437"/>
                <a:gd name="connsiteX75" fmla="*/ 4019107 w 5157150"/>
                <a:gd name="connsiteY75" fmla="*/ 2232837 h 3604437"/>
                <a:gd name="connsiteX76" fmla="*/ 4029739 w 5157150"/>
                <a:gd name="connsiteY76" fmla="*/ 2200940 h 3604437"/>
                <a:gd name="connsiteX77" fmla="*/ 4040372 w 5157150"/>
                <a:gd name="connsiteY77" fmla="*/ 2137144 h 3604437"/>
                <a:gd name="connsiteX78" fmla="*/ 4061637 w 5157150"/>
                <a:gd name="connsiteY78" fmla="*/ 2094614 h 3604437"/>
                <a:gd name="connsiteX79" fmla="*/ 4082902 w 5157150"/>
                <a:gd name="connsiteY79" fmla="*/ 2041451 h 3604437"/>
                <a:gd name="connsiteX80" fmla="*/ 4093535 w 5157150"/>
                <a:gd name="connsiteY80" fmla="*/ 2009554 h 3604437"/>
                <a:gd name="connsiteX81" fmla="*/ 4231758 w 5157150"/>
                <a:gd name="connsiteY81" fmla="*/ 1892596 h 3604437"/>
                <a:gd name="connsiteX82" fmla="*/ 4263656 w 5157150"/>
                <a:gd name="connsiteY82" fmla="*/ 1871330 h 3604437"/>
                <a:gd name="connsiteX83" fmla="*/ 4306186 w 5157150"/>
                <a:gd name="connsiteY83" fmla="*/ 1860698 h 3604437"/>
                <a:gd name="connsiteX84" fmla="*/ 4848446 w 5157150"/>
                <a:gd name="connsiteY84" fmla="*/ 1881963 h 3604437"/>
                <a:gd name="connsiteX85" fmla="*/ 4901609 w 5157150"/>
                <a:gd name="connsiteY85" fmla="*/ 1924493 h 3604437"/>
                <a:gd name="connsiteX86" fmla="*/ 4954772 w 5157150"/>
                <a:gd name="connsiteY86" fmla="*/ 1945758 h 3604437"/>
                <a:gd name="connsiteX87" fmla="*/ 4986670 w 5157150"/>
                <a:gd name="connsiteY87" fmla="*/ 1977656 h 3604437"/>
                <a:gd name="connsiteX88" fmla="*/ 5007935 w 5157150"/>
                <a:gd name="connsiteY88" fmla="*/ 2009554 h 3604437"/>
                <a:gd name="connsiteX89" fmla="*/ 5039832 w 5157150"/>
                <a:gd name="connsiteY89" fmla="*/ 2030819 h 3604437"/>
                <a:gd name="connsiteX90" fmla="*/ 5103628 w 5157150"/>
                <a:gd name="connsiteY90" fmla="*/ 2105247 h 3604437"/>
                <a:gd name="connsiteX91" fmla="*/ 5124893 w 5157150"/>
                <a:gd name="connsiteY91" fmla="*/ 2147777 h 3604437"/>
                <a:gd name="connsiteX92" fmla="*/ 5135525 w 5157150"/>
                <a:gd name="connsiteY92" fmla="*/ 2179675 h 3604437"/>
                <a:gd name="connsiteX93" fmla="*/ 5050465 w 5157150"/>
                <a:gd name="connsiteY93" fmla="*/ 2200940 h 3604437"/>
                <a:gd name="connsiteX94" fmla="*/ 4965404 w 5157150"/>
                <a:gd name="connsiteY94" fmla="*/ 2115879 h 3604437"/>
                <a:gd name="connsiteX95" fmla="*/ 4933507 w 5157150"/>
                <a:gd name="connsiteY95" fmla="*/ 2105247 h 3604437"/>
                <a:gd name="connsiteX96" fmla="*/ 4848446 w 5157150"/>
                <a:gd name="connsiteY96" fmla="*/ 2030819 h 3604437"/>
                <a:gd name="connsiteX97" fmla="*/ 4805916 w 5157150"/>
                <a:gd name="connsiteY97" fmla="*/ 1967023 h 3604437"/>
                <a:gd name="connsiteX98" fmla="*/ 4752753 w 5157150"/>
                <a:gd name="connsiteY98" fmla="*/ 1903228 h 3604437"/>
                <a:gd name="connsiteX99" fmla="*/ 4731488 w 5157150"/>
                <a:gd name="connsiteY99" fmla="*/ 1839433 h 3604437"/>
                <a:gd name="connsiteX100" fmla="*/ 4710223 w 5157150"/>
                <a:gd name="connsiteY100" fmla="*/ 1796902 h 3604437"/>
                <a:gd name="connsiteX101" fmla="*/ 4720856 w 5157150"/>
                <a:gd name="connsiteY101" fmla="*/ 1637414 h 3604437"/>
                <a:gd name="connsiteX102" fmla="*/ 4752753 w 5157150"/>
                <a:gd name="connsiteY102" fmla="*/ 1573619 h 3604437"/>
                <a:gd name="connsiteX103" fmla="*/ 4795284 w 5157150"/>
                <a:gd name="connsiteY103" fmla="*/ 1456661 h 3604437"/>
                <a:gd name="connsiteX104" fmla="*/ 4816549 w 5157150"/>
                <a:gd name="connsiteY104" fmla="*/ 1297172 h 3604437"/>
                <a:gd name="connsiteX105" fmla="*/ 4859079 w 5157150"/>
                <a:gd name="connsiteY105" fmla="*/ 1201479 h 3604437"/>
                <a:gd name="connsiteX106" fmla="*/ 4890977 w 5157150"/>
                <a:gd name="connsiteY106" fmla="*/ 1180214 h 3604437"/>
                <a:gd name="connsiteX107" fmla="*/ 4933507 w 5157150"/>
                <a:gd name="connsiteY107" fmla="*/ 1158949 h 3604437"/>
                <a:gd name="connsiteX108" fmla="*/ 4986670 w 5157150"/>
                <a:gd name="connsiteY108" fmla="*/ 1148316 h 3604437"/>
                <a:gd name="connsiteX109" fmla="*/ 5018567 w 5157150"/>
                <a:gd name="connsiteY109" fmla="*/ 1137684 h 3604437"/>
                <a:gd name="connsiteX110" fmla="*/ 5135525 w 5157150"/>
                <a:gd name="connsiteY110" fmla="*/ 1148316 h 3604437"/>
                <a:gd name="connsiteX111" fmla="*/ 5146158 w 5157150"/>
                <a:gd name="connsiteY111" fmla="*/ 1244009 h 3604437"/>
                <a:gd name="connsiteX112" fmla="*/ 5082363 w 5157150"/>
                <a:gd name="connsiteY112" fmla="*/ 1307805 h 3604437"/>
                <a:gd name="connsiteX113" fmla="*/ 5061097 w 5157150"/>
                <a:gd name="connsiteY113" fmla="*/ 1329070 h 3604437"/>
                <a:gd name="connsiteX114" fmla="*/ 4933507 w 5157150"/>
                <a:gd name="connsiteY114" fmla="*/ 1350335 h 3604437"/>
                <a:gd name="connsiteX115" fmla="*/ 4593265 w 5157150"/>
                <a:gd name="connsiteY115" fmla="*/ 1339702 h 3604437"/>
                <a:gd name="connsiteX116" fmla="*/ 4433777 w 5157150"/>
                <a:gd name="connsiteY116" fmla="*/ 1318437 h 3604437"/>
                <a:gd name="connsiteX117" fmla="*/ 4348716 w 5157150"/>
                <a:gd name="connsiteY117" fmla="*/ 1307805 h 3604437"/>
                <a:gd name="connsiteX118" fmla="*/ 4189228 w 5157150"/>
                <a:gd name="connsiteY118" fmla="*/ 1254642 h 3604437"/>
                <a:gd name="connsiteX119" fmla="*/ 3912781 w 5157150"/>
                <a:gd name="connsiteY119" fmla="*/ 1222744 h 3604437"/>
                <a:gd name="connsiteX120" fmla="*/ 3444949 w 5157150"/>
                <a:gd name="connsiteY120" fmla="*/ 1244009 h 3604437"/>
                <a:gd name="connsiteX121" fmla="*/ 3285460 w 5157150"/>
                <a:gd name="connsiteY121" fmla="*/ 1286540 h 3604437"/>
                <a:gd name="connsiteX122" fmla="*/ 3189767 w 5157150"/>
                <a:gd name="connsiteY122" fmla="*/ 1297172 h 3604437"/>
                <a:gd name="connsiteX123" fmla="*/ 3125972 w 5157150"/>
                <a:gd name="connsiteY123" fmla="*/ 1307805 h 3604437"/>
                <a:gd name="connsiteX124" fmla="*/ 3051544 w 5157150"/>
                <a:gd name="connsiteY124" fmla="*/ 1318437 h 3604437"/>
                <a:gd name="connsiteX125" fmla="*/ 2966484 w 5157150"/>
                <a:gd name="connsiteY125" fmla="*/ 1339702 h 3604437"/>
                <a:gd name="connsiteX126" fmla="*/ 2998381 w 5157150"/>
                <a:gd name="connsiteY126" fmla="*/ 1371600 h 3604437"/>
                <a:gd name="connsiteX127" fmla="*/ 3094074 w 5157150"/>
                <a:gd name="connsiteY127" fmla="*/ 1382233 h 3604437"/>
                <a:gd name="connsiteX128" fmla="*/ 3232297 w 5157150"/>
                <a:gd name="connsiteY128" fmla="*/ 1392865 h 3604437"/>
                <a:gd name="connsiteX129" fmla="*/ 3615070 w 5157150"/>
                <a:gd name="connsiteY129" fmla="*/ 1382233 h 3604437"/>
                <a:gd name="connsiteX130" fmla="*/ 3668232 w 5157150"/>
                <a:gd name="connsiteY130" fmla="*/ 1339702 h 3604437"/>
                <a:gd name="connsiteX131" fmla="*/ 3700130 w 5157150"/>
                <a:gd name="connsiteY131" fmla="*/ 1307805 h 3604437"/>
                <a:gd name="connsiteX132" fmla="*/ 3763925 w 5157150"/>
                <a:gd name="connsiteY132" fmla="*/ 1233377 h 3604437"/>
                <a:gd name="connsiteX133" fmla="*/ 3838353 w 5157150"/>
                <a:gd name="connsiteY133" fmla="*/ 1105786 h 3604437"/>
                <a:gd name="connsiteX134" fmla="*/ 3859618 w 5157150"/>
                <a:gd name="connsiteY134" fmla="*/ 1073889 h 3604437"/>
                <a:gd name="connsiteX135" fmla="*/ 3870251 w 5157150"/>
                <a:gd name="connsiteY135" fmla="*/ 1041991 h 3604437"/>
                <a:gd name="connsiteX136" fmla="*/ 3880884 w 5157150"/>
                <a:gd name="connsiteY136" fmla="*/ 988828 h 3604437"/>
                <a:gd name="connsiteX137" fmla="*/ 3891516 w 5157150"/>
                <a:gd name="connsiteY137" fmla="*/ 946298 h 3604437"/>
                <a:gd name="connsiteX138" fmla="*/ 3880884 w 5157150"/>
                <a:gd name="connsiteY138" fmla="*/ 850605 h 3604437"/>
                <a:gd name="connsiteX139" fmla="*/ 3859618 w 5157150"/>
                <a:gd name="connsiteY139" fmla="*/ 733647 h 3604437"/>
                <a:gd name="connsiteX140" fmla="*/ 3838353 w 5157150"/>
                <a:gd name="connsiteY140" fmla="*/ 691116 h 3604437"/>
                <a:gd name="connsiteX141" fmla="*/ 3827721 w 5157150"/>
                <a:gd name="connsiteY141" fmla="*/ 659219 h 3604437"/>
                <a:gd name="connsiteX142" fmla="*/ 3806456 w 5157150"/>
                <a:gd name="connsiteY142" fmla="*/ 627321 h 3604437"/>
                <a:gd name="connsiteX143" fmla="*/ 3795823 w 5157150"/>
                <a:gd name="connsiteY143" fmla="*/ 595423 h 3604437"/>
                <a:gd name="connsiteX144" fmla="*/ 3742660 w 5157150"/>
                <a:gd name="connsiteY144" fmla="*/ 520996 h 3604437"/>
                <a:gd name="connsiteX145" fmla="*/ 3732028 w 5157150"/>
                <a:gd name="connsiteY145" fmla="*/ 489098 h 3604437"/>
                <a:gd name="connsiteX146" fmla="*/ 3721395 w 5157150"/>
                <a:gd name="connsiteY146" fmla="*/ 446568 h 3604437"/>
                <a:gd name="connsiteX147" fmla="*/ 3689497 w 5157150"/>
                <a:gd name="connsiteY147" fmla="*/ 404037 h 3604437"/>
                <a:gd name="connsiteX148" fmla="*/ 3678865 w 5157150"/>
                <a:gd name="connsiteY148" fmla="*/ 361507 h 3604437"/>
                <a:gd name="connsiteX149" fmla="*/ 3657600 w 5157150"/>
                <a:gd name="connsiteY149" fmla="*/ 329609 h 3604437"/>
                <a:gd name="connsiteX150" fmla="*/ 3615070 w 5157150"/>
                <a:gd name="connsiteY150" fmla="*/ 255182 h 3604437"/>
                <a:gd name="connsiteX151" fmla="*/ 3572539 w 5157150"/>
                <a:gd name="connsiteY151" fmla="*/ 170121 h 3604437"/>
                <a:gd name="connsiteX152" fmla="*/ 3561907 w 5157150"/>
                <a:gd name="connsiteY152" fmla="*/ 138223 h 3604437"/>
                <a:gd name="connsiteX153" fmla="*/ 3519377 w 5157150"/>
                <a:gd name="connsiteY153" fmla="*/ 74428 h 3604437"/>
                <a:gd name="connsiteX154" fmla="*/ 3487479 w 5157150"/>
                <a:gd name="connsiteY154" fmla="*/ 0 h 36044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Lst>
              <a:rect l="l" t="t" r="r" b="b"/>
              <a:pathLst>
                <a:path w="5157150" h="3604437">
                  <a:moveTo>
                    <a:pt x="0" y="3094075"/>
                  </a:moveTo>
                  <a:cubicBezTo>
                    <a:pt x="14177" y="3111796"/>
                    <a:pt x="26483" y="3131190"/>
                    <a:pt x="42530" y="3147237"/>
                  </a:cubicBezTo>
                  <a:cubicBezTo>
                    <a:pt x="85807" y="3190514"/>
                    <a:pt x="75060" y="3147660"/>
                    <a:pt x="138223" y="3189768"/>
                  </a:cubicBezTo>
                  <a:cubicBezTo>
                    <a:pt x="179446" y="3217250"/>
                    <a:pt x="157998" y="3206992"/>
                    <a:pt x="202018" y="3221665"/>
                  </a:cubicBezTo>
                  <a:cubicBezTo>
                    <a:pt x="258504" y="3259322"/>
                    <a:pt x="209047" y="3229514"/>
                    <a:pt x="287079" y="3264196"/>
                  </a:cubicBezTo>
                  <a:cubicBezTo>
                    <a:pt x="301563" y="3270633"/>
                    <a:pt x="315847" y="3277597"/>
                    <a:pt x="329609" y="3285461"/>
                  </a:cubicBezTo>
                  <a:cubicBezTo>
                    <a:pt x="340704" y="3291801"/>
                    <a:pt x="349761" y="3301692"/>
                    <a:pt x="361507" y="3306726"/>
                  </a:cubicBezTo>
                  <a:cubicBezTo>
                    <a:pt x="374938" y="3312482"/>
                    <a:pt x="389860" y="3313814"/>
                    <a:pt x="404037" y="3317358"/>
                  </a:cubicBezTo>
                  <a:cubicBezTo>
                    <a:pt x="493102" y="3361890"/>
                    <a:pt x="393865" y="3317484"/>
                    <a:pt x="510363" y="3349256"/>
                  </a:cubicBezTo>
                  <a:cubicBezTo>
                    <a:pt x="528776" y="3354278"/>
                    <a:pt x="545588" y="3363999"/>
                    <a:pt x="563525" y="3370521"/>
                  </a:cubicBezTo>
                  <a:cubicBezTo>
                    <a:pt x="584591" y="3378181"/>
                    <a:pt x="607272" y="3381761"/>
                    <a:pt x="627321" y="3391786"/>
                  </a:cubicBezTo>
                  <a:cubicBezTo>
                    <a:pt x="683198" y="3419725"/>
                    <a:pt x="689102" y="3424885"/>
                    <a:pt x="744279" y="3444949"/>
                  </a:cubicBezTo>
                  <a:cubicBezTo>
                    <a:pt x="765345" y="3452609"/>
                    <a:pt x="786094" y="3461818"/>
                    <a:pt x="808074" y="3466214"/>
                  </a:cubicBezTo>
                  <a:cubicBezTo>
                    <a:pt x="875566" y="3479713"/>
                    <a:pt x="843705" y="3472464"/>
                    <a:pt x="903767" y="3487479"/>
                  </a:cubicBezTo>
                  <a:cubicBezTo>
                    <a:pt x="917944" y="3494567"/>
                    <a:pt x="931006" y="3504574"/>
                    <a:pt x="946297" y="3508744"/>
                  </a:cubicBezTo>
                  <a:cubicBezTo>
                    <a:pt x="967537" y="3514537"/>
                    <a:pt x="1104618" y="3528621"/>
                    <a:pt x="1116418" y="3530009"/>
                  </a:cubicBezTo>
                  <a:cubicBezTo>
                    <a:pt x="1400854" y="3563472"/>
                    <a:pt x="1020139" y="3519304"/>
                    <a:pt x="1275907" y="3551275"/>
                  </a:cubicBezTo>
                  <a:cubicBezTo>
                    <a:pt x="1307753" y="3555256"/>
                    <a:pt x="1339702" y="3558363"/>
                    <a:pt x="1371600" y="3561907"/>
                  </a:cubicBezTo>
                  <a:cubicBezTo>
                    <a:pt x="1392865" y="3568995"/>
                    <a:pt x="1413153" y="3580392"/>
                    <a:pt x="1435395" y="3583172"/>
                  </a:cubicBezTo>
                  <a:cubicBezTo>
                    <a:pt x="1552302" y="3597786"/>
                    <a:pt x="1492056" y="3590650"/>
                    <a:pt x="1616149" y="3604437"/>
                  </a:cubicBezTo>
                  <a:lnTo>
                    <a:pt x="2466753" y="3593805"/>
                  </a:lnTo>
                  <a:cubicBezTo>
                    <a:pt x="2485563" y="3593352"/>
                    <a:pt x="2528400" y="3566700"/>
                    <a:pt x="2541181" y="3561907"/>
                  </a:cubicBezTo>
                  <a:cubicBezTo>
                    <a:pt x="2554864" y="3556776"/>
                    <a:pt x="2569534" y="3554819"/>
                    <a:pt x="2583711" y="3551275"/>
                  </a:cubicBezTo>
                  <a:cubicBezTo>
                    <a:pt x="2627392" y="3507594"/>
                    <a:pt x="2596011" y="3534492"/>
                    <a:pt x="2690037" y="3487479"/>
                  </a:cubicBezTo>
                  <a:cubicBezTo>
                    <a:pt x="2711302" y="3476847"/>
                    <a:pt x="2731277" y="3463101"/>
                    <a:pt x="2753832" y="3455582"/>
                  </a:cubicBezTo>
                  <a:cubicBezTo>
                    <a:pt x="2764465" y="3452038"/>
                    <a:pt x="2775705" y="3449961"/>
                    <a:pt x="2785730" y="3444949"/>
                  </a:cubicBezTo>
                  <a:cubicBezTo>
                    <a:pt x="2818656" y="3428486"/>
                    <a:pt x="2826426" y="3411061"/>
                    <a:pt x="2860158" y="3391786"/>
                  </a:cubicBezTo>
                  <a:cubicBezTo>
                    <a:pt x="2869889" y="3386225"/>
                    <a:pt x="2881423" y="3384698"/>
                    <a:pt x="2892056" y="3381154"/>
                  </a:cubicBezTo>
                  <a:cubicBezTo>
                    <a:pt x="2920409" y="3359889"/>
                    <a:pt x="2947626" y="3337017"/>
                    <a:pt x="2977116" y="3317358"/>
                  </a:cubicBezTo>
                  <a:cubicBezTo>
                    <a:pt x="3002360" y="3300529"/>
                    <a:pt x="3028465" y="3283977"/>
                    <a:pt x="3051544" y="3264196"/>
                  </a:cubicBezTo>
                  <a:cubicBezTo>
                    <a:pt x="3062961" y="3254410"/>
                    <a:pt x="3072025" y="3242084"/>
                    <a:pt x="3083442" y="3232298"/>
                  </a:cubicBezTo>
                  <a:cubicBezTo>
                    <a:pt x="3096897" y="3220765"/>
                    <a:pt x="3112636" y="3212069"/>
                    <a:pt x="3125972" y="3200400"/>
                  </a:cubicBezTo>
                  <a:cubicBezTo>
                    <a:pt x="3141060" y="3187198"/>
                    <a:pt x="3153414" y="3171072"/>
                    <a:pt x="3168502" y="3157870"/>
                  </a:cubicBezTo>
                  <a:cubicBezTo>
                    <a:pt x="3322731" y="3022919"/>
                    <a:pt x="3084855" y="3240808"/>
                    <a:pt x="3264195" y="3094075"/>
                  </a:cubicBezTo>
                  <a:cubicBezTo>
                    <a:pt x="3287471" y="3075031"/>
                    <a:pt x="3314540" y="3057177"/>
                    <a:pt x="3327990" y="3030279"/>
                  </a:cubicBezTo>
                  <a:cubicBezTo>
                    <a:pt x="3355981" y="2974300"/>
                    <a:pt x="3338048" y="2998957"/>
                    <a:pt x="3381153" y="2955851"/>
                  </a:cubicBezTo>
                  <a:cubicBezTo>
                    <a:pt x="3384697" y="2945219"/>
                    <a:pt x="3385569" y="2933279"/>
                    <a:pt x="3391786" y="2923954"/>
                  </a:cubicBezTo>
                  <a:cubicBezTo>
                    <a:pt x="3400127" y="2911443"/>
                    <a:pt x="3413898" y="2903473"/>
                    <a:pt x="3423684" y="2892056"/>
                  </a:cubicBezTo>
                  <a:cubicBezTo>
                    <a:pt x="3435216" y="2878601"/>
                    <a:pt x="3446189" y="2864553"/>
                    <a:pt x="3455581" y="2849526"/>
                  </a:cubicBezTo>
                  <a:cubicBezTo>
                    <a:pt x="3463981" y="2836085"/>
                    <a:pt x="3468982" y="2820758"/>
                    <a:pt x="3476846" y="2806996"/>
                  </a:cubicBezTo>
                  <a:cubicBezTo>
                    <a:pt x="3483186" y="2795901"/>
                    <a:pt x="3491023" y="2785731"/>
                    <a:pt x="3498111" y="2775098"/>
                  </a:cubicBezTo>
                  <a:cubicBezTo>
                    <a:pt x="3501518" y="2761470"/>
                    <a:pt x="3511750" y="2715924"/>
                    <a:pt x="3519377" y="2700670"/>
                  </a:cubicBezTo>
                  <a:cubicBezTo>
                    <a:pt x="3525092" y="2689240"/>
                    <a:pt x="3533554" y="2679405"/>
                    <a:pt x="3540642" y="2668772"/>
                  </a:cubicBezTo>
                  <a:cubicBezTo>
                    <a:pt x="3537098" y="2580167"/>
                    <a:pt x="3538551" y="2491221"/>
                    <a:pt x="3530009" y="2402958"/>
                  </a:cubicBezTo>
                  <a:cubicBezTo>
                    <a:pt x="3525888" y="2360372"/>
                    <a:pt x="3504210" y="2327037"/>
                    <a:pt x="3476846" y="2296633"/>
                  </a:cubicBezTo>
                  <a:cubicBezTo>
                    <a:pt x="3456728" y="2274280"/>
                    <a:pt x="3431095" y="2256896"/>
                    <a:pt x="3413051" y="2232837"/>
                  </a:cubicBezTo>
                  <a:cubicBezTo>
                    <a:pt x="3402418" y="2218660"/>
                    <a:pt x="3393684" y="2202838"/>
                    <a:pt x="3381153" y="2190307"/>
                  </a:cubicBezTo>
                  <a:cubicBezTo>
                    <a:pt x="3368622" y="2177776"/>
                    <a:pt x="3353529" y="2167992"/>
                    <a:pt x="3338623" y="2158409"/>
                  </a:cubicBezTo>
                  <a:cubicBezTo>
                    <a:pt x="3271557" y="2115295"/>
                    <a:pt x="3258257" y="2100513"/>
                    <a:pt x="3200400" y="2083982"/>
                  </a:cubicBezTo>
                  <a:cubicBezTo>
                    <a:pt x="3186349" y="2079967"/>
                    <a:pt x="3172047" y="2076893"/>
                    <a:pt x="3157870" y="2073349"/>
                  </a:cubicBezTo>
                  <a:cubicBezTo>
                    <a:pt x="3122428" y="2076893"/>
                    <a:pt x="3086749" y="2078566"/>
                    <a:pt x="3051544" y="2083982"/>
                  </a:cubicBezTo>
                  <a:cubicBezTo>
                    <a:pt x="3040467" y="2085686"/>
                    <a:pt x="3027571" y="2086689"/>
                    <a:pt x="3019646" y="2094614"/>
                  </a:cubicBezTo>
                  <a:cubicBezTo>
                    <a:pt x="3000747" y="2113513"/>
                    <a:pt x="2968437" y="2171573"/>
                    <a:pt x="2955851" y="2200940"/>
                  </a:cubicBezTo>
                  <a:cubicBezTo>
                    <a:pt x="2951436" y="2211241"/>
                    <a:pt x="2948762" y="2222205"/>
                    <a:pt x="2945218" y="2232837"/>
                  </a:cubicBezTo>
                  <a:cubicBezTo>
                    <a:pt x="2945854" y="2241745"/>
                    <a:pt x="2947028" y="2378826"/>
                    <a:pt x="2966484" y="2424223"/>
                  </a:cubicBezTo>
                  <a:cubicBezTo>
                    <a:pt x="2971518" y="2435969"/>
                    <a:pt x="2980976" y="2445285"/>
                    <a:pt x="2987749" y="2456121"/>
                  </a:cubicBezTo>
                  <a:cubicBezTo>
                    <a:pt x="3059109" y="2570300"/>
                    <a:pt x="2976754" y="2452155"/>
                    <a:pt x="3062177" y="2551814"/>
                  </a:cubicBezTo>
                  <a:cubicBezTo>
                    <a:pt x="3070493" y="2561516"/>
                    <a:pt x="3074406" y="2574676"/>
                    <a:pt x="3083442" y="2583712"/>
                  </a:cubicBezTo>
                  <a:cubicBezTo>
                    <a:pt x="3139288" y="2639558"/>
                    <a:pt x="3109553" y="2594769"/>
                    <a:pt x="3168502" y="2636875"/>
                  </a:cubicBezTo>
                  <a:cubicBezTo>
                    <a:pt x="3180738" y="2645615"/>
                    <a:pt x="3188164" y="2660032"/>
                    <a:pt x="3200400" y="2668772"/>
                  </a:cubicBezTo>
                  <a:cubicBezTo>
                    <a:pt x="3223393" y="2685195"/>
                    <a:pt x="3248797" y="2691993"/>
                    <a:pt x="3274828" y="2700670"/>
                  </a:cubicBezTo>
                  <a:cubicBezTo>
                    <a:pt x="3289005" y="2711303"/>
                    <a:pt x="3300546" y="2726964"/>
                    <a:pt x="3317358" y="2732568"/>
                  </a:cubicBezTo>
                  <a:cubicBezTo>
                    <a:pt x="3344466" y="2741604"/>
                    <a:pt x="3374233" y="2738503"/>
                    <a:pt x="3402418" y="2743200"/>
                  </a:cubicBezTo>
                  <a:cubicBezTo>
                    <a:pt x="3416833" y="2745602"/>
                    <a:pt x="3430772" y="2750289"/>
                    <a:pt x="3444949" y="2753833"/>
                  </a:cubicBezTo>
                  <a:cubicBezTo>
                    <a:pt x="3501656" y="2750289"/>
                    <a:pt x="3558534" y="2748854"/>
                    <a:pt x="3615070" y="2743200"/>
                  </a:cubicBezTo>
                  <a:cubicBezTo>
                    <a:pt x="3693478" y="2735359"/>
                    <a:pt x="3624908" y="2735523"/>
                    <a:pt x="3689497" y="2711302"/>
                  </a:cubicBezTo>
                  <a:cubicBezTo>
                    <a:pt x="3706418" y="2704956"/>
                    <a:pt x="3724939" y="2704214"/>
                    <a:pt x="3742660" y="2700670"/>
                  </a:cubicBezTo>
                  <a:cubicBezTo>
                    <a:pt x="3753293" y="2693582"/>
                    <a:pt x="3763463" y="2685745"/>
                    <a:pt x="3774558" y="2679405"/>
                  </a:cubicBezTo>
                  <a:cubicBezTo>
                    <a:pt x="3788320" y="2671541"/>
                    <a:pt x="3804821" y="2668177"/>
                    <a:pt x="3817088" y="2658140"/>
                  </a:cubicBezTo>
                  <a:cubicBezTo>
                    <a:pt x="3844243" y="2635922"/>
                    <a:pt x="3875825" y="2615094"/>
                    <a:pt x="3891516" y="2583712"/>
                  </a:cubicBezTo>
                  <a:cubicBezTo>
                    <a:pt x="3920706" y="2525332"/>
                    <a:pt x="3903271" y="2553862"/>
                    <a:pt x="3944679" y="2498651"/>
                  </a:cubicBezTo>
                  <a:cubicBezTo>
                    <a:pt x="3948223" y="2488019"/>
                    <a:pt x="3952593" y="2477627"/>
                    <a:pt x="3955311" y="2466754"/>
                  </a:cubicBezTo>
                  <a:cubicBezTo>
                    <a:pt x="3959694" y="2449222"/>
                    <a:pt x="3959598" y="2430512"/>
                    <a:pt x="3965944" y="2413591"/>
                  </a:cubicBezTo>
                  <a:cubicBezTo>
                    <a:pt x="3970431" y="2401626"/>
                    <a:pt x="3980121" y="2392326"/>
                    <a:pt x="3987209" y="2381693"/>
                  </a:cubicBezTo>
                  <a:cubicBezTo>
                    <a:pt x="4011906" y="2282910"/>
                    <a:pt x="3982405" y="2405712"/>
                    <a:pt x="4008474" y="2275368"/>
                  </a:cubicBezTo>
                  <a:cubicBezTo>
                    <a:pt x="4011340" y="2261038"/>
                    <a:pt x="4015092" y="2246888"/>
                    <a:pt x="4019107" y="2232837"/>
                  </a:cubicBezTo>
                  <a:cubicBezTo>
                    <a:pt x="4022186" y="2222061"/>
                    <a:pt x="4027308" y="2211881"/>
                    <a:pt x="4029739" y="2200940"/>
                  </a:cubicBezTo>
                  <a:cubicBezTo>
                    <a:pt x="4034416" y="2179895"/>
                    <a:pt x="4034177" y="2157793"/>
                    <a:pt x="4040372" y="2137144"/>
                  </a:cubicBezTo>
                  <a:cubicBezTo>
                    <a:pt x="4044926" y="2121962"/>
                    <a:pt x="4055200" y="2109098"/>
                    <a:pt x="4061637" y="2094614"/>
                  </a:cubicBezTo>
                  <a:cubicBezTo>
                    <a:pt x="4069389" y="2077173"/>
                    <a:pt x="4076200" y="2059322"/>
                    <a:pt x="4082902" y="2041451"/>
                  </a:cubicBezTo>
                  <a:cubicBezTo>
                    <a:pt x="4086837" y="2030957"/>
                    <a:pt x="4086534" y="2018306"/>
                    <a:pt x="4093535" y="2009554"/>
                  </a:cubicBezTo>
                  <a:cubicBezTo>
                    <a:pt x="4146394" y="1943481"/>
                    <a:pt x="4167645" y="1935338"/>
                    <a:pt x="4231758" y="1892596"/>
                  </a:cubicBezTo>
                  <a:cubicBezTo>
                    <a:pt x="4242391" y="1885507"/>
                    <a:pt x="4251259" y="1874429"/>
                    <a:pt x="4263656" y="1871330"/>
                  </a:cubicBezTo>
                  <a:lnTo>
                    <a:pt x="4306186" y="1860698"/>
                  </a:lnTo>
                  <a:cubicBezTo>
                    <a:pt x="4486939" y="1867786"/>
                    <a:pt x="4668583" y="1862692"/>
                    <a:pt x="4848446" y="1881963"/>
                  </a:cubicBezTo>
                  <a:cubicBezTo>
                    <a:pt x="4871011" y="1884381"/>
                    <a:pt x="4882149" y="1912817"/>
                    <a:pt x="4901609" y="1924493"/>
                  </a:cubicBezTo>
                  <a:cubicBezTo>
                    <a:pt x="4917975" y="1934313"/>
                    <a:pt x="4937051" y="1938670"/>
                    <a:pt x="4954772" y="1945758"/>
                  </a:cubicBezTo>
                  <a:cubicBezTo>
                    <a:pt x="4965405" y="1956391"/>
                    <a:pt x="4977044" y="1966104"/>
                    <a:pt x="4986670" y="1977656"/>
                  </a:cubicBezTo>
                  <a:cubicBezTo>
                    <a:pt x="4994851" y="1987473"/>
                    <a:pt x="4998899" y="2000518"/>
                    <a:pt x="5007935" y="2009554"/>
                  </a:cubicBezTo>
                  <a:cubicBezTo>
                    <a:pt x="5016971" y="2018590"/>
                    <a:pt x="5030015" y="2022638"/>
                    <a:pt x="5039832" y="2030819"/>
                  </a:cubicBezTo>
                  <a:cubicBezTo>
                    <a:pt x="5062528" y="2049732"/>
                    <a:pt x="5088322" y="2080757"/>
                    <a:pt x="5103628" y="2105247"/>
                  </a:cubicBezTo>
                  <a:cubicBezTo>
                    <a:pt x="5112028" y="2118688"/>
                    <a:pt x="5118649" y="2133209"/>
                    <a:pt x="5124893" y="2147777"/>
                  </a:cubicBezTo>
                  <a:cubicBezTo>
                    <a:pt x="5129308" y="2158079"/>
                    <a:pt x="5131981" y="2169042"/>
                    <a:pt x="5135525" y="2179675"/>
                  </a:cubicBezTo>
                  <a:cubicBezTo>
                    <a:pt x="5120489" y="2224784"/>
                    <a:pt x="5128114" y="2236778"/>
                    <a:pt x="5050465" y="2200940"/>
                  </a:cubicBezTo>
                  <a:cubicBezTo>
                    <a:pt x="4893665" y="2128571"/>
                    <a:pt x="5040429" y="2175898"/>
                    <a:pt x="4965404" y="2115879"/>
                  </a:cubicBezTo>
                  <a:cubicBezTo>
                    <a:pt x="4956652" y="2108878"/>
                    <a:pt x="4944139" y="2108791"/>
                    <a:pt x="4933507" y="2105247"/>
                  </a:cubicBezTo>
                  <a:cubicBezTo>
                    <a:pt x="4911174" y="2087380"/>
                    <a:pt x="4868185" y="2056197"/>
                    <a:pt x="4848446" y="2030819"/>
                  </a:cubicBezTo>
                  <a:cubicBezTo>
                    <a:pt x="4832755" y="2010645"/>
                    <a:pt x="4823988" y="1985095"/>
                    <a:pt x="4805916" y="1967023"/>
                  </a:cubicBezTo>
                  <a:cubicBezTo>
                    <a:pt x="4785883" y="1946990"/>
                    <a:pt x="4764596" y="1929875"/>
                    <a:pt x="4752753" y="1903228"/>
                  </a:cubicBezTo>
                  <a:cubicBezTo>
                    <a:pt x="4743649" y="1882745"/>
                    <a:pt x="4739813" y="1860245"/>
                    <a:pt x="4731488" y="1839433"/>
                  </a:cubicBezTo>
                  <a:cubicBezTo>
                    <a:pt x="4725601" y="1824716"/>
                    <a:pt x="4717311" y="1811079"/>
                    <a:pt x="4710223" y="1796902"/>
                  </a:cubicBezTo>
                  <a:cubicBezTo>
                    <a:pt x="4713767" y="1743739"/>
                    <a:pt x="4714972" y="1690369"/>
                    <a:pt x="4720856" y="1637414"/>
                  </a:cubicBezTo>
                  <a:cubicBezTo>
                    <a:pt x="4724674" y="1603050"/>
                    <a:pt x="4737647" y="1603832"/>
                    <a:pt x="4752753" y="1573619"/>
                  </a:cubicBezTo>
                  <a:cubicBezTo>
                    <a:pt x="4767545" y="1544035"/>
                    <a:pt x="4785361" y="1486428"/>
                    <a:pt x="4795284" y="1456661"/>
                  </a:cubicBezTo>
                  <a:cubicBezTo>
                    <a:pt x="4802378" y="1392815"/>
                    <a:pt x="4804616" y="1356839"/>
                    <a:pt x="4816549" y="1297172"/>
                  </a:cubicBezTo>
                  <a:cubicBezTo>
                    <a:pt x="4824477" y="1257530"/>
                    <a:pt x="4830575" y="1234734"/>
                    <a:pt x="4859079" y="1201479"/>
                  </a:cubicBezTo>
                  <a:cubicBezTo>
                    <a:pt x="4867395" y="1191777"/>
                    <a:pt x="4879882" y="1186554"/>
                    <a:pt x="4890977" y="1180214"/>
                  </a:cubicBezTo>
                  <a:cubicBezTo>
                    <a:pt x="4904739" y="1172350"/>
                    <a:pt x="4918470" y="1163961"/>
                    <a:pt x="4933507" y="1158949"/>
                  </a:cubicBezTo>
                  <a:cubicBezTo>
                    <a:pt x="4950652" y="1153234"/>
                    <a:pt x="4969138" y="1152699"/>
                    <a:pt x="4986670" y="1148316"/>
                  </a:cubicBezTo>
                  <a:cubicBezTo>
                    <a:pt x="4997543" y="1145598"/>
                    <a:pt x="5007935" y="1141228"/>
                    <a:pt x="5018567" y="1137684"/>
                  </a:cubicBezTo>
                  <a:cubicBezTo>
                    <a:pt x="5057553" y="1141228"/>
                    <a:pt x="5098109" y="1136804"/>
                    <a:pt x="5135525" y="1148316"/>
                  </a:cubicBezTo>
                  <a:cubicBezTo>
                    <a:pt x="5173448" y="1159985"/>
                    <a:pt x="5150962" y="1231998"/>
                    <a:pt x="5146158" y="1244009"/>
                  </a:cubicBezTo>
                  <a:cubicBezTo>
                    <a:pt x="5128673" y="1287722"/>
                    <a:pt x="5113083" y="1283229"/>
                    <a:pt x="5082363" y="1307805"/>
                  </a:cubicBezTo>
                  <a:cubicBezTo>
                    <a:pt x="5074535" y="1314067"/>
                    <a:pt x="5070063" y="1324587"/>
                    <a:pt x="5061097" y="1329070"/>
                  </a:cubicBezTo>
                  <a:cubicBezTo>
                    <a:pt x="5037682" y="1340777"/>
                    <a:pt x="4941485" y="1349338"/>
                    <a:pt x="4933507" y="1350335"/>
                  </a:cubicBezTo>
                  <a:lnTo>
                    <a:pt x="4593265" y="1339702"/>
                  </a:lnTo>
                  <a:cubicBezTo>
                    <a:pt x="4517760" y="1336019"/>
                    <a:pt x="4501276" y="1328080"/>
                    <a:pt x="4433777" y="1318437"/>
                  </a:cubicBezTo>
                  <a:cubicBezTo>
                    <a:pt x="4405490" y="1314396"/>
                    <a:pt x="4377070" y="1311349"/>
                    <a:pt x="4348716" y="1307805"/>
                  </a:cubicBezTo>
                  <a:cubicBezTo>
                    <a:pt x="4302214" y="1290366"/>
                    <a:pt x="4239333" y="1264186"/>
                    <a:pt x="4189228" y="1254642"/>
                  </a:cubicBezTo>
                  <a:cubicBezTo>
                    <a:pt x="4083062" y="1234420"/>
                    <a:pt x="4017999" y="1231512"/>
                    <a:pt x="3912781" y="1222744"/>
                  </a:cubicBezTo>
                  <a:cubicBezTo>
                    <a:pt x="3867353" y="1224121"/>
                    <a:pt x="3563159" y="1226277"/>
                    <a:pt x="3444949" y="1244009"/>
                  </a:cubicBezTo>
                  <a:cubicBezTo>
                    <a:pt x="3128702" y="1291447"/>
                    <a:pt x="3516544" y="1240324"/>
                    <a:pt x="3285460" y="1286540"/>
                  </a:cubicBezTo>
                  <a:cubicBezTo>
                    <a:pt x="3253989" y="1292834"/>
                    <a:pt x="3221579" y="1292930"/>
                    <a:pt x="3189767" y="1297172"/>
                  </a:cubicBezTo>
                  <a:cubicBezTo>
                    <a:pt x="3168398" y="1300021"/>
                    <a:pt x="3147280" y="1304527"/>
                    <a:pt x="3125972" y="1307805"/>
                  </a:cubicBezTo>
                  <a:cubicBezTo>
                    <a:pt x="3101202" y="1311616"/>
                    <a:pt x="3076119" y="1313522"/>
                    <a:pt x="3051544" y="1318437"/>
                  </a:cubicBezTo>
                  <a:cubicBezTo>
                    <a:pt x="3022886" y="1324169"/>
                    <a:pt x="2994837" y="1332614"/>
                    <a:pt x="2966484" y="1339702"/>
                  </a:cubicBezTo>
                  <a:cubicBezTo>
                    <a:pt x="2977116" y="1350335"/>
                    <a:pt x="2984116" y="1366845"/>
                    <a:pt x="2998381" y="1371600"/>
                  </a:cubicBezTo>
                  <a:cubicBezTo>
                    <a:pt x="3028828" y="1381749"/>
                    <a:pt x="3062112" y="1379327"/>
                    <a:pt x="3094074" y="1382233"/>
                  </a:cubicBezTo>
                  <a:cubicBezTo>
                    <a:pt x="3140095" y="1386417"/>
                    <a:pt x="3186223" y="1389321"/>
                    <a:pt x="3232297" y="1392865"/>
                  </a:cubicBezTo>
                  <a:cubicBezTo>
                    <a:pt x="3359888" y="1389321"/>
                    <a:pt x="3487597" y="1388770"/>
                    <a:pt x="3615070" y="1382233"/>
                  </a:cubicBezTo>
                  <a:cubicBezTo>
                    <a:pt x="3654576" y="1380207"/>
                    <a:pt x="3645897" y="1366504"/>
                    <a:pt x="3668232" y="1339702"/>
                  </a:cubicBezTo>
                  <a:cubicBezTo>
                    <a:pt x="3677858" y="1328151"/>
                    <a:pt x="3690504" y="1319356"/>
                    <a:pt x="3700130" y="1307805"/>
                  </a:cubicBezTo>
                  <a:cubicBezTo>
                    <a:pt x="3781103" y="1210638"/>
                    <a:pt x="3636130" y="1361172"/>
                    <a:pt x="3763925" y="1233377"/>
                  </a:cubicBezTo>
                  <a:cubicBezTo>
                    <a:pt x="3786681" y="1165111"/>
                    <a:pt x="3768341" y="1210803"/>
                    <a:pt x="3838353" y="1105786"/>
                  </a:cubicBezTo>
                  <a:cubicBezTo>
                    <a:pt x="3845441" y="1095154"/>
                    <a:pt x="3855577" y="1086012"/>
                    <a:pt x="3859618" y="1073889"/>
                  </a:cubicBezTo>
                  <a:cubicBezTo>
                    <a:pt x="3863162" y="1063256"/>
                    <a:pt x="3867533" y="1052864"/>
                    <a:pt x="3870251" y="1041991"/>
                  </a:cubicBezTo>
                  <a:cubicBezTo>
                    <a:pt x="3874634" y="1024459"/>
                    <a:pt x="3876964" y="1006470"/>
                    <a:pt x="3880884" y="988828"/>
                  </a:cubicBezTo>
                  <a:cubicBezTo>
                    <a:pt x="3884054" y="974563"/>
                    <a:pt x="3887972" y="960475"/>
                    <a:pt x="3891516" y="946298"/>
                  </a:cubicBezTo>
                  <a:cubicBezTo>
                    <a:pt x="3887972" y="914400"/>
                    <a:pt x="3884865" y="882451"/>
                    <a:pt x="3880884" y="850605"/>
                  </a:cubicBezTo>
                  <a:cubicBezTo>
                    <a:pt x="3877730" y="825375"/>
                    <a:pt x="3870763" y="763368"/>
                    <a:pt x="3859618" y="733647"/>
                  </a:cubicBezTo>
                  <a:cubicBezTo>
                    <a:pt x="3854053" y="718806"/>
                    <a:pt x="3844597" y="705685"/>
                    <a:pt x="3838353" y="691116"/>
                  </a:cubicBezTo>
                  <a:cubicBezTo>
                    <a:pt x="3833938" y="680815"/>
                    <a:pt x="3832733" y="669243"/>
                    <a:pt x="3827721" y="659219"/>
                  </a:cubicBezTo>
                  <a:cubicBezTo>
                    <a:pt x="3822006" y="647789"/>
                    <a:pt x="3812171" y="638751"/>
                    <a:pt x="3806456" y="627321"/>
                  </a:cubicBezTo>
                  <a:cubicBezTo>
                    <a:pt x="3801444" y="617296"/>
                    <a:pt x="3800835" y="605448"/>
                    <a:pt x="3795823" y="595423"/>
                  </a:cubicBezTo>
                  <a:cubicBezTo>
                    <a:pt x="3788049" y="579876"/>
                    <a:pt x="3749884" y="530628"/>
                    <a:pt x="3742660" y="520996"/>
                  </a:cubicBezTo>
                  <a:cubicBezTo>
                    <a:pt x="3739116" y="510363"/>
                    <a:pt x="3735107" y="499875"/>
                    <a:pt x="3732028" y="489098"/>
                  </a:cubicBezTo>
                  <a:cubicBezTo>
                    <a:pt x="3728014" y="475047"/>
                    <a:pt x="3727930" y="459638"/>
                    <a:pt x="3721395" y="446568"/>
                  </a:cubicBezTo>
                  <a:cubicBezTo>
                    <a:pt x="3713470" y="430718"/>
                    <a:pt x="3700130" y="418214"/>
                    <a:pt x="3689497" y="404037"/>
                  </a:cubicBezTo>
                  <a:cubicBezTo>
                    <a:pt x="3685953" y="389860"/>
                    <a:pt x="3684621" y="374938"/>
                    <a:pt x="3678865" y="361507"/>
                  </a:cubicBezTo>
                  <a:cubicBezTo>
                    <a:pt x="3673831" y="349761"/>
                    <a:pt x="3663940" y="340704"/>
                    <a:pt x="3657600" y="329609"/>
                  </a:cubicBezTo>
                  <a:cubicBezTo>
                    <a:pt x="3603646" y="235188"/>
                    <a:pt x="3666875" y="332888"/>
                    <a:pt x="3615070" y="255182"/>
                  </a:cubicBezTo>
                  <a:cubicBezTo>
                    <a:pt x="3593928" y="170616"/>
                    <a:pt x="3620737" y="254468"/>
                    <a:pt x="3572539" y="170121"/>
                  </a:cubicBezTo>
                  <a:cubicBezTo>
                    <a:pt x="3566978" y="160390"/>
                    <a:pt x="3567350" y="148020"/>
                    <a:pt x="3561907" y="138223"/>
                  </a:cubicBezTo>
                  <a:cubicBezTo>
                    <a:pt x="3549495" y="115882"/>
                    <a:pt x="3527459" y="98674"/>
                    <a:pt x="3519377" y="74428"/>
                  </a:cubicBezTo>
                  <a:cubicBezTo>
                    <a:pt x="3496526" y="5878"/>
                    <a:pt x="3513960" y="26484"/>
                    <a:pt x="3487479" y="0"/>
                  </a:cubicBezTo>
                </a:path>
              </a:pathLst>
            </a:custGeom>
            <a:noFill/>
            <a:ln w="50800">
              <a:solidFill>
                <a:schemeClr val="tx1"/>
              </a:solidFill>
              <a:prstDash val="dash"/>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p>
          </p:txBody>
        </p:sp>
        <p:sp>
          <p:nvSpPr>
            <p:cNvPr id="56" name="Freeform: Shape 55">
              <a:extLst>
                <a:ext uri="{FF2B5EF4-FFF2-40B4-BE49-F238E27FC236}">
                  <a16:creationId xmlns:a16="http://schemas.microsoft.com/office/drawing/2014/main" id="{08EE9A2D-CB19-F4C9-8210-6C186FE224CB}"/>
                </a:ext>
              </a:extLst>
            </p:cNvPr>
            <p:cNvSpPr/>
            <p:nvPr/>
          </p:nvSpPr>
          <p:spPr>
            <a:xfrm>
              <a:off x="7060019" y="1435395"/>
              <a:ext cx="1840794" cy="1254642"/>
            </a:xfrm>
            <a:custGeom>
              <a:avLst/>
              <a:gdLst>
                <a:gd name="connsiteX0" fmla="*/ 0 w 1840794"/>
                <a:gd name="connsiteY0" fmla="*/ 542261 h 1254642"/>
                <a:gd name="connsiteX1" fmla="*/ 329609 w 1840794"/>
                <a:gd name="connsiteY1" fmla="*/ 531628 h 1254642"/>
                <a:gd name="connsiteX2" fmla="*/ 404037 w 1840794"/>
                <a:gd name="connsiteY2" fmla="*/ 446568 h 1254642"/>
                <a:gd name="connsiteX3" fmla="*/ 457200 w 1840794"/>
                <a:gd name="connsiteY3" fmla="*/ 393405 h 1254642"/>
                <a:gd name="connsiteX4" fmla="*/ 520995 w 1840794"/>
                <a:gd name="connsiteY4" fmla="*/ 340242 h 1254642"/>
                <a:gd name="connsiteX5" fmla="*/ 595423 w 1840794"/>
                <a:gd name="connsiteY5" fmla="*/ 265814 h 1254642"/>
                <a:gd name="connsiteX6" fmla="*/ 606055 w 1840794"/>
                <a:gd name="connsiteY6" fmla="*/ 223284 h 1254642"/>
                <a:gd name="connsiteX7" fmla="*/ 669851 w 1840794"/>
                <a:gd name="connsiteY7" fmla="*/ 170121 h 1254642"/>
                <a:gd name="connsiteX8" fmla="*/ 680483 w 1840794"/>
                <a:gd name="connsiteY8" fmla="*/ 138224 h 1254642"/>
                <a:gd name="connsiteX9" fmla="*/ 765544 w 1840794"/>
                <a:gd name="connsiteY9" fmla="*/ 74428 h 1254642"/>
                <a:gd name="connsiteX10" fmla="*/ 797441 w 1840794"/>
                <a:gd name="connsiteY10" fmla="*/ 42531 h 1254642"/>
                <a:gd name="connsiteX11" fmla="*/ 829339 w 1840794"/>
                <a:gd name="connsiteY11" fmla="*/ 21265 h 1254642"/>
                <a:gd name="connsiteX12" fmla="*/ 903767 w 1840794"/>
                <a:gd name="connsiteY12" fmla="*/ 0 h 1254642"/>
                <a:gd name="connsiteX13" fmla="*/ 1233376 w 1840794"/>
                <a:gd name="connsiteY13" fmla="*/ 10633 h 1254642"/>
                <a:gd name="connsiteX14" fmla="*/ 1265274 w 1840794"/>
                <a:gd name="connsiteY14" fmla="*/ 31898 h 1254642"/>
                <a:gd name="connsiteX15" fmla="*/ 1329069 w 1840794"/>
                <a:gd name="connsiteY15" fmla="*/ 95693 h 1254642"/>
                <a:gd name="connsiteX16" fmla="*/ 1350334 w 1840794"/>
                <a:gd name="connsiteY16" fmla="*/ 138224 h 1254642"/>
                <a:gd name="connsiteX17" fmla="*/ 1371600 w 1840794"/>
                <a:gd name="connsiteY17" fmla="*/ 170121 h 1254642"/>
                <a:gd name="connsiteX18" fmla="*/ 1382232 w 1840794"/>
                <a:gd name="connsiteY18" fmla="*/ 244549 h 1254642"/>
                <a:gd name="connsiteX19" fmla="*/ 1392865 w 1840794"/>
                <a:gd name="connsiteY19" fmla="*/ 276447 h 1254642"/>
                <a:gd name="connsiteX20" fmla="*/ 1382232 w 1840794"/>
                <a:gd name="connsiteY20" fmla="*/ 382772 h 1254642"/>
                <a:gd name="connsiteX21" fmla="*/ 1254641 w 1840794"/>
                <a:gd name="connsiteY21" fmla="*/ 340242 h 1254642"/>
                <a:gd name="connsiteX22" fmla="*/ 1265274 w 1840794"/>
                <a:gd name="connsiteY22" fmla="*/ 265814 h 1254642"/>
                <a:gd name="connsiteX23" fmla="*/ 1275907 w 1840794"/>
                <a:gd name="connsiteY23" fmla="*/ 233917 h 1254642"/>
                <a:gd name="connsiteX24" fmla="*/ 1382232 w 1840794"/>
                <a:gd name="connsiteY24" fmla="*/ 180754 h 1254642"/>
                <a:gd name="connsiteX25" fmla="*/ 1456660 w 1840794"/>
                <a:gd name="connsiteY25" fmla="*/ 159489 h 1254642"/>
                <a:gd name="connsiteX26" fmla="*/ 1711841 w 1840794"/>
                <a:gd name="connsiteY26" fmla="*/ 170121 h 1254642"/>
                <a:gd name="connsiteX27" fmla="*/ 1743739 w 1840794"/>
                <a:gd name="connsiteY27" fmla="*/ 180754 h 1254642"/>
                <a:gd name="connsiteX28" fmla="*/ 1775637 w 1840794"/>
                <a:gd name="connsiteY28" fmla="*/ 202019 h 1254642"/>
                <a:gd name="connsiteX29" fmla="*/ 1796902 w 1840794"/>
                <a:gd name="connsiteY29" fmla="*/ 233917 h 1254642"/>
                <a:gd name="connsiteX30" fmla="*/ 1818167 w 1840794"/>
                <a:gd name="connsiteY30" fmla="*/ 308345 h 1254642"/>
                <a:gd name="connsiteX31" fmla="*/ 1828800 w 1840794"/>
                <a:gd name="connsiteY31" fmla="*/ 340242 h 1254642"/>
                <a:gd name="connsiteX32" fmla="*/ 1828800 w 1840794"/>
                <a:gd name="connsiteY32" fmla="*/ 606056 h 1254642"/>
                <a:gd name="connsiteX33" fmla="*/ 1754372 w 1840794"/>
                <a:gd name="connsiteY33" fmla="*/ 691117 h 1254642"/>
                <a:gd name="connsiteX34" fmla="*/ 1722474 w 1840794"/>
                <a:gd name="connsiteY34" fmla="*/ 723014 h 1254642"/>
                <a:gd name="connsiteX35" fmla="*/ 1669311 w 1840794"/>
                <a:gd name="connsiteY35" fmla="*/ 733647 h 1254642"/>
                <a:gd name="connsiteX36" fmla="*/ 1552353 w 1840794"/>
                <a:gd name="connsiteY36" fmla="*/ 776177 h 1254642"/>
                <a:gd name="connsiteX37" fmla="*/ 1520455 w 1840794"/>
                <a:gd name="connsiteY37" fmla="*/ 797442 h 1254642"/>
                <a:gd name="connsiteX38" fmla="*/ 1467293 w 1840794"/>
                <a:gd name="connsiteY38" fmla="*/ 808075 h 1254642"/>
                <a:gd name="connsiteX39" fmla="*/ 1424762 w 1840794"/>
                <a:gd name="connsiteY39" fmla="*/ 818707 h 1254642"/>
                <a:gd name="connsiteX40" fmla="*/ 1360967 w 1840794"/>
                <a:gd name="connsiteY40" fmla="*/ 861238 h 1254642"/>
                <a:gd name="connsiteX41" fmla="*/ 1244009 w 1840794"/>
                <a:gd name="connsiteY41" fmla="*/ 956931 h 1254642"/>
                <a:gd name="connsiteX42" fmla="*/ 1201479 w 1840794"/>
                <a:gd name="connsiteY42" fmla="*/ 1020726 h 1254642"/>
                <a:gd name="connsiteX43" fmla="*/ 1212111 w 1840794"/>
                <a:gd name="connsiteY43" fmla="*/ 1190847 h 1254642"/>
                <a:gd name="connsiteX44" fmla="*/ 1233376 w 1840794"/>
                <a:gd name="connsiteY44" fmla="*/ 1222745 h 1254642"/>
                <a:gd name="connsiteX45" fmla="*/ 1339702 w 1840794"/>
                <a:gd name="connsiteY45" fmla="*/ 1254642 h 1254642"/>
                <a:gd name="connsiteX46" fmla="*/ 1722474 w 1840794"/>
                <a:gd name="connsiteY46" fmla="*/ 1244010 h 1254642"/>
                <a:gd name="connsiteX47" fmla="*/ 1711841 w 1840794"/>
                <a:gd name="connsiteY47" fmla="*/ 1244010 h 1254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840794" h="1254642">
                  <a:moveTo>
                    <a:pt x="0" y="542261"/>
                  </a:moveTo>
                  <a:cubicBezTo>
                    <a:pt x="109870" y="538717"/>
                    <a:pt x="220108" y="541290"/>
                    <a:pt x="329609" y="531628"/>
                  </a:cubicBezTo>
                  <a:cubicBezTo>
                    <a:pt x="362651" y="528713"/>
                    <a:pt x="394661" y="455944"/>
                    <a:pt x="404037" y="446568"/>
                  </a:cubicBezTo>
                  <a:cubicBezTo>
                    <a:pt x="421758" y="428847"/>
                    <a:pt x="436348" y="407307"/>
                    <a:pt x="457200" y="393405"/>
                  </a:cubicBezTo>
                  <a:cubicBezTo>
                    <a:pt x="482634" y="376449"/>
                    <a:pt x="502389" y="366290"/>
                    <a:pt x="520995" y="340242"/>
                  </a:cubicBezTo>
                  <a:cubicBezTo>
                    <a:pt x="574383" y="265499"/>
                    <a:pt x="498836" y="323767"/>
                    <a:pt x="595423" y="265814"/>
                  </a:cubicBezTo>
                  <a:cubicBezTo>
                    <a:pt x="598967" y="251637"/>
                    <a:pt x="598805" y="235972"/>
                    <a:pt x="606055" y="223284"/>
                  </a:cubicBezTo>
                  <a:cubicBezTo>
                    <a:pt x="618650" y="201242"/>
                    <a:pt x="649525" y="183672"/>
                    <a:pt x="669851" y="170121"/>
                  </a:cubicBezTo>
                  <a:cubicBezTo>
                    <a:pt x="673395" y="159489"/>
                    <a:pt x="673969" y="147344"/>
                    <a:pt x="680483" y="138224"/>
                  </a:cubicBezTo>
                  <a:cubicBezTo>
                    <a:pt x="726775" y="73416"/>
                    <a:pt x="710969" y="113410"/>
                    <a:pt x="765544" y="74428"/>
                  </a:cubicBezTo>
                  <a:cubicBezTo>
                    <a:pt x="777780" y="65688"/>
                    <a:pt x="785890" y="52157"/>
                    <a:pt x="797441" y="42531"/>
                  </a:cubicBezTo>
                  <a:cubicBezTo>
                    <a:pt x="807258" y="34350"/>
                    <a:pt x="817909" y="26980"/>
                    <a:pt x="829339" y="21265"/>
                  </a:cubicBezTo>
                  <a:cubicBezTo>
                    <a:pt x="844587" y="13641"/>
                    <a:pt x="890147" y="3405"/>
                    <a:pt x="903767" y="0"/>
                  </a:cubicBezTo>
                  <a:cubicBezTo>
                    <a:pt x="1013637" y="3544"/>
                    <a:pt x="1123875" y="971"/>
                    <a:pt x="1233376" y="10633"/>
                  </a:cubicBezTo>
                  <a:cubicBezTo>
                    <a:pt x="1246105" y="11756"/>
                    <a:pt x="1255723" y="23408"/>
                    <a:pt x="1265274" y="31898"/>
                  </a:cubicBezTo>
                  <a:cubicBezTo>
                    <a:pt x="1287751" y="51878"/>
                    <a:pt x="1329069" y="95693"/>
                    <a:pt x="1329069" y="95693"/>
                  </a:cubicBezTo>
                  <a:cubicBezTo>
                    <a:pt x="1336157" y="109870"/>
                    <a:pt x="1342470" y="124462"/>
                    <a:pt x="1350334" y="138224"/>
                  </a:cubicBezTo>
                  <a:cubicBezTo>
                    <a:pt x="1356674" y="149319"/>
                    <a:pt x="1367928" y="157881"/>
                    <a:pt x="1371600" y="170121"/>
                  </a:cubicBezTo>
                  <a:cubicBezTo>
                    <a:pt x="1378801" y="194125"/>
                    <a:pt x="1377317" y="219974"/>
                    <a:pt x="1382232" y="244549"/>
                  </a:cubicBezTo>
                  <a:cubicBezTo>
                    <a:pt x="1384430" y="255539"/>
                    <a:pt x="1389321" y="265814"/>
                    <a:pt x="1392865" y="276447"/>
                  </a:cubicBezTo>
                  <a:cubicBezTo>
                    <a:pt x="1389321" y="311889"/>
                    <a:pt x="1408707" y="358945"/>
                    <a:pt x="1382232" y="382772"/>
                  </a:cubicBezTo>
                  <a:cubicBezTo>
                    <a:pt x="1330471" y="429357"/>
                    <a:pt x="1281647" y="367248"/>
                    <a:pt x="1254641" y="340242"/>
                  </a:cubicBezTo>
                  <a:cubicBezTo>
                    <a:pt x="1258185" y="315433"/>
                    <a:pt x="1260359" y="290389"/>
                    <a:pt x="1265274" y="265814"/>
                  </a:cubicBezTo>
                  <a:cubicBezTo>
                    <a:pt x="1267472" y="254824"/>
                    <a:pt x="1267982" y="241842"/>
                    <a:pt x="1275907" y="233917"/>
                  </a:cubicBezTo>
                  <a:cubicBezTo>
                    <a:pt x="1322306" y="187518"/>
                    <a:pt x="1331806" y="195161"/>
                    <a:pt x="1382232" y="180754"/>
                  </a:cubicBezTo>
                  <a:cubicBezTo>
                    <a:pt x="1489007" y="150247"/>
                    <a:pt x="1323706" y="192726"/>
                    <a:pt x="1456660" y="159489"/>
                  </a:cubicBezTo>
                  <a:cubicBezTo>
                    <a:pt x="1541720" y="163033"/>
                    <a:pt x="1626939" y="163832"/>
                    <a:pt x="1711841" y="170121"/>
                  </a:cubicBezTo>
                  <a:cubicBezTo>
                    <a:pt x="1723018" y="170949"/>
                    <a:pt x="1733714" y="175742"/>
                    <a:pt x="1743739" y="180754"/>
                  </a:cubicBezTo>
                  <a:cubicBezTo>
                    <a:pt x="1755169" y="186469"/>
                    <a:pt x="1765004" y="194931"/>
                    <a:pt x="1775637" y="202019"/>
                  </a:cubicBezTo>
                  <a:cubicBezTo>
                    <a:pt x="1782725" y="212652"/>
                    <a:pt x="1791187" y="222487"/>
                    <a:pt x="1796902" y="233917"/>
                  </a:cubicBezTo>
                  <a:cubicBezTo>
                    <a:pt x="1805398" y="250910"/>
                    <a:pt x="1813626" y="292451"/>
                    <a:pt x="1818167" y="308345"/>
                  </a:cubicBezTo>
                  <a:cubicBezTo>
                    <a:pt x="1821246" y="319121"/>
                    <a:pt x="1825256" y="329610"/>
                    <a:pt x="1828800" y="340242"/>
                  </a:cubicBezTo>
                  <a:cubicBezTo>
                    <a:pt x="1836894" y="429282"/>
                    <a:pt x="1851169" y="516582"/>
                    <a:pt x="1828800" y="606056"/>
                  </a:cubicBezTo>
                  <a:cubicBezTo>
                    <a:pt x="1812758" y="670223"/>
                    <a:pt x="1790746" y="660806"/>
                    <a:pt x="1754372" y="691117"/>
                  </a:cubicBezTo>
                  <a:cubicBezTo>
                    <a:pt x="1742820" y="700743"/>
                    <a:pt x="1735923" y="716289"/>
                    <a:pt x="1722474" y="723014"/>
                  </a:cubicBezTo>
                  <a:cubicBezTo>
                    <a:pt x="1706310" y="731096"/>
                    <a:pt x="1687032" y="730103"/>
                    <a:pt x="1669311" y="733647"/>
                  </a:cubicBezTo>
                  <a:cubicBezTo>
                    <a:pt x="1584023" y="797614"/>
                    <a:pt x="1676439" y="738952"/>
                    <a:pt x="1552353" y="776177"/>
                  </a:cubicBezTo>
                  <a:cubicBezTo>
                    <a:pt x="1540113" y="779849"/>
                    <a:pt x="1532420" y="792955"/>
                    <a:pt x="1520455" y="797442"/>
                  </a:cubicBezTo>
                  <a:cubicBezTo>
                    <a:pt x="1503534" y="803787"/>
                    <a:pt x="1484934" y="804155"/>
                    <a:pt x="1467293" y="808075"/>
                  </a:cubicBezTo>
                  <a:cubicBezTo>
                    <a:pt x="1453028" y="811245"/>
                    <a:pt x="1438939" y="815163"/>
                    <a:pt x="1424762" y="818707"/>
                  </a:cubicBezTo>
                  <a:cubicBezTo>
                    <a:pt x="1321919" y="870129"/>
                    <a:pt x="1425915" y="812526"/>
                    <a:pt x="1360967" y="861238"/>
                  </a:cubicBezTo>
                  <a:cubicBezTo>
                    <a:pt x="1315344" y="895456"/>
                    <a:pt x="1276977" y="907479"/>
                    <a:pt x="1244009" y="956931"/>
                  </a:cubicBezTo>
                  <a:lnTo>
                    <a:pt x="1201479" y="1020726"/>
                  </a:lnTo>
                  <a:cubicBezTo>
                    <a:pt x="1205023" y="1077433"/>
                    <a:pt x="1203250" y="1134725"/>
                    <a:pt x="1212111" y="1190847"/>
                  </a:cubicBezTo>
                  <a:cubicBezTo>
                    <a:pt x="1214104" y="1203469"/>
                    <a:pt x="1222540" y="1215972"/>
                    <a:pt x="1233376" y="1222745"/>
                  </a:cubicBezTo>
                  <a:cubicBezTo>
                    <a:pt x="1250634" y="1233532"/>
                    <a:pt x="1314801" y="1248417"/>
                    <a:pt x="1339702" y="1254642"/>
                  </a:cubicBezTo>
                  <a:lnTo>
                    <a:pt x="1722474" y="1244010"/>
                  </a:lnTo>
                  <a:cubicBezTo>
                    <a:pt x="1726017" y="1243909"/>
                    <a:pt x="1715385" y="1244010"/>
                    <a:pt x="1711841" y="1244010"/>
                  </a:cubicBezTo>
                </a:path>
              </a:pathLst>
            </a:custGeom>
            <a:noFill/>
            <a:ln w="53975">
              <a:solidFill>
                <a:schemeClr val="tx1"/>
              </a:solidFill>
              <a:prstDash val="dash"/>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p>
          </p:txBody>
        </p:sp>
        <p:pic>
          <p:nvPicPr>
            <p:cNvPr id="61" name="Graphic 60" descr="Walk">
              <a:extLst>
                <a:ext uri="{FF2B5EF4-FFF2-40B4-BE49-F238E27FC236}">
                  <a16:creationId xmlns:a16="http://schemas.microsoft.com/office/drawing/2014/main" id="{BE3DE47E-9ECE-74A0-E1EE-81EDEC3DE761}"/>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flipH="1">
              <a:off x="9467777" y="2203858"/>
              <a:ext cx="714631" cy="704004"/>
            </a:xfrm>
            <a:prstGeom prst="rect">
              <a:avLst/>
            </a:prstGeom>
          </p:spPr>
        </p:pic>
        <p:pic>
          <p:nvPicPr>
            <p:cNvPr id="62" name="Graphic 61" descr="Walk">
              <a:extLst>
                <a:ext uri="{FF2B5EF4-FFF2-40B4-BE49-F238E27FC236}">
                  <a16:creationId xmlns:a16="http://schemas.microsoft.com/office/drawing/2014/main" id="{C54868DF-7237-38EB-74EC-2890DFD53978}"/>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8703243" y="1963968"/>
              <a:ext cx="714629" cy="704004"/>
            </a:xfrm>
            <a:prstGeom prst="rect">
              <a:avLst/>
            </a:prstGeom>
          </p:spPr>
        </p:pic>
        <p:grpSp>
          <p:nvGrpSpPr>
            <p:cNvPr id="64" name="Graphic 62" descr="Chat">
              <a:extLst>
                <a:ext uri="{FF2B5EF4-FFF2-40B4-BE49-F238E27FC236}">
                  <a16:creationId xmlns:a16="http://schemas.microsoft.com/office/drawing/2014/main" id="{4588FB79-C331-2F6D-39E2-1DC496421021}"/>
                </a:ext>
              </a:extLst>
            </p:cNvPr>
            <p:cNvGrpSpPr/>
            <p:nvPr/>
          </p:nvGrpSpPr>
          <p:grpSpPr>
            <a:xfrm>
              <a:off x="9114595" y="1538828"/>
              <a:ext cx="947167" cy="914400"/>
              <a:chOff x="9114595" y="1538828"/>
              <a:chExt cx="947167" cy="914400"/>
            </a:xfrm>
          </p:grpSpPr>
          <p:sp>
            <p:nvSpPr>
              <p:cNvPr id="65" name="Freeform: Shape 64">
                <a:extLst>
                  <a:ext uri="{FF2B5EF4-FFF2-40B4-BE49-F238E27FC236}">
                    <a16:creationId xmlns:a16="http://schemas.microsoft.com/office/drawing/2014/main" id="{B8AF150C-DC45-F085-DC54-94E5D0E024F4}"/>
                  </a:ext>
                </a:extLst>
              </p:cNvPr>
              <p:cNvSpPr/>
              <p:nvPr/>
            </p:nvSpPr>
            <p:spPr>
              <a:xfrm>
                <a:off x="9193526" y="1729328"/>
                <a:ext cx="493316" cy="428625"/>
              </a:xfrm>
              <a:custGeom>
                <a:avLst/>
                <a:gdLst>
                  <a:gd name="connsiteX0" fmla="*/ 335455 w 493316"/>
                  <a:gd name="connsiteY0" fmla="*/ 66675 h 428625"/>
                  <a:gd name="connsiteX1" fmla="*/ 493316 w 493316"/>
                  <a:gd name="connsiteY1" fmla="*/ 66675 h 428625"/>
                  <a:gd name="connsiteX2" fmla="*/ 493316 w 493316"/>
                  <a:gd name="connsiteY2" fmla="*/ 38100 h 428625"/>
                  <a:gd name="connsiteX3" fmla="*/ 453851 w 493316"/>
                  <a:gd name="connsiteY3" fmla="*/ 0 h 428625"/>
                  <a:gd name="connsiteX4" fmla="*/ 39465 w 493316"/>
                  <a:gd name="connsiteY4" fmla="*/ 0 h 428625"/>
                  <a:gd name="connsiteX5" fmla="*/ 0 w 493316"/>
                  <a:gd name="connsiteY5" fmla="*/ 38100 h 428625"/>
                  <a:gd name="connsiteX6" fmla="*/ 0 w 493316"/>
                  <a:gd name="connsiteY6" fmla="*/ 295275 h 428625"/>
                  <a:gd name="connsiteX7" fmla="*/ 39465 w 493316"/>
                  <a:gd name="connsiteY7" fmla="*/ 333375 h 428625"/>
                  <a:gd name="connsiteX8" fmla="*/ 98663 w 493316"/>
                  <a:gd name="connsiteY8" fmla="*/ 333375 h 428625"/>
                  <a:gd name="connsiteX9" fmla="*/ 98663 w 493316"/>
                  <a:gd name="connsiteY9" fmla="*/ 428625 h 428625"/>
                  <a:gd name="connsiteX10" fmla="*/ 197326 w 493316"/>
                  <a:gd name="connsiteY10" fmla="*/ 333375 h 428625"/>
                  <a:gd name="connsiteX11" fmla="*/ 256524 w 493316"/>
                  <a:gd name="connsiteY11" fmla="*/ 333375 h 428625"/>
                  <a:gd name="connsiteX12" fmla="*/ 256524 w 493316"/>
                  <a:gd name="connsiteY12" fmla="*/ 142875 h 428625"/>
                  <a:gd name="connsiteX13" fmla="*/ 335455 w 493316"/>
                  <a:gd name="connsiteY13" fmla="*/ 66675 h 428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93316" h="428625">
                    <a:moveTo>
                      <a:pt x="335455" y="66675"/>
                    </a:moveTo>
                    <a:lnTo>
                      <a:pt x="493316" y="66675"/>
                    </a:lnTo>
                    <a:lnTo>
                      <a:pt x="493316" y="38100"/>
                    </a:lnTo>
                    <a:cubicBezTo>
                      <a:pt x="493316" y="17145"/>
                      <a:pt x="475557" y="0"/>
                      <a:pt x="453851" y="0"/>
                    </a:cubicBezTo>
                    <a:lnTo>
                      <a:pt x="39465" y="0"/>
                    </a:lnTo>
                    <a:cubicBezTo>
                      <a:pt x="17759" y="0"/>
                      <a:pt x="0" y="17145"/>
                      <a:pt x="0" y="38100"/>
                    </a:cubicBezTo>
                    <a:lnTo>
                      <a:pt x="0" y="295275"/>
                    </a:lnTo>
                    <a:cubicBezTo>
                      <a:pt x="0" y="316230"/>
                      <a:pt x="17759" y="333375"/>
                      <a:pt x="39465" y="333375"/>
                    </a:cubicBezTo>
                    <a:lnTo>
                      <a:pt x="98663" y="333375"/>
                    </a:lnTo>
                    <a:lnTo>
                      <a:pt x="98663" y="428625"/>
                    </a:lnTo>
                    <a:lnTo>
                      <a:pt x="197326" y="333375"/>
                    </a:lnTo>
                    <a:lnTo>
                      <a:pt x="256524" y="333375"/>
                    </a:lnTo>
                    <a:lnTo>
                      <a:pt x="256524" y="142875"/>
                    </a:lnTo>
                    <a:cubicBezTo>
                      <a:pt x="256524" y="100965"/>
                      <a:pt x="292043" y="66675"/>
                      <a:pt x="335455" y="66675"/>
                    </a:cubicBezTo>
                    <a:close/>
                  </a:path>
                </a:pathLst>
              </a:custGeom>
              <a:solidFill>
                <a:srgbClr val="7030A0"/>
              </a:solidFill>
              <a:ln w="9823" cap="flat">
                <a:noFill/>
                <a:prstDash val="solid"/>
                <a:miter/>
              </a:ln>
            </p:spPr>
            <p:txBody>
              <a:bodyPr rtlCol="0" anchor="ctr"/>
              <a:lstStyle/>
              <a:p>
                <a:endParaRPr lang="da-DK" dirty="0"/>
              </a:p>
            </p:txBody>
          </p:sp>
          <p:sp>
            <p:nvSpPr>
              <p:cNvPr id="66" name="Freeform: Shape 65">
                <a:extLst>
                  <a:ext uri="{FF2B5EF4-FFF2-40B4-BE49-F238E27FC236}">
                    <a16:creationId xmlns:a16="http://schemas.microsoft.com/office/drawing/2014/main" id="{D4989839-2D7D-5F36-8648-9CBB57313FE3}"/>
                  </a:ext>
                </a:extLst>
              </p:cNvPr>
              <p:cNvSpPr/>
              <p:nvPr/>
            </p:nvSpPr>
            <p:spPr>
              <a:xfrm>
                <a:off x="9489515" y="1834103"/>
                <a:ext cx="493316" cy="428625"/>
              </a:xfrm>
              <a:custGeom>
                <a:avLst/>
                <a:gdLst>
                  <a:gd name="connsiteX0" fmla="*/ 453851 w 493316"/>
                  <a:gd name="connsiteY0" fmla="*/ 0 h 428625"/>
                  <a:gd name="connsiteX1" fmla="*/ 39465 w 493316"/>
                  <a:gd name="connsiteY1" fmla="*/ 0 h 428625"/>
                  <a:gd name="connsiteX2" fmla="*/ 0 w 493316"/>
                  <a:gd name="connsiteY2" fmla="*/ 38100 h 428625"/>
                  <a:gd name="connsiteX3" fmla="*/ 0 w 493316"/>
                  <a:gd name="connsiteY3" fmla="*/ 295275 h 428625"/>
                  <a:gd name="connsiteX4" fmla="*/ 39465 w 493316"/>
                  <a:gd name="connsiteY4" fmla="*/ 333375 h 428625"/>
                  <a:gd name="connsiteX5" fmla="*/ 295990 w 493316"/>
                  <a:gd name="connsiteY5" fmla="*/ 333375 h 428625"/>
                  <a:gd name="connsiteX6" fmla="*/ 394653 w 493316"/>
                  <a:gd name="connsiteY6" fmla="*/ 428625 h 428625"/>
                  <a:gd name="connsiteX7" fmla="*/ 394653 w 493316"/>
                  <a:gd name="connsiteY7" fmla="*/ 333375 h 428625"/>
                  <a:gd name="connsiteX8" fmla="*/ 453851 w 493316"/>
                  <a:gd name="connsiteY8" fmla="*/ 333375 h 428625"/>
                  <a:gd name="connsiteX9" fmla="*/ 493316 w 493316"/>
                  <a:gd name="connsiteY9" fmla="*/ 295275 h 428625"/>
                  <a:gd name="connsiteX10" fmla="*/ 493316 w 493316"/>
                  <a:gd name="connsiteY10" fmla="*/ 38100 h 428625"/>
                  <a:gd name="connsiteX11" fmla="*/ 453851 w 493316"/>
                  <a:gd name="connsiteY11" fmla="*/ 0 h 428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93316" h="428625">
                    <a:moveTo>
                      <a:pt x="453851" y="0"/>
                    </a:moveTo>
                    <a:lnTo>
                      <a:pt x="39465" y="0"/>
                    </a:lnTo>
                    <a:cubicBezTo>
                      <a:pt x="17759" y="0"/>
                      <a:pt x="0" y="17145"/>
                      <a:pt x="0" y="38100"/>
                    </a:cubicBezTo>
                    <a:lnTo>
                      <a:pt x="0" y="295275"/>
                    </a:lnTo>
                    <a:cubicBezTo>
                      <a:pt x="0" y="316230"/>
                      <a:pt x="17759" y="333375"/>
                      <a:pt x="39465" y="333375"/>
                    </a:cubicBezTo>
                    <a:lnTo>
                      <a:pt x="295990" y="333375"/>
                    </a:lnTo>
                    <a:lnTo>
                      <a:pt x="394653" y="428625"/>
                    </a:lnTo>
                    <a:lnTo>
                      <a:pt x="394653" y="333375"/>
                    </a:lnTo>
                    <a:lnTo>
                      <a:pt x="453851" y="333375"/>
                    </a:lnTo>
                    <a:cubicBezTo>
                      <a:pt x="475557" y="333375"/>
                      <a:pt x="493316" y="316230"/>
                      <a:pt x="493316" y="295275"/>
                    </a:cubicBezTo>
                    <a:lnTo>
                      <a:pt x="493316" y="38100"/>
                    </a:lnTo>
                    <a:cubicBezTo>
                      <a:pt x="493316" y="17145"/>
                      <a:pt x="475557" y="0"/>
                      <a:pt x="453851" y="0"/>
                    </a:cubicBezTo>
                    <a:close/>
                  </a:path>
                </a:pathLst>
              </a:custGeom>
              <a:solidFill>
                <a:srgbClr val="00B050"/>
              </a:solidFill>
              <a:ln w="9823" cap="flat">
                <a:noFill/>
                <a:prstDash val="solid"/>
                <a:miter/>
              </a:ln>
            </p:spPr>
            <p:txBody>
              <a:bodyPr rtlCol="0" anchor="ctr"/>
              <a:lstStyle/>
              <a:p>
                <a:endParaRPr lang="da-DK"/>
              </a:p>
            </p:txBody>
          </p:sp>
        </p:grpSp>
      </p:grpSp>
      <p:sp>
        <p:nvSpPr>
          <p:cNvPr id="4" name="TextBox 3">
            <a:extLst>
              <a:ext uri="{FF2B5EF4-FFF2-40B4-BE49-F238E27FC236}">
                <a16:creationId xmlns:a16="http://schemas.microsoft.com/office/drawing/2014/main" id="{94C2D154-58DD-AB23-317E-0F0E4A24D186}"/>
              </a:ext>
            </a:extLst>
          </p:cNvPr>
          <p:cNvSpPr txBox="1"/>
          <p:nvPr/>
        </p:nvSpPr>
        <p:spPr>
          <a:xfrm>
            <a:off x="3100954" y="3561776"/>
            <a:ext cx="629558" cy="230832"/>
          </a:xfrm>
          <a:prstGeom prst="rect">
            <a:avLst/>
          </a:prstGeom>
          <a:solidFill>
            <a:schemeClr val="bg1"/>
          </a:solidFill>
        </p:spPr>
        <p:txBody>
          <a:bodyPr wrap="square" rtlCol="0">
            <a:spAutoFit/>
          </a:bodyPr>
          <a:lstStyle/>
          <a:p>
            <a:r>
              <a:rPr lang="en-GB" sz="900" dirty="0"/>
              <a:t>IoT Town</a:t>
            </a:r>
          </a:p>
        </p:txBody>
      </p:sp>
    </p:spTree>
    <p:extLst>
      <p:ext uri="{BB962C8B-B14F-4D97-AF65-F5344CB8AC3E}">
        <p14:creationId xmlns:p14="http://schemas.microsoft.com/office/powerpoint/2010/main" val="41398102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6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Placeholder 6">
            <a:extLst>
              <a:ext uri="{FF2B5EF4-FFF2-40B4-BE49-F238E27FC236}">
                <a16:creationId xmlns:a16="http://schemas.microsoft.com/office/drawing/2014/main" id="{A77C3530-FDC5-EE59-8D0D-F626C9AF0D5D}"/>
              </a:ext>
            </a:extLst>
          </p:cNvPr>
          <p:cNvPicPr>
            <a:picLocks noGrp="1" noChangeAspect="1"/>
          </p:cNvPicPr>
          <p:nvPr>
            <p:ph type="pic" sz="quarter" idx="15"/>
          </p:nvPr>
        </p:nvPicPr>
        <p:blipFill>
          <a:blip r:embed="rId3"/>
          <a:srcRect t="17663" b="17663"/>
          <a:stretch/>
        </p:blipFill>
        <p:spPr>
          <a:xfrm>
            <a:off x="-203200" y="-114309"/>
            <a:ext cx="12396100" cy="6973359"/>
          </a:xfrm>
          <a:prstGeom prst="rect">
            <a:avLst/>
          </a:prstGeom>
          <a:noFill/>
        </p:spPr>
      </p:pic>
      <p:sp>
        <p:nvSpPr>
          <p:cNvPr id="2" name="Rectangle 1">
            <a:extLst>
              <a:ext uri="{FF2B5EF4-FFF2-40B4-BE49-F238E27FC236}">
                <a16:creationId xmlns:a16="http://schemas.microsoft.com/office/drawing/2014/main" id="{74D2CF38-2CEF-F5D7-1A37-D6D64749C136}"/>
              </a:ext>
            </a:extLst>
          </p:cNvPr>
          <p:cNvSpPr/>
          <p:nvPr/>
        </p:nvSpPr>
        <p:spPr>
          <a:xfrm>
            <a:off x="-203200" y="-123682"/>
            <a:ext cx="12395200" cy="6973359"/>
          </a:xfrm>
          <a:prstGeom prst="rect">
            <a:avLst/>
          </a:prstGeom>
          <a:solidFill>
            <a:schemeClr val="bg1">
              <a:alpha val="8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K" sz="1600"/>
          </a:p>
        </p:txBody>
      </p:sp>
      <p:sp>
        <p:nvSpPr>
          <p:cNvPr id="3" name="Title 2">
            <a:extLst>
              <a:ext uri="{FF2B5EF4-FFF2-40B4-BE49-F238E27FC236}">
                <a16:creationId xmlns:a16="http://schemas.microsoft.com/office/drawing/2014/main" id="{F7BECFAB-EFFE-60CB-EC2A-298CA5BEFEED}"/>
              </a:ext>
            </a:extLst>
          </p:cNvPr>
          <p:cNvSpPr>
            <a:spLocks noGrp="1"/>
          </p:cNvSpPr>
          <p:nvPr>
            <p:ph type="title"/>
          </p:nvPr>
        </p:nvSpPr>
        <p:spPr/>
        <p:txBody>
          <a:bodyPr/>
          <a:lstStyle/>
          <a:p>
            <a:r>
              <a:rPr lang="en-US" dirty="0">
                <a:solidFill>
                  <a:schemeClr val="tx1"/>
                </a:solidFill>
              </a:rPr>
              <a:t>Software Development Domain Language problems:</a:t>
            </a:r>
            <a:br>
              <a:rPr lang="en-US" dirty="0">
                <a:solidFill>
                  <a:schemeClr val="tx1"/>
                </a:solidFill>
              </a:rPr>
            </a:br>
            <a:r>
              <a:rPr lang="en-US" dirty="0">
                <a:solidFill>
                  <a:schemeClr val="tx1"/>
                </a:solidFill>
              </a:rPr>
              <a:t>Eric Evans citing Foote and Yoder</a:t>
            </a:r>
            <a:endParaRPr lang="en-DK" dirty="0">
              <a:solidFill>
                <a:schemeClr val="tx1"/>
              </a:solidFill>
            </a:endParaRPr>
          </a:p>
        </p:txBody>
      </p:sp>
      <p:sp>
        <p:nvSpPr>
          <p:cNvPr id="4" name="Text Placeholder 3">
            <a:extLst>
              <a:ext uri="{FF2B5EF4-FFF2-40B4-BE49-F238E27FC236}">
                <a16:creationId xmlns:a16="http://schemas.microsoft.com/office/drawing/2014/main" id="{F3B878BE-91DA-CF65-506F-8B8E47B35226}"/>
              </a:ext>
            </a:extLst>
          </p:cNvPr>
          <p:cNvSpPr>
            <a:spLocks noGrp="1"/>
          </p:cNvSpPr>
          <p:nvPr>
            <p:ph type="body" sz="quarter" idx="19"/>
          </p:nvPr>
        </p:nvSpPr>
        <p:spPr>
          <a:xfrm>
            <a:off x="2070316" y="2415138"/>
            <a:ext cx="7840850" cy="1127771"/>
          </a:xfrm>
        </p:spPr>
        <p:txBody>
          <a:bodyPr/>
          <a:lstStyle/>
          <a:p>
            <a:r>
              <a:rPr lang="en-US" b="1" dirty="0">
                <a:solidFill>
                  <a:schemeClr val="tx1"/>
                </a:solidFill>
              </a:rPr>
              <a:t>Big Ball of Mud</a:t>
            </a:r>
          </a:p>
          <a:p>
            <a:pPr marL="0" indent="0">
              <a:buNone/>
            </a:pPr>
            <a:r>
              <a:rPr lang="en-US" b="1" dirty="0">
                <a:solidFill>
                  <a:schemeClr val="tx1"/>
                </a:solidFill>
              </a:rPr>
              <a:t>“Multiple conceptual systems mix together, making definitions and rules ambiguous or contradictory. The systems are made to work by contingent logic as features are added. Dependencies crisscross the software. Cause and effect become more and more difficult to trace. Eventually the software congeals into a big ball of mud. “</a:t>
            </a:r>
            <a:endParaRPr lang="en-DK" b="1" dirty="0">
              <a:solidFill>
                <a:schemeClr val="tx1"/>
              </a:solidFill>
            </a:endParaRPr>
          </a:p>
        </p:txBody>
      </p:sp>
      <p:sp>
        <p:nvSpPr>
          <p:cNvPr id="5" name="Text Placeholder 4">
            <a:extLst>
              <a:ext uri="{FF2B5EF4-FFF2-40B4-BE49-F238E27FC236}">
                <a16:creationId xmlns:a16="http://schemas.microsoft.com/office/drawing/2014/main" id="{00167F81-CB30-EF83-5D45-AB57019B3A20}"/>
              </a:ext>
            </a:extLst>
          </p:cNvPr>
          <p:cNvSpPr>
            <a:spLocks noGrp="1"/>
          </p:cNvSpPr>
          <p:nvPr>
            <p:ph type="body" sz="quarter" idx="24"/>
          </p:nvPr>
        </p:nvSpPr>
        <p:spPr/>
        <p:txBody>
          <a:bodyPr/>
          <a:lstStyle/>
          <a:p>
            <a:endParaRPr lang="en-DK"/>
          </a:p>
        </p:txBody>
      </p:sp>
    </p:spTree>
    <p:extLst>
      <p:ext uri="{BB962C8B-B14F-4D97-AF65-F5344CB8AC3E}">
        <p14:creationId xmlns:p14="http://schemas.microsoft.com/office/powerpoint/2010/main" val="217807867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Rectangle 34">
            <a:extLst>
              <a:ext uri="{FF2B5EF4-FFF2-40B4-BE49-F238E27FC236}">
                <a16:creationId xmlns:a16="http://schemas.microsoft.com/office/drawing/2014/main" id="{273ED61D-16FA-8516-6900-7E3AF7C03423}"/>
              </a:ext>
            </a:extLst>
          </p:cNvPr>
          <p:cNvSpPr/>
          <p:nvPr/>
        </p:nvSpPr>
        <p:spPr>
          <a:xfrm rot="4989804">
            <a:off x="4613329" y="1195532"/>
            <a:ext cx="482736" cy="6449779"/>
          </a:xfrm>
          <a:prstGeom prst="rect">
            <a:avLst/>
          </a:prstGeom>
          <a:solidFill>
            <a:srgbClr val="4DBBEB"/>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da-DK" sz="1800" b="0" i="0" u="none" strike="noStrike" kern="0" cap="none" spc="0" normalizeH="0" baseline="0" noProof="0">
              <a:ln>
                <a:noFill/>
              </a:ln>
              <a:solidFill>
                <a:prstClr val="white"/>
              </a:solidFill>
              <a:effectLst/>
              <a:uLnTx/>
              <a:uFillTx/>
              <a:latin typeface="Calibri"/>
              <a:ea typeface="+mn-ea"/>
              <a:cs typeface="+mn-cs"/>
            </a:endParaRPr>
          </a:p>
        </p:txBody>
      </p:sp>
      <p:sp>
        <p:nvSpPr>
          <p:cNvPr id="36" name="Title 3">
            <a:extLst>
              <a:ext uri="{FF2B5EF4-FFF2-40B4-BE49-F238E27FC236}">
                <a16:creationId xmlns:a16="http://schemas.microsoft.com/office/drawing/2014/main" id="{3766C613-B014-EC46-3341-49BF38BE54AA}"/>
              </a:ext>
            </a:extLst>
          </p:cNvPr>
          <p:cNvSpPr txBox="1">
            <a:spLocks/>
          </p:cNvSpPr>
          <p:nvPr/>
        </p:nvSpPr>
        <p:spPr>
          <a:xfrm>
            <a:off x="360000" y="360202"/>
            <a:ext cx="7610427" cy="816023"/>
          </a:xfrm>
          <a:prstGeom prst="rect">
            <a:avLst/>
          </a:prstGeom>
        </p:spPr>
        <p:txBody>
          <a:bodyPr vert="horz" lIns="0" tIns="0" rIns="0" bIns="0" rtlCol="0" anchor="t" anchorCtr="0">
            <a:noAutofit/>
          </a:bodyPr>
          <a:lstStyle>
            <a:lvl1pPr algn="l" defTabSz="1219170" rtl="0" eaLnBrk="1" latinLnBrk="0" hangingPunct="1">
              <a:lnSpc>
                <a:spcPts val="3300"/>
              </a:lnSpc>
              <a:spcBef>
                <a:spcPct val="0"/>
              </a:spcBef>
              <a:buNone/>
              <a:defRPr sz="3200" b="1" kern="1200">
                <a:solidFill>
                  <a:srgbClr val="11497B"/>
                </a:solidFill>
                <a:latin typeface="Calibri" panose="020F0502020204030204" pitchFamily="34" charset="0"/>
                <a:ea typeface="+mj-ea"/>
                <a:cs typeface="+mj-cs"/>
              </a:defRPr>
            </a:lvl1pPr>
          </a:lstStyle>
          <a:p>
            <a:pPr marL="0" marR="0" lvl="0" indent="0" algn="l" defTabSz="1219170" rtl="0" eaLnBrk="1" fontAlgn="auto" latinLnBrk="0" hangingPunct="1">
              <a:lnSpc>
                <a:spcPts val="3300"/>
              </a:lnSpc>
              <a:spcBef>
                <a:spcPct val="0"/>
              </a:spcBef>
              <a:spcAft>
                <a:spcPts val="0"/>
              </a:spcAft>
              <a:buClrTx/>
              <a:buSzTx/>
              <a:buFontTx/>
              <a:buNone/>
              <a:tabLst/>
              <a:defRPr/>
            </a:pPr>
            <a:r>
              <a:rPr kumimoji="0" lang="en-GB" sz="2600" b="1" i="0" u="none" strike="noStrike" kern="1200" cap="none" spc="0" normalizeH="0" baseline="0" noProof="0" dirty="0">
                <a:ln>
                  <a:noFill/>
                </a:ln>
                <a:solidFill>
                  <a:schemeClr val="accent2"/>
                </a:solidFill>
                <a:effectLst/>
                <a:uLnTx/>
                <a:uFillTx/>
                <a:latin typeface="+mj-lt"/>
                <a:ea typeface="+mj-ea"/>
                <a:cs typeface="+mj-cs"/>
              </a:rPr>
              <a:t>Context of “Head” unit of measure in Head Loss or Pump Head?</a:t>
            </a:r>
          </a:p>
        </p:txBody>
      </p:sp>
      <p:sp>
        <p:nvSpPr>
          <p:cNvPr id="37" name="Text Placeholder 4">
            <a:extLst>
              <a:ext uri="{FF2B5EF4-FFF2-40B4-BE49-F238E27FC236}">
                <a16:creationId xmlns:a16="http://schemas.microsoft.com/office/drawing/2014/main" id="{EA6F983D-0A54-CC18-7855-815B636268CD}"/>
              </a:ext>
            </a:extLst>
          </p:cNvPr>
          <p:cNvSpPr txBox="1">
            <a:spLocks/>
          </p:cNvSpPr>
          <p:nvPr/>
        </p:nvSpPr>
        <p:spPr>
          <a:xfrm>
            <a:off x="360000" y="1320024"/>
            <a:ext cx="11472000" cy="2492990"/>
          </a:xfrm>
          <a:prstGeom prst="rect">
            <a:avLst/>
          </a:prstGeom>
        </p:spPr>
        <p:txBody>
          <a:bodyPr vert="horz" wrap="square" lIns="0" tIns="0" rIns="0" bIns="0" rtlCol="0">
            <a:spAutoFit/>
          </a:bodyPr>
          <a:lstStyle>
            <a:lvl1pPr marL="0" indent="0" algn="l" defTabSz="1219170" rtl="0" eaLnBrk="1" latinLnBrk="0" hangingPunct="1">
              <a:spcBef>
                <a:spcPts val="0"/>
              </a:spcBef>
              <a:buFont typeface="Arial" pitchFamily="34" charset="0"/>
              <a:buNone/>
              <a:defRPr sz="1700" kern="1200">
                <a:solidFill>
                  <a:srgbClr val="000000"/>
                </a:solidFill>
                <a:latin typeface="Calibri" panose="020F0502020204030204" pitchFamily="34" charset="0"/>
                <a:ea typeface="+mn-ea"/>
                <a:cs typeface="+mn-cs"/>
              </a:defRPr>
            </a:lvl1pPr>
            <a:lvl2pPr marL="360362" indent="0" algn="l" defTabSz="1219170" rtl="0" eaLnBrk="1" latinLnBrk="0" hangingPunct="1">
              <a:spcBef>
                <a:spcPts val="0"/>
              </a:spcBef>
              <a:buFont typeface="Arial" pitchFamily="34" charset="0"/>
              <a:buNone/>
              <a:defRPr sz="1700" kern="1200">
                <a:solidFill>
                  <a:srgbClr val="000000"/>
                </a:solidFill>
                <a:latin typeface="Calibri" panose="020F0502020204030204" pitchFamily="34" charset="0"/>
                <a:ea typeface="+mn-ea"/>
                <a:cs typeface="+mn-cs"/>
              </a:defRPr>
            </a:lvl2pPr>
            <a:lvl3pPr marL="720725" indent="0" algn="l" defTabSz="1219170" rtl="0" eaLnBrk="1" latinLnBrk="0" hangingPunct="1">
              <a:spcBef>
                <a:spcPts val="0"/>
              </a:spcBef>
              <a:buFont typeface="Arial" pitchFamily="34" charset="0"/>
              <a:buNone/>
              <a:defRPr sz="1700" kern="1200">
                <a:solidFill>
                  <a:srgbClr val="000000"/>
                </a:solidFill>
                <a:latin typeface="Calibri" panose="020F0502020204030204" pitchFamily="34" charset="0"/>
                <a:ea typeface="+mn-ea"/>
                <a:cs typeface="+mn-cs"/>
              </a:defRPr>
            </a:lvl3pPr>
            <a:lvl4pPr marL="1073150" indent="0" algn="l" defTabSz="1219170" rtl="0" eaLnBrk="1" latinLnBrk="0" hangingPunct="1">
              <a:spcBef>
                <a:spcPts val="0"/>
              </a:spcBef>
              <a:buFont typeface="Arial" pitchFamily="34" charset="0"/>
              <a:buNone/>
              <a:defRPr sz="1700" kern="1200">
                <a:solidFill>
                  <a:srgbClr val="000000"/>
                </a:solidFill>
                <a:latin typeface="Calibri" panose="020F0502020204030204" pitchFamily="34" charset="0"/>
                <a:ea typeface="+mn-ea"/>
                <a:cs typeface="+mn-cs"/>
              </a:defRPr>
            </a:lvl4pPr>
            <a:lvl5pPr marL="1433512" indent="0" algn="l" defTabSz="1219170" rtl="0" eaLnBrk="1" latinLnBrk="0" hangingPunct="1">
              <a:spcBef>
                <a:spcPts val="0"/>
              </a:spcBef>
              <a:buFont typeface="Arial" pitchFamily="34" charset="0"/>
              <a:buNone/>
              <a:defRPr sz="1700" kern="1200">
                <a:solidFill>
                  <a:srgbClr val="000000"/>
                </a:solidFill>
                <a:latin typeface="Calibri" panose="020F0502020204030204" pitchFamily="34" charset="0"/>
                <a:ea typeface="+mn-ea"/>
                <a:cs typeface="+mn-cs"/>
              </a:defRPr>
            </a:lvl5pPr>
            <a:lvl6pPr marL="335271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9pPr>
          </a:lstStyle>
          <a:p>
            <a:pPr marL="0" marR="0" lvl="0" indent="0" algn="l" defTabSz="941388" rtl="0" eaLnBrk="1" fontAlgn="auto" latinLnBrk="0" hangingPunct="1">
              <a:lnSpc>
                <a:spcPct val="100000"/>
              </a:lnSpc>
              <a:spcBef>
                <a:spcPts val="0"/>
              </a:spcBef>
              <a:spcAft>
                <a:spcPts val="0"/>
              </a:spcAft>
              <a:buClrTx/>
              <a:buSzTx/>
              <a:buFont typeface="Arial" pitchFamily="34" charset="0"/>
              <a:buNone/>
              <a:tabLst/>
              <a:defRPr/>
            </a:pPr>
            <a:r>
              <a:rPr kumimoji="0" lang="en-GB" sz="1800" b="0" i="0" u="none" strike="noStrike" kern="1200" cap="none" spc="0" normalizeH="0" baseline="0" noProof="0" dirty="0">
                <a:ln>
                  <a:noFill/>
                </a:ln>
                <a:solidFill>
                  <a:srgbClr val="000000"/>
                </a:solidFill>
                <a:effectLst/>
                <a:uLnTx/>
                <a:uFillTx/>
                <a:latin typeface="+mn-lt"/>
                <a:ea typeface="+mn-ea"/>
                <a:cs typeface="+mn-cs"/>
              </a:rPr>
              <a:t>Very Simplified:	Head is Pressure</a:t>
            </a:r>
          </a:p>
          <a:p>
            <a:pPr marL="0" marR="0" lvl="0" indent="0" algn="l" defTabSz="1219170" rtl="0" eaLnBrk="1" fontAlgn="auto" latinLnBrk="0" hangingPunct="1">
              <a:lnSpc>
                <a:spcPct val="100000"/>
              </a:lnSpc>
              <a:spcBef>
                <a:spcPts val="0"/>
              </a:spcBef>
              <a:spcAft>
                <a:spcPts val="0"/>
              </a:spcAft>
              <a:buClrTx/>
              <a:buSzTx/>
              <a:buFont typeface="Arial" pitchFamily="34" charset="0"/>
              <a:buNone/>
              <a:tabLst/>
              <a:defRPr/>
            </a:pPr>
            <a:endParaRPr kumimoji="0" lang="en-GB" sz="1800" b="0" i="0" u="none" strike="noStrike" kern="1200" cap="none" spc="0" normalizeH="0" baseline="0" noProof="0" dirty="0">
              <a:ln>
                <a:noFill/>
              </a:ln>
              <a:solidFill>
                <a:srgbClr val="000000"/>
              </a:solidFill>
              <a:effectLst/>
              <a:uLnTx/>
              <a:uFillTx/>
              <a:latin typeface="+mn-lt"/>
              <a:ea typeface="+mn-ea"/>
              <a:cs typeface="+mn-cs"/>
            </a:endParaRPr>
          </a:p>
          <a:p>
            <a:pPr marL="0" marR="0" lvl="0" indent="0" algn="l" defTabSz="941388" rtl="0" eaLnBrk="1" fontAlgn="auto" latinLnBrk="0" hangingPunct="1">
              <a:lnSpc>
                <a:spcPct val="100000"/>
              </a:lnSpc>
              <a:spcBef>
                <a:spcPts val="0"/>
              </a:spcBef>
              <a:spcAft>
                <a:spcPts val="0"/>
              </a:spcAft>
              <a:buClrTx/>
              <a:buSzTx/>
              <a:buFont typeface="Arial" pitchFamily="34" charset="0"/>
              <a:buNone/>
              <a:tabLst/>
              <a:defRPr/>
            </a:pPr>
            <a:r>
              <a:rPr kumimoji="0" lang="en-GB" sz="1800" b="0" i="0" u="none" strike="noStrike" kern="1200" cap="none" spc="0" normalizeH="0" baseline="0" noProof="0" dirty="0">
                <a:ln>
                  <a:noFill/>
                </a:ln>
                <a:solidFill>
                  <a:srgbClr val="000000"/>
                </a:solidFill>
                <a:effectLst/>
                <a:uLnTx/>
                <a:uFillTx/>
                <a:latin typeface="+mn-lt"/>
                <a:ea typeface="+mn-ea"/>
                <a:cs typeface="+mn-cs"/>
              </a:rPr>
              <a:t>Simplified: 	Head is Pressure Difference</a:t>
            </a:r>
          </a:p>
          <a:p>
            <a:pPr marL="0" marR="0" lvl="0" indent="0" algn="l" defTabSz="1219170" rtl="0" eaLnBrk="1" fontAlgn="auto" latinLnBrk="0" hangingPunct="1">
              <a:lnSpc>
                <a:spcPct val="100000"/>
              </a:lnSpc>
              <a:spcBef>
                <a:spcPts val="0"/>
              </a:spcBef>
              <a:spcAft>
                <a:spcPts val="0"/>
              </a:spcAft>
              <a:buClrTx/>
              <a:buSzTx/>
              <a:buFont typeface="Arial" pitchFamily="34" charset="0"/>
              <a:buNone/>
              <a:tabLst/>
              <a:defRPr/>
            </a:pPr>
            <a:endParaRPr kumimoji="0" lang="en-GB" sz="1800" b="0" i="0" u="none" strike="noStrike" kern="1200" cap="none" spc="0" normalizeH="0" baseline="0" noProof="0" dirty="0">
              <a:ln>
                <a:noFill/>
              </a:ln>
              <a:solidFill>
                <a:srgbClr val="000000"/>
              </a:solidFill>
              <a:effectLst/>
              <a:uLnTx/>
              <a:uFillTx/>
              <a:latin typeface="+mn-lt"/>
              <a:ea typeface="+mn-ea"/>
              <a:cs typeface="+mn-cs"/>
            </a:endParaRPr>
          </a:p>
          <a:p>
            <a:pPr marL="0" marR="0" lvl="0" indent="0" algn="l" defTabSz="941388" rtl="0" eaLnBrk="1" fontAlgn="auto" latinLnBrk="0" hangingPunct="1">
              <a:lnSpc>
                <a:spcPct val="100000"/>
              </a:lnSpc>
              <a:spcBef>
                <a:spcPts val="0"/>
              </a:spcBef>
              <a:spcAft>
                <a:spcPts val="0"/>
              </a:spcAft>
              <a:buClrTx/>
              <a:buSzTx/>
              <a:buFont typeface="Arial" pitchFamily="34" charset="0"/>
              <a:buNone/>
              <a:tabLst/>
              <a:defRPr/>
            </a:pPr>
            <a:r>
              <a:rPr kumimoji="0" lang="en-GB" sz="1800" b="0" i="0" u="none" strike="noStrike" kern="1200" cap="none" spc="0" normalizeH="0" baseline="0" noProof="0" dirty="0">
                <a:ln>
                  <a:noFill/>
                </a:ln>
                <a:solidFill>
                  <a:srgbClr val="000000"/>
                </a:solidFill>
                <a:effectLst/>
                <a:uLnTx/>
                <a:uFillTx/>
                <a:latin typeface="+mn-lt"/>
                <a:ea typeface="+mn-ea"/>
                <a:cs typeface="+mn-cs"/>
              </a:rPr>
              <a:t>Correct:		Head is Energy Difference expressed in Meter Water Column [m]</a:t>
            </a:r>
          </a:p>
          <a:p>
            <a:pPr marL="0" marR="0" lvl="0" indent="0" algn="l" defTabSz="1219170" rtl="0" eaLnBrk="1" fontAlgn="auto" latinLnBrk="0" hangingPunct="1">
              <a:lnSpc>
                <a:spcPct val="100000"/>
              </a:lnSpc>
              <a:spcBef>
                <a:spcPts val="0"/>
              </a:spcBef>
              <a:spcAft>
                <a:spcPts val="0"/>
              </a:spcAft>
              <a:buClrTx/>
              <a:buSzTx/>
              <a:buFont typeface="Arial" pitchFamily="34" charset="0"/>
              <a:buNone/>
              <a:tabLst/>
              <a:defRPr/>
            </a:pPr>
            <a:endParaRPr kumimoji="0" lang="da-DK" sz="1800" b="0" i="0" u="none" strike="noStrike" kern="1200" cap="none" spc="0" normalizeH="0" baseline="0" noProof="0" dirty="0">
              <a:ln>
                <a:noFill/>
              </a:ln>
              <a:solidFill>
                <a:srgbClr val="000000"/>
              </a:solidFill>
              <a:effectLst/>
              <a:uLnTx/>
              <a:uFillTx/>
              <a:latin typeface="+mn-lt"/>
              <a:ea typeface="+mn-ea"/>
              <a:cs typeface="+mn-cs"/>
            </a:endParaRPr>
          </a:p>
          <a:p>
            <a:pPr marL="0" marR="0" lvl="0" indent="0" algn="l" defTabSz="941388" rtl="0" eaLnBrk="1" fontAlgn="auto" latinLnBrk="0" hangingPunct="1">
              <a:lnSpc>
                <a:spcPct val="100000"/>
              </a:lnSpc>
              <a:spcBef>
                <a:spcPts val="0"/>
              </a:spcBef>
              <a:spcAft>
                <a:spcPts val="0"/>
              </a:spcAft>
              <a:buClrTx/>
              <a:buSzTx/>
              <a:buFont typeface="Arial" pitchFamily="34" charset="0"/>
              <a:buNone/>
              <a:tabLst/>
              <a:defRPr/>
            </a:pPr>
            <a:r>
              <a:rPr kumimoji="0" lang="da-DK" sz="1800" b="0" i="0" u="none" strike="noStrike" kern="1200" cap="none" spc="0" normalizeH="0" baseline="0" noProof="0" dirty="0">
                <a:ln>
                  <a:noFill/>
                </a:ln>
                <a:solidFill>
                  <a:srgbClr val="000000"/>
                </a:solidFill>
                <a:effectLst/>
                <a:uLnTx/>
                <a:uFillTx/>
                <a:latin typeface="+mn-lt"/>
                <a:ea typeface="+mn-ea"/>
                <a:cs typeface="+mn-cs"/>
              </a:rPr>
              <a:t>Super </a:t>
            </a:r>
            <a:r>
              <a:rPr kumimoji="0" lang="da-DK" sz="1800" b="0" i="0" u="none" strike="noStrike" kern="1200" cap="none" spc="0" normalizeH="0" baseline="0" noProof="0" dirty="0" err="1">
                <a:ln>
                  <a:noFill/>
                </a:ln>
                <a:solidFill>
                  <a:srgbClr val="000000"/>
                </a:solidFill>
                <a:effectLst/>
                <a:uLnTx/>
                <a:uFillTx/>
                <a:latin typeface="+mn-lt"/>
                <a:ea typeface="+mn-ea"/>
                <a:cs typeface="+mn-cs"/>
              </a:rPr>
              <a:t>Correct</a:t>
            </a:r>
            <a:r>
              <a:rPr kumimoji="0" lang="da-DK" sz="1800" b="0" i="0" u="none" strike="noStrike" kern="1200" cap="none" spc="0" normalizeH="0" baseline="0" noProof="0" dirty="0">
                <a:ln>
                  <a:noFill/>
                </a:ln>
                <a:solidFill>
                  <a:srgbClr val="000000"/>
                </a:solidFill>
                <a:effectLst/>
                <a:uLnTx/>
                <a:uFillTx/>
                <a:latin typeface="+mn-lt"/>
                <a:ea typeface="+mn-ea"/>
                <a:cs typeface="+mn-cs"/>
              </a:rPr>
              <a:t>:	Head is </a:t>
            </a:r>
            <a:r>
              <a:rPr kumimoji="0" lang="da-DK" sz="1800" b="0" i="0" u="none" strike="noStrike" kern="1200" cap="none" spc="0" normalizeH="0" baseline="0" noProof="0" dirty="0" err="1">
                <a:ln>
                  <a:noFill/>
                </a:ln>
                <a:solidFill>
                  <a:srgbClr val="000000"/>
                </a:solidFill>
                <a:effectLst/>
                <a:uLnTx/>
                <a:uFillTx/>
                <a:latin typeface="+mn-lt"/>
                <a:ea typeface="+mn-ea"/>
                <a:cs typeface="+mn-cs"/>
              </a:rPr>
              <a:t>Specific</a:t>
            </a:r>
            <a:r>
              <a:rPr kumimoji="0" lang="da-DK" sz="1800" b="0" i="0" u="none" strike="noStrike" kern="1200" cap="none" spc="0" normalizeH="0" baseline="0" noProof="0" dirty="0">
                <a:ln>
                  <a:noFill/>
                </a:ln>
                <a:solidFill>
                  <a:srgbClr val="000000"/>
                </a:solidFill>
                <a:effectLst/>
                <a:uLnTx/>
                <a:uFillTx/>
                <a:latin typeface="+mn-lt"/>
                <a:ea typeface="+mn-ea"/>
                <a:cs typeface="+mn-cs"/>
              </a:rPr>
              <a:t> </a:t>
            </a:r>
            <a:r>
              <a:rPr kumimoji="0" lang="da-DK" sz="1800" b="0" i="0" u="none" strike="noStrike" kern="1200" cap="none" spc="0" normalizeH="0" baseline="0" noProof="0" dirty="0" err="1">
                <a:ln>
                  <a:noFill/>
                </a:ln>
                <a:solidFill>
                  <a:srgbClr val="000000"/>
                </a:solidFill>
                <a:effectLst/>
                <a:uLnTx/>
                <a:uFillTx/>
                <a:latin typeface="+mn-lt"/>
                <a:ea typeface="+mn-ea"/>
                <a:cs typeface="+mn-cs"/>
              </a:rPr>
              <a:t>EnergyDifference</a:t>
            </a:r>
            <a:r>
              <a:rPr kumimoji="0" lang="da-DK" sz="1800" b="0" i="0" u="none" strike="noStrike" kern="1200" cap="none" spc="0" normalizeH="0" baseline="0" noProof="0" dirty="0">
                <a:ln>
                  <a:noFill/>
                </a:ln>
                <a:solidFill>
                  <a:srgbClr val="000000"/>
                </a:solidFill>
                <a:effectLst/>
                <a:uLnTx/>
                <a:uFillTx/>
                <a:latin typeface="+mn-lt"/>
                <a:ea typeface="+mn-ea"/>
                <a:cs typeface="+mn-cs"/>
              </a:rPr>
              <a:t> </a:t>
            </a:r>
            <a:r>
              <a:rPr kumimoji="0" lang="da-DK" sz="1800" b="0" i="0" u="none" strike="noStrike" kern="1200" cap="none" spc="0" normalizeH="0" baseline="0" noProof="0" dirty="0" err="1">
                <a:ln>
                  <a:noFill/>
                </a:ln>
                <a:solidFill>
                  <a:srgbClr val="000000"/>
                </a:solidFill>
                <a:effectLst/>
                <a:uLnTx/>
                <a:uFillTx/>
                <a:latin typeface="+mn-lt"/>
                <a:ea typeface="+mn-ea"/>
                <a:cs typeface="+mn-cs"/>
              </a:rPr>
              <a:t>expressed</a:t>
            </a:r>
            <a:r>
              <a:rPr kumimoji="0" lang="da-DK" sz="1800" b="0" i="0" u="none" strike="noStrike" kern="1200" cap="none" spc="0" normalizeH="0" baseline="0" noProof="0" dirty="0">
                <a:ln>
                  <a:noFill/>
                </a:ln>
                <a:solidFill>
                  <a:srgbClr val="000000"/>
                </a:solidFill>
                <a:effectLst/>
                <a:uLnTx/>
                <a:uFillTx/>
                <a:latin typeface="+mn-lt"/>
                <a:ea typeface="+mn-ea"/>
                <a:cs typeface="+mn-cs"/>
              </a:rPr>
              <a:t> in Meter Water Column [m] </a:t>
            </a:r>
            <a:r>
              <a:rPr kumimoji="0" lang="da-DK" sz="1800" b="0" i="0" u="none" strike="noStrike" kern="1200" cap="none" spc="0" normalizeH="0" baseline="0" noProof="0" dirty="0" err="1">
                <a:ln>
                  <a:noFill/>
                </a:ln>
                <a:solidFill>
                  <a:sysClr val="windowText" lastClr="000000"/>
                </a:solidFill>
                <a:effectLst/>
                <a:uLnTx/>
                <a:uFillTx/>
                <a:latin typeface="+mn-lt"/>
                <a:ea typeface="+mn-ea"/>
                <a:cs typeface="+mn-cs"/>
              </a:rPr>
              <a:t>without</a:t>
            </a:r>
            <a:r>
              <a:rPr kumimoji="0" lang="da-DK" sz="1800" b="0" i="0" u="none" strike="noStrike" kern="1200" cap="none" spc="0" normalizeH="0" baseline="0" noProof="0" dirty="0">
                <a:ln>
                  <a:noFill/>
                </a:ln>
                <a:solidFill>
                  <a:sysClr val="windowText" lastClr="000000"/>
                </a:solidFill>
                <a:effectLst/>
                <a:uLnTx/>
                <a:uFillTx/>
                <a:latin typeface="+mn-lt"/>
                <a:ea typeface="+mn-ea"/>
                <a:cs typeface="+mn-cs"/>
              </a:rPr>
              <a:t> ambient 			</a:t>
            </a:r>
            <a:r>
              <a:rPr kumimoji="0" lang="da-DK" sz="1800" b="0" i="0" u="none" strike="noStrike" kern="1200" cap="none" spc="0" normalizeH="0" baseline="0" noProof="0" dirty="0" err="1">
                <a:ln>
                  <a:noFill/>
                </a:ln>
                <a:solidFill>
                  <a:sysClr val="windowText" lastClr="000000"/>
                </a:solidFill>
                <a:effectLst/>
                <a:uLnTx/>
                <a:uFillTx/>
                <a:latin typeface="+mn-lt"/>
                <a:ea typeface="+mn-ea"/>
                <a:cs typeface="+mn-cs"/>
              </a:rPr>
              <a:t>pressure</a:t>
            </a:r>
            <a:r>
              <a:rPr kumimoji="0" lang="da-DK" sz="1800" b="0" i="0" u="none" strike="noStrike" kern="1200" cap="none" spc="0" normalizeH="0" baseline="0" noProof="0" dirty="0">
                <a:ln>
                  <a:noFill/>
                </a:ln>
                <a:solidFill>
                  <a:sysClr val="windowText" lastClr="000000"/>
                </a:solidFill>
                <a:effectLst/>
                <a:uLnTx/>
                <a:uFillTx/>
                <a:latin typeface="+mn-lt"/>
                <a:ea typeface="+mn-ea"/>
                <a:cs typeface="+mn-cs"/>
              </a:rPr>
              <a:t> </a:t>
            </a:r>
            <a:r>
              <a:rPr kumimoji="0" lang="da-DK" sz="1800" b="0" i="0" u="none" strike="noStrike" kern="1200" cap="none" spc="0" normalizeH="0" baseline="0" noProof="0" dirty="0">
                <a:ln>
                  <a:noFill/>
                </a:ln>
                <a:solidFill>
                  <a:srgbClr val="000000"/>
                </a:solidFill>
                <a:effectLst/>
                <a:uLnTx/>
                <a:uFillTx/>
                <a:latin typeface="+mn-lt"/>
                <a:ea typeface="+mn-ea"/>
                <a:cs typeface="+mn-cs"/>
              </a:rPr>
              <a:t>	= ”</a:t>
            </a:r>
            <a:r>
              <a:rPr kumimoji="0" lang="da-DK" sz="1800" b="0" i="0" u="none" strike="noStrike" kern="1200" cap="none" spc="0" normalizeH="0" baseline="0" noProof="0" dirty="0" err="1">
                <a:ln>
                  <a:noFill/>
                </a:ln>
                <a:solidFill>
                  <a:srgbClr val="000000"/>
                </a:solidFill>
                <a:effectLst/>
                <a:uLnTx/>
                <a:uFillTx/>
                <a:latin typeface="+mn-lt"/>
                <a:ea typeface="+mn-ea"/>
                <a:cs typeface="+mn-cs"/>
              </a:rPr>
              <a:t>Specific</a:t>
            </a:r>
            <a:r>
              <a:rPr kumimoji="0" lang="da-DK" sz="1800" b="0" i="0" u="none" strike="noStrike" kern="1200" cap="none" spc="0" normalizeH="0" baseline="0" noProof="0" dirty="0">
                <a:ln>
                  <a:noFill/>
                </a:ln>
                <a:solidFill>
                  <a:srgbClr val="000000"/>
                </a:solidFill>
                <a:effectLst/>
                <a:uLnTx/>
                <a:uFillTx/>
                <a:latin typeface="+mn-lt"/>
                <a:ea typeface="+mn-ea"/>
                <a:cs typeface="+mn-cs"/>
              </a:rPr>
              <a:t> Energy </a:t>
            </a:r>
            <a:r>
              <a:rPr kumimoji="0" lang="da-DK" sz="1800" b="1" i="0" u="none" strike="noStrike" kern="1200" cap="none" spc="0" normalizeH="0" baseline="0" noProof="0" dirty="0">
                <a:ln>
                  <a:noFill/>
                </a:ln>
                <a:solidFill>
                  <a:srgbClr val="000000"/>
                </a:solidFill>
                <a:effectLst/>
                <a:uLnTx/>
                <a:uFillTx/>
                <a:latin typeface="+mn-lt"/>
                <a:ea typeface="+mn-ea"/>
                <a:cs typeface="+mn-cs"/>
              </a:rPr>
              <a:t>Head</a:t>
            </a:r>
            <a:r>
              <a:rPr kumimoji="0" lang="da-DK" sz="1800" b="0" i="0" u="none" strike="noStrike" kern="1200" cap="none" spc="0" normalizeH="0" baseline="0" noProof="0" dirty="0">
                <a:ln>
                  <a:noFill/>
                </a:ln>
                <a:solidFill>
                  <a:srgbClr val="000000"/>
                </a:solidFill>
                <a:effectLst/>
                <a:uLnTx/>
                <a:uFillTx/>
                <a:latin typeface="+mn-lt"/>
                <a:ea typeface="+mn-ea"/>
                <a:cs typeface="+mn-cs"/>
              </a:rPr>
              <a:t> Difference [m]”</a:t>
            </a:r>
          </a:p>
          <a:p>
            <a:pPr marL="0" marR="0" lvl="0" indent="0" algn="l" defTabSz="941388" rtl="0" eaLnBrk="1" fontAlgn="auto" latinLnBrk="0" hangingPunct="1">
              <a:lnSpc>
                <a:spcPct val="100000"/>
              </a:lnSpc>
              <a:spcBef>
                <a:spcPts val="0"/>
              </a:spcBef>
              <a:spcAft>
                <a:spcPts val="0"/>
              </a:spcAft>
              <a:buClrTx/>
              <a:buSzTx/>
              <a:buFont typeface="Arial" pitchFamily="34" charset="0"/>
              <a:buNone/>
              <a:tabLst/>
              <a:defRPr/>
            </a:pPr>
            <a:endParaRPr kumimoji="0" lang="da-DK" sz="1800" b="0" i="0" u="none" strike="noStrike" kern="1200" cap="none" spc="0" normalizeH="0" baseline="0" noProof="0" dirty="0">
              <a:ln>
                <a:noFill/>
              </a:ln>
              <a:solidFill>
                <a:srgbClr val="000000"/>
              </a:solidFill>
              <a:effectLst/>
              <a:uLnTx/>
              <a:uFillTx/>
              <a:latin typeface="+mn-lt"/>
              <a:ea typeface="+mn-ea"/>
              <a:cs typeface="+mn-cs"/>
            </a:endParaRPr>
          </a:p>
        </p:txBody>
      </p:sp>
      <p:sp>
        <p:nvSpPr>
          <p:cNvPr id="38" name="TextBox 37">
            <a:extLst>
              <a:ext uri="{FF2B5EF4-FFF2-40B4-BE49-F238E27FC236}">
                <a16:creationId xmlns:a16="http://schemas.microsoft.com/office/drawing/2014/main" id="{D79C0005-4C85-FE0A-61B1-5A396E618D3B}"/>
              </a:ext>
            </a:extLst>
          </p:cNvPr>
          <p:cNvSpPr txBox="1"/>
          <p:nvPr/>
        </p:nvSpPr>
        <p:spPr>
          <a:xfrm>
            <a:off x="2963918" y="4509770"/>
            <a:ext cx="486383" cy="369332"/>
          </a:xfrm>
          <a:prstGeom prst="rect">
            <a:avLst/>
          </a:prstGeom>
          <a:noFill/>
        </p:spPr>
        <p:txBody>
          <a:bodyPr wrap="square" rtlCol="0">
            <a:spAutoFit/>
          </a:bodyPr>
          <a:lstStyle/>
          <a:p>
            <a:pPr defTabSz="914400"/>
            <a:r>
              <a:rPr lang="da-DK" sz="1800" dirty="0">
                <a:solidFill>
                  <a:prstClr val="black"/>
                </a:solidFill>
                <a:latin typeface="Calibri"/>
              </a:rPr>
              <a:t>h1</a:t>
            </a:r>
          </a:p>
        </p:txBody>
      </p:sp>
      <p:sp>
        <p:nvSpPr>
          <p:cNvPr id="39" name="TextBox 38">
            <a:extLst>
              <a:ext uri="{FF2B5EF4-FFF2-40B4-BE49-F238E27FC236}">
                <a16:creationId xmlns:a16="http://schemas.microsoft.com/office/drawing/2014/main" id="{8119ABB3-AB22-6E32-0CAF-8C537AC946A7}"/>
              </a:ext>
            </a:extLst>
          </p:cNvPr>
          <p:cNvSpPr txBox="1"/>
          <p:nvPr/>
        </p:nvSpPr>
        <p:spPr>
          <a:xfrm>
            <a:off x="7083568" y="3998520"/>
            <a:ext cx="486383" cy="369332"/>
          </a:xfrm>
          <a:prstGeom prst="rect">
            <a:avLst/>
          </a:prstGeom>
          <a:noFill/>
        </p:spPr>
        <p:txBody>
          <a:bodyPr wrap="square" rtlCol="0">
            <a:spAutoFit/>
          </a:bodyPr>
          <a:lstStyle/>
          <a:p>
            <a:pPr defTabSz="914400"/>
            <a:r>
              <a:rPr lang="da-DK" sz="1800" dirty="0">
                <a:solidFill>
                  <a:prstClr val="black"/>
                </a:solidFill>
                <a:latin typeface="Calibri"/>
              </a:rPr>
              <a:t>h2</a:t>
            </a:r>
          </a:p>
        </p:txBody>
      </p:sp>
      <p:cxnSp>
        <p:nvCxnSpPr>
          <p:cNvPr id="40" name="Straight Connector 39">
            <a:extLst>
              <a:ext uri="{FF2B5EF4-FFF2-40B4-BE49-F238E27FC236}">
                <a16:creationId xmlns:a16="http://schemas.microsoft.com/office/drawing/2014/main" id="{2D35B776-E606-75B9-0C5E-6DEEF790013E}"/>
              </a:ext>
            </a:extLst>
          </p:cNvPr>
          <p:cNvCxnSpPr>
            <a:cxnSpLocks/>
          </p:cNvCxnSpPr>
          <p:nvPr/>
        </p:nvCxnSpPr>
        <p:spPr>
          <a:xfrm flipH="1">
            <a:off x="4441371" y="4524405"/>
            <a:ext cx="218178" cy="638813"/>
          </a:xfrm>
          <a:prstGeom prst="line">
            <a:avLst/>
          </a:prstGeom>
          <a:noFill/>
          <a:ln w="9525" cap="flat" cmpd="sng" algn="ctr">
            <a:solidFill>
              <a:srgbClr val="6D7275">
                <a:shade val="95000"/>
                <a:satMod val="105000"/>
              </a:srgbClr>
            </a:solidFill>
            <a:prstDash val="solid"/>
          </a:ln>
          <a:effectLst/>
        </p:spPr>
      </p:cxnSp>
      <p:sp>
        <p:nvSpPr>
          <p:cNvPr id="41" name="TextBox 40">
            <a:extLst>
              <a:ext uri="{FF2B5EF4-FFF2-40B4-BE49-F238E27FC236}">
                <a16:creationId xmlns:a16="http://schemas.microsoft.com/office/drawing/2014/main" id="{E580A81D-7276-488F-B585-00A4B5C0B52F}"/>
              </a:ext>
            </a:extLst>
          </p:cNvPr>
          <p:cNvSpPr txBox="1"/>
          <p:nvPr/>
        </p:nvSpPr>
        <p:spPr>
          <a:xfrm>
            <a:off x="2217908" y="5169750"/>
            <a:ext cx="6848272" cy="923330"/>
          </a:xfrm>
          <a:prstGeom prst="rect">
            <a:avLst/>
          </a:prstGeom>
          <a:noFill/>
        </p:spPr>
        <p:txBody>
          <a:bodyPr wrap="square" rtlCol="0">
            <a:spAutoFit/>
          </a:bodyPr>
          <a:lstStyle/>
          <a:p>
            <a:pPr defTabSz="914400"/>
            <a:r>
              <a:rPr lang="da-DK" sz="1800" dirty="0" err="1">
                <a:solidFill>
                  <a:prstClr val="black"/>
                </a:solidFill>
              </a:rPr>
              <a:t>There</a:t>
            </a:r>
            <a:r>
              <a:rPr lang="da-DK" sz="1800" dirty="0">
                <a:solidFill>
                  <a:prstClr val="black"/>
                </a:solidFill>
              </a:rPr>
              <a:t> is </a:t>
            </a:r>
            <a:r>
              <a:rPr lang="da-DK" sz="1800" dirty="0" err="1">
                <a:solidFill>
                  <a:prstClr val="black"/>
                </a:solidFill>
              </a:rPr>
              <a:t>something</a:t>
            </a:r>
            <a:r>
              <a:rPr lang="da-DK" sz="1800" dirty="0">
                <a:solidFill>
                  <a:prstClr val="black"/>
                </a:solidFill>
              </a:rPr>
              <a:t> in </a:t>
            </a:r>
            <a:r>
              <a:rPr lang="da-DK" sz="1800" dirty="0" err="1">
                <a:solidFill>
                  <a:prstClr val="black"/>
                </a:solidFill>
              </a:rPr>
              <a:t>between</a:t>
            </a:r>
            <a:r>
              <a:rPr lang="da-DK" sz="1800" dirty="0">
                <a:solidFill>
                  <a:prstClr val="black"/>
                </a:solidFill>
              </a:rPr>
              <a:t> 1 and 2:</a:t>
            </a:r>
          </a:p>
          <a:p>
            <a:pPr defTabSz="914400"/>
            <a:r>
              <a:rPr lang="da-DK" sz="1800" dirty="0">
                <a:solidFill>
                  <a:prstClr val="black"/>
                </a:solidFill>
              </a:rPr>
              <a:t>It </a:t>
            </a:r>
            <a:r>
              <a:rPr lang="da-DK" sz="1800" dirty="0" err="1">
                <a:solidFill>
                  <a:prstClr val="black"/>
                </a:solidFill>
              </a:rPr>
              <a:t>can</a:t>
            </a:r>
            <a:r>
              <a:rPr lang="da-DK" sz="1800" dirty="0">
                <a:solidFill>
                  <a:prstClr val="black"/>
                </a:solidFill>
              </a:rPr>
              <a:t> </a:t>
            </a:r>
            <a:r>
              <a:rPr lang="da-DK" sz="1800" dirty="0" err="1">
                <a:solidFill>
                  <a:prstClr val="black"/>
                </a:solidFill>
              </a:rPr>
              <a:t>be</a:t>
            </a:r>
            <a:r>
              <a:rPr lang="da-DK" sz="1800" dirty="0">
                <a:solidFill>
                  <a:prstClr val="black"/>
                </a:solidFill>
              </a:rPr>
              <a:t> a pump</a:t>
            </a:r>
          </a:p>
          <a:p>
            <a:pPr defTabSz="914400"/>
            <a:r>
              <a:rPr lang="da-DK" sz="1800" dirty="0">
                <a:solidFill>
                  <a:prstClr val="black"/>
                </a:solidFill>
              </a:rPr>
              <a:t>It </a:t>
            </a:r>
            <a:r>
              <a:rPr lang="da-DK" sz="1800" dirty="0" err="1">
                <a:solidFill>
                  <a:prstClr val="black"/>
                </a:solidFill>
              </a:rPr>
              <a:t>can</a:t>
            </a:r>
            <a:r>
              <a:rPr lang="da-DK" sz="1800" dirty="0">
                <a:solidFill>
                  <a:prstClr val="black"/>
                </a:solidFill>
              </a:rPr>
              <a:t> </a:t>
            </a:r>
            <a:r>
              <a:rPr lang="da-DK" sz="1800" dirty="0" err="1">
                <a:solidFill>
                  <a:prstClr val="black"/>
                </a:solidFill>
              </a:rPr>
              <a:t>be</a:t>
            </a:r>
            <a:r>
              <a:rPr lang="da-DK" sz="1800" dirty="0">
                <a:solidFill>
                  <a:prstClr val="black"/>
                </a:solidFill>
              </a:rPr>
              <a:t> a long </a:t>
            </a:r>
            <a:r>
              <a:rPr lang="da-DK" sz="1800" dirty="0" err="1">
                <a:solidFill>
                  <a:prstClr val="black"/>
                </a:solidFill>
              </a:rPr>
              <a:t>pipe</a:t>
            </a:r>
            <a:r>
              <a:rPr lang="da-DK" sz="1800" dirty="0">
                <a:solidFill>
                  <a:prstClr val="black"/>
                </a:solidFill>
              </a:rPr>
              <a:t> </a:t>
            </a:r>
            <a:r>
              <a:rPr lang="da-DK" sz="1800" dirty="0" err="1">
                <a:solidFill>
                  <a:prstClr val="black"/>
                </a:solidFill>
              </a:rPr>
              <a:t>that</a:t>
            </a:r>
            <a:r>
              <a:rPr lang="da-DK" sz="1800" dirty="0">
                <a:solidFill>
                  <a:prstClr val="black"/>
                </a:solidFill>
              </a:rPr>
              <a:t> starts </a:t>
            </a:r>
            <a:r>
              <a:rPr lang="da-DK" sz="1800" dirty="0" err="1">
                <a:solidFill>
                  <a:prstClr val="black"/>
                </a:solidFill>
              </a:rPr>
              <a:t>e.g</a:t>
            </a:r>
            <a:r>
              <a:rPr lang="da-DK" sz="1800" dirty="0">
                <a:solidFill>
                  <a:prstClr val="black"/>
                </a:solidFill>
              </a:rPr>
              <a:t>. at El. 30m and </a:t>
            </a:r>
            <a:r>
              <a:rPr lang="da-DK" sz="1800" dirty="0" err="1">
                <a:solidFill>
                  <a:prstClr val="black"/>
                </a:solidFill>
              </a:rPr>
              <a:t>ends</a:t>
            </a:r>
            <a:r>
              <a:rPr lang="da-DK" sz="1800" dirty="0">
                <a:solidFill>
                  <a:prstClr val="black"/>
                </a:solidFill>
              </a:rPr>
              <a:t> at El. 94m. </a:t>
            </a:r>
          </a:p>
        </p:txBody>
      </p:sp>
      <p:sp>
        <p:nvSpPr>
          <p:cNvPr id="42" name="TextBox 41">
            <a:extLst>
              <a:ext uri="{FF2B5EF4-FFF2-40B4-BE49-F238E27FC236}">
                <a16:creationId xmlns:a16="http://schemas.microsoft.com/office/drawing/2014/main" id="{FD2D3960-5BDD-782D-1F75-840D36009B17}"/>
              </a:ext>
            </a:extLst>
          </p:cNvPr>
          <p:cNvSpPr txBox="1"/>
          <p:nvPr/>
        </p:nvSpPr>
        <p:spPr>
          <a:xfrm>
            <a:off x="9419617" y="4302550"/>
            <a:ext cx="2487680" cy="646331"/>
          </a:xfrm>
          <a:prstGeom prst="rect">
            <a:avLst/>
          </a:prstGeom>
          <a:noFill/>
        </p:spPr>
        <p:txBody>
          <a:bodyPr wrap="square" rtlCol="0">
            <a:spAutoFit/>
          </a:bodyPr>
          <a:lstStyle/>
          <a:p>
            <a:pPr defTabSz="914400"/>
            <a:r>
              <a:rPr lang="da-DK" sz="1800" dirty="0" err="1">
                <a:solidFill>
                  <a:prstClr val="black"/>
                </a:solidFill>
              </a:rPr>
              <a:t>Remark</a:t>
            </a:r>
            <a:r>
              <a:rPr lang="da-DK" sz="1800" dirty="0">
                <a:solidFill>
                  <a:prstClr val="black"/>
                </a:solidFill>
              </a:rPr>
              <a:t>: </a:t>
            </a:r>
            <a:r>
              <a:rPr lang="da-DK" sz="1800" dirty="0" err="1">
                <a:solidFill>
                  <a:prstClr val="black"/>
                </a:solidFill>
              </a:rPr>
              <a:t>Spefic</a:t>
            </a:r>
            <a:r>
              <a:rPr lang="da-DK" sz="1800" dirty="0">
                <a:solidFill>
                  <a:prstClr val="black"/>
                </a:solidFill>
              </a:rPr>
              <a:t> Energy is the Energy for 1 kg</a:t>
            </a:r>
          </a:p>
        </p:txBody>
      </p:sp>
      <p:grpSp>
        <p:nvGrpSpPr>
          <p:cNvPr id="43" name="Group 42">
            <a:extLst>
              <a:ext uri="{FF2B5EF4-FFF2-40B4-BE49-F238E27FC236}">
                <a16:creationId xmlns:a16="http://schemas.microsoft.com/office/drawing/2014/main" id="{4761E168-1313-ACAE-58C7-2EA9498192AD}"/>
              </a:ext>
            </a:extLst>
          </p:cNvPr>
          <p:cNvGrpSpPr/>
          <p:nvPr/>
        </p:nvGrpSpPr>
        <p:grpSpPr>
          <a:xfrm rot="21190406">
            <a:off x="1554819" y="3800746"/>
            <a:ext cx="6614126" cy="1243343"/>
            <a:chOff x="2906966" y="954778"/>
            <a:chExt cx="6614126" cy="1243343"/>
          </a:xfrm>
        </p:grpSpPr>
        <p:sp>
          <p:nvSpPr>
            <p:cNvPr id="44" name="Freeform: Shape 43">
              <a:extLst>
                <a:ext uri="{FF2B5EF4-FFF2-40B4-BE49-F238E27FC236}">
                  <a16:creationId xmlns:a16="http://schemas.microsoft.com/office/drawing/2014/main" id="{864FE142-FE01-E860-EB4C-9EEDE2EE2B89}"/>
                </a:ext>
              </a:extLst>
            </p:cNvPr>
            <p:cNvSpPr/>
            <p:nvPr/>
          </p:nvSpPr>
          <p:spPr>
            <a:xfrm flipH="1">
              <a:off x="2906966" y="1329115"/>
              <a:ext cx="164029" cy="486914"/>
            </a:xfrm>
            <a:custGeom>
              <a:avLst/>
              <a:gdLst>
                <a:gd name="connsiteX0" fmla="*/ 155358 w 276492"/>
                <a:gd name="connsiteY0" fmla="*/ 0 h 474622"/>
                <a:gd name="connsiteX1" fmla="*/ 276128 w 276492"/>
                <a:gd name="connsiteY1" fmla="*/ 198407 h 474622"/>
                <a:gd name="connsiteX2" fmla="*/ 120853 w 276492"/>
                <a:gd name="connsiteY2" fmla="*/ 258792 h 474622"/>
                <a:gd name="connsiteX3" fmla="*/ 83 w 276492"/>
                <a:gd name="connsiteY3" fmla="*/ 336430 h 474622"/>
                <a:gd name="connsiteX4" fmla="*/ 103600 w 276492"/>
                <a:gd name="connsiteY4" fmla="*/ 474453 h 474622"/>
                <a:gd name="connsiteX5" fmla="*/ 207117 w 276492"/>
                <a:gd name="connsiteY5" fmla="*/ 362309 h 474622"/>
                <a:gd name="connsiteX6" fmla="*/ 129479 w 276492"/>
                <a:gd name="connsiteY6" fmla="*/ 250166 h 474622"/>
                <a:gd name="connsiteX0" fmla="*/ 105862 w 226996"/>
                <a:gd name="connsiteY0" fmla="*/ 0 h 474464"/>
                <a:gd name="connsiteX1" fmla="*/ 226632 w 226996"/>
                <a:gd name="connsiteY1" fmla="*/ 198407 h 474464"/>
                <a:gd name="connsiteX2" fmla="*/ 71357 w 226996"/>
                <a:gd name="connsiteY2" fmla="*/ 258792 h 474464"/>
                <a:gd name="connsiteX3" fmla="*/ 189 w 226996"/>
                <a:gd name="connsiteY3" fmla="*/ 355840 h 474464"/>
                <a:gd name="connsiteX4" fmla="*/ 54104 w 226996"/>
                <a:gd name="connsiteY4" fmla="*/ 474453 h 474464"/>
                <a:gd name="connsiteX5" fmla="*/ 157621 w 226996"/>
                <a:gd name="connsiteY5" fmla="*/ 362309 h 474464"/>
                <a:gd name="connsiteX6" fmla="*/ 79983 w 226996"/>
                <a:gd name="connsiteY6" fmla="*/ 250166 h 474464"/>
                <a:gd name="connsiteX0" fmla="*/ 105842 w 226976"/>
                <a:gd name="connsiteY0" fmla="*/ 0 h 474473"/>
                <a:gd name="connsiteX1" fmla="*/ 226612 w 226976"/>
                <a:gd name="connsiteY1" fmla="*/ 198407 h 474473"/>
                <a:gd name="connsiteX2" fmla="*/ 71337 w 226976"/>
                <a:gd name="connsiteY2" fmla="*/ 258792 h 474473"/>
                <a:gd name="connsiteX3" fmla="*/ 169 w 226976"/>
                <a:gd name="connsiteY3" fmla="*/ 355840 h 474473"/>
                <a:gd name="connsiteX4" fmla="*/ 54084 w 226976"/>
                <a:gd name="connsiteY4" fmla="*/ 474453 h 474473"/>
                <a:gd name="connsiteX5" fmla="*/ 133878 w 226976"/>
                <a:gd name="connsiteY5" fmla="*/ 364466 h 474473"/>
                <a:gd name="connsiteX6" fmla="*/ 79963 w 226976"/>
                <a:gd name="connsiteY6" fmla="*/ 250166 h 474473"/>
                <a:gd name="connsiteX0" fmla="*/ 105676 w 226810"/>
                <a:gd name="connsiteY0" fmla="*/ 0 h 476630"/>
                <a:gd name="connsiteX1" fmla="*/ 226446 w 226810"/>
                <a:gd name="connsiteY1" fmla="*/ 198407 h 476630"/>
                <a:gd name="connsiteX2" fmla="*/ 71171 w 226810"/>
                <a:gd name="connsiteY2" fmla="*/ 258792 h 476630"/>
                <a:gd name="connsiteX3" fmla="*/ 3 w 226810"/>
                <a:gd name="connsiteY3" fmla="*/ 355840 h 476630"/>
                <a:gd name="connsiteX4" fmla="*/ 69014 w 226810"/>
                <a:gd name="connsiteY4" fmla="*/ 476610 h 476630"/>
                <a:gd name="connsiteX5" fmla="*/ 133712 w 226810"/>
                <a:gd name="connsiteY5" fmla="*/ 364466 h 476630"/>
                <a:gd name="connsiteX6" fmla="*/ 79797 w 226810"/>
                <a:gd name="connsiteY6" fmla="*/ 250166 h 476630"/>
                <a:gd name="connsiteX0" fmla="*/ 105676 w 192658"/>
                <a:gd name="connsiteY0" fmla="*/ 0 h 476630"/>
                <a:gd name="connsiteX1" fmla="*/ 191940 w 192658"/>
                <a:gd name="connsiteY1" fmla="*/ 118612 h 476630"/>
                <a:gd name="connsiteX2" fmla="*/ 71171 w 192658"/>
                <a:gd name="connsiteY2" fmla="*/ 258792 h 476630"/>
                <a:gd name="connsiteX3" fmla="*/ 3 w 192658"/>
                <a:gd name="connsiteY3" fmla="*/ 355840 h 476630"/>
                <a:gd name="connsiteX4" fmla="*/ 69014 w 192658"/>
                <a:gd name="connsiteY4" fmla="*/ 476610 h 476630"/>
                <a:gd name="connsiteX5" fmla="*/ 133712 w 192658"/>
                <a:gd name="connsiteY5" fmla="*/ 364466 h 476630"/>
                <a:gd name="connsiteX6" fmla="*/ 79797 w 192658"/>
                <a:gd name="connsiteY6" fmla="*/ 250166 h 476630"/>
                <a:gd name="connsiteX0" fmla="*/ 105676 w 166164"/>
                <a:gd name="connsiteY0" fmla="*/ 0 h 476630"/>
                <a:gd name="connsiteX1" fmla="*/ 163904 w 166164"/>
                <a:gd name="connsiteY1" fmla="*/ 131552 h 476630"/>
                <a:gd name="connsiteX2" fmla="*/ 71171 w 166164"/>
                <a:gd name="connsiteY2" fmla="*/ 258792 h 476630"/>
                <a:gd name="connsiteX3" fmla="*/ 3 w 166164"/>
                <a:gd name="connsiteY3" fmla="*/ 355840 h 476630"/>
                <a:gd name="connsiteX4" fmla="*/ 69014 w 166164"/>
                <a:gd name="connsiteY4" fmla="*/ 476610 h 476630"/>
                <a:gd name="connsiteX5" fmla="*/ 133712 w 166164"/>
                <a:gd name="connsiteY5" fmla="*/ 364466 h 476630"/>
                <a:gd name="connsiteX6" fmla="*/ 79797 w 166164"/>
                <a:gd name="connsiteY6" fmla="*/ 250166 h 476630"/>
                <a:gd name="connsiteX0" fmla="*/ 82725 w 164029"/>
                <a:gd name="connsiteY0" fmla="*/ 0 h 486914"/>
                <a:gd name="connsiteX1" fmla="*/ 163904 w 164029"/>
                <a:gd name="connsiteY1" fmla="*/ 141836 h 486914"/>
                <a:gd name="connsiteX2" fmla="*/ 71171 w 164029"/>
                <a:gd name="connsiteY2" fmla="*/ 269076 h 486914"/>
                <a:gd name="connsiteX3" fmla="*/ 3 w 164029"/>
                <a:gd name="connsiteY3" fmla="*/ 366124 h 486914"/>
                <a:gd name="connsiteX4" fmla="*/ 69014 w 164029"/>
                <a:gd name="connsiteY4" fmla="*/ 486894 h 486914"/>
                <a:gd name="connsiteX5" fmla="*/ 133712 w 164029"/>
                <a:gd name="connsiteY5" fmla="*/ 374750 h 486914"/>
                <a:gd name="connsiteX6" fmla="*/ 79797 w 164029"/>
                <a:gd name="connsiteY6" fmla="*/ 260450 h 486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4029" h="486914">
                  <a:moveTo>
                    <a:pt x="82725" y="0"/>
                  </a:moveTo>
                  <a:cubicBezTo>
                    <a:pt x="145985" y="77637"/>
                    <a:pt x="165830" y="96990"/>
                    <a:pt x="163904" y="141836"/>
                  </a:cubicBezTo>
                  <a:cubicBezTo>
                    <a:pt x="161978" y="186682"/>
                    <a:pt x="98488" y="231695"/>
                    <a:pt x="71171" y="269076"/>
                  </a:cubicBezTo>
                  <a:cubicBezTo>
                    <a:pt x="43854" y="306457"/>
                    <a:pt x="363" y="329821"/>
                    <a:pt x="3" y="366124"/>
                  </a:cubicBezTo>
                  <a:cubicBezTo>
                    <a:pt x="-357" y="402427"/>
                    <a:pt x="46729" y="485456"/>
                    <a:pt x="69014" y="486894"/>
                  </a:cubicBezTo>
                  <a:cubicBezTo>
                    <a:pt x="91299" y="488332"/>
                    <a:pt x="131915" y="412491"/>
                    <a:pt x="133712" y="374750"/>
                  </a:cubicBezTo>
                  <a:cubicBezTo>
                    <a:pt x="135509" y="337009"/>
                    <a:pt x="120772" y="297831"/>
                    <a:pt x="79797" y="260450"/>
                  </a:cubicBezTo>
                </a:path>
              </a:pathLst>
            </a:custGeom>
            <a:solidFill>
              <a:srgbClr val="4DBBEB"/>
            </a:solidFill>
            <a:ln w="9525" cap="flat" cmpd="sng" algn="ctr">
              <a:solidFill>
                <a:srgbClr val="163753">
                  <a:shade val="95000"/>
                  <a:satMod val="10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da-DK" sz="1800" b="0" i="0" u="none" strike="noStrike" kern="0" cap="none" spc="0" normalizeH="0" baseline="0" noProof="0" dirty="0">
                <a:ln>
                  <a:noFill/>
                </a:ln>
                <a:solidFill>
                  <a:prstClr val="black"/>
                </a:solidFill>
                <a:effectLst/>
                <a:uLnTx/>
                <a:uFillTx/>
                <a:latin typeface="Calibri"/>
                <a:ea typeface="+mn-ea"/>
                <a:cs typeface="+mn-cs"/>
              </a:endParaRPr>
            </a:p>
          </p:txBody>
        </p:sp>
        <p:cxnSp>
          <p:nvCxnSpPr>
            <p:cNvPr id="45" name="Straight Connector 44">
              <a:extLst>
                <a:ext uri="{FF2B5EF4-FFF2-40B4-BE49-F238E27FC236}">
                  <a16:creationId xmlns:a16="http://schemas.microsoft.com/office/drawing/2014/main" id="{28E86BBE-3006-7490-4712-FC4A3CEC47ED}"/>
                </a:ext>
              </a:extLst>
            </p:cNvPr>
            <p:cNvCxnSpPr>
              <a:cxnSpLocks/>
              <a:stCxn id="44" idx="0"/>
              <a:endCxn id="47" idx="4"/>
            </p:cNvCxnSpPr>
            <p:nvPr/>
          </p:nvCxnSpPr>
          <p:spPr>
            <a:xfrm rot="409594" flipV="1">
              <a:off x="3010597" y="954778"/>
              <a:ext cx="6409524" cy="757956"/>
            </a:xfrm>
            <a:prstGeom prst="line">
              <a:avLst/>
            </a:prstGeom>
            <a:noFill/>
            <a:ln w="9525" cap="flat" cmpd="sng" algn="ctr">
              <a:solidFill>
                <a:srgbClr val="163753">
                  <a:shade val="95000"/>
                  <a:satMod val="105000"/>
                </a:srgbClr>
              </a:solidFill>
              <a:prstDash val="solid"/>
            </a:ln>
            <a:effectLst/>
          </p:spPr>
        </p:cxnSp>
        <p:cxnSp>
          <p:nvCxnSpPr>
            <p:cNvPr id="46" name="Straight Connector 45">
              <a:extLst>
                <a:ext uri="{FF2B5EF4-FFF2-40B4-BE49-F238E27FC236}">
                  <a16:creationId xmlns:a16="http://schemas.microsoft.com/office/drawing/2014/main" id="{C8B53155-A97B-0569-8627-126F84F8BA51}"/>
                </a:ext>
              </a:extLst>
            </p:cNvPr>
            <p:cNvCxnSpPr>
              <a:cxnSpLocks/>
              <a:stCxn id="44" idx="4"/>
              <a:endCxn id="47" idx="0"/>
            </p:cNvCxnSpPr>
            <p:nvPr/>
          </p:nvCxnSpPr>
          <p:spPr>
            <a:xfrm rot="409594" flipV="1">
              <a:off x="3024912" y="1431538"/>
              <a:ext cx="6383645" cy="766583"/>
            </a:xfrm>
            <a:prstGeom prst="line">
              <a:avLst/>
            </a:prstGeom>
            <a:noFill/>
            <a:ln w="9525" cap="flat" cmpd="sng" algn="ctr">
              <a:solidFill>
                <a:srgbClr val="163753">
                  <a:shade val="95000"/>
                  <a:satMod val="105000"/>
                </a:srgbClr>
              </a:solidFill>
              <a:prstDash val="solid"/>
            </a:ln>
            <a:effectLst/>
          </p:spPr>
        </p:cxnSp>
        <p:sp>
          <p:nvSpPr>
            <p:cNvPr id="47" name="Freeform: Shape 46">
              <a:extLst>
                <a:ext uri="{FF2B5EF4-FFF2-40B4-BE49-F238E27FC236}">
                  <a16:creationId xmlns:a16="http://schemas.microsoft.com/office/drawing/2014/main" id="{87A509E1-61AE-C53A-5029-DB613AE04766}"/>
                </a:ext>
              </a:extLst>
            </p:cNvPr>
            <p:cNvSpPr/>
            <p:nvPr/>
          </p:nvSpPr>
          <p:spPr>
            <a:xfrm flipV="1">
              <a:off x="9373270" y="1338376"/>
              <a:ext cx="147822" cy="475272"/>
            </a:xfrm>
            <a:custGeom>
              <a:avLst/>
              <a:gdLst>
                <a:gd name="connsiteX0" fmla="*/ 155358 w 276492"/>
                <a:gd name="connsiteY0" fmla="*/ 0 h 474622"/>
                <a:gd name="connsiteX1" fmla="*/ 276128 w 276492"/>
                <a:gd name="connsiteY1" fmla="*/ 198407 h 474622"/>
                <a:gd name="connsiteX2" fmla="*/ 120853 w 276492"/>
                <a:gd name="connsiteY2" fmla="*/ 258792 h 474622"/>
                <a:gd name="connsiteX3" fmla="*/ 83 w 276492"/>
                <a:gd name="connsiteY3" fmla="*/ 336430 h 474622"/>
                <a:gd name="connsiteX4" fmla="*/ 103600 w 276492"/>
                <a:gd name="connsiteY4" fmla="*/ 474453 h 474622"/>
                <a:gd name="connsiteX5" fmla="*/ 207117 w 276492"/>
                <a:gd name="connsiteY5" fmla="*/ 362309 h 474622"/>
                <a:gd name="connsiteX6" fmla="*/ 129479 w 276492"/>
                <a:gd name="connsiteY6" fmla="*/ 250166 h 474622"/>
                <a:gd name="connsiteX0" fmla="*/ 105862 w 226996"/>
                <a:gd name="connsiteY0" fmla="*/ 0 h 474464"/>
                <a:gd name="connsiteX1" fmla="*/ 226632 w 226996"/>
                <a:gd name="connsiteY1" fmla="*/ 198407 h 474464"/>
                <a:gd name="connsiteX2" fmla="*/ 71357 w 226996"/>
                <a:gd name="connsiteY2" fmla="*/ 258792 h 474464"/>
                <a:gd name="connsiteX3" fmla="*/ 189 w 226996"/>
                <a:gd name="connsiteY3" fmla="*/ 355840 h 474464"/>
                <a:gd name="connsiteX4" fmla="*/ 54104 w 226996"/>
                <a:gd name="connsiteY4" fmla="*/ 474453 h 474464"/>
                <a:gd name="connsiteX5" fmla="*/ 157621 w 226996"/>
                <a:gd name="connsiteY5" fmla="*/ 362309 h 474464"/>
                <a:gd name="connsiteX6" fmla="*/ 79983 w 226996"/>
                <a:gd name="connsiteY6" fmla="*/ 250166 h 474464"/>
                <a:gd name="connsiteX0" fmla="*/ 105842 w 226976"/>
                <a:gd name="connsiteY0" fmla="*/ 0 h 474473"/>
                <a:gd name="connsiteX1" fmla="*/ 226612 w 226976"/>
                <a:gd name="connsiteY1" fmla="*/ 198407 h 474473"/>
                <a:gd name="connsiteX2" fmla="*/ 71337 w 226976"/>
                <a:gd name="connsiteY2" fmla="*/ 258792 h 474473"/>
                <a:gd name="connsiteX3" fmla="*/ 169 w 226976"/>
                <a:gd name="connsiteY3" fmla="*/ 355840 h 474473"/>
                <a:gd name="connsiteX4" fmla="*/ 54084 w 226976"/>
                <a:gd name="connsiteY4" fmla="*/ 474453 h 474473"/>
                <a:gd name="connsiteX5" fmla="*/ 133878 w 226976"/>
                <a:gd name="connsiteY5" fmla="*/ 364466 h 474473"/>
                <a:gd name="connsiteX6" fmla="*/ 79963 w 226976"/>
                <a:gd name="connsiteY6" fmla="*/ 250166 h 474473"/>
                <a:gd name="connsiteX0" fmla="*/ 105676 w 226810"/>
                <a:gd name="connsiteY0" fmla="*/ 0 h 476630"/>
                <a:gd name="connsiteX1" fmla="*/ 226446 w 226810"/>
                <a:gd name="connsiteY1" fmla="*/ 198407 h 476630"/>
                <a:gd name="connsiteX2" fmla="*/ 71171 w 226810"/>
                <a:gd name="connsiteY2" fmla="*/ 258792 h 476630"/>
                <a:gd name="connsiteX3" fmla="*/ 3 w 226810"/>
                <a:gd name="connsiteY3" fmla="*/ 355840 h 476630"/>
                <a:gd name="connsiteX4" fmla="*/ 69014 w 226810"/>
                <a:gd name="connsiteY4" fmla="*/ 476610 h 476630"/>
                <a:gd name="connsiteX5" fmla="*/ 133712 w 226810"/>
                <a:gd name="connsiteY5" fmla="*/ 364466 h 476630"/>
                <a:gd name="connsiteX6" fmla="*/ 79797 w 226810"/>
                <a:gd name="connsiteY6" fmla="*/ 250166 h 476630"/>
                <a:gd name="connsiteX0" fmla="*/ 105676 w 192658"/>
                <a:gd name="connsiteY0" fmla="*/ 0 h 476630"/>
                <a:gd name="connsiteX1" fmla="*/ 191940 w 192658"/>
                <a:gd name="connsiteY1" fmla="*/ 118612 h 476630"/>
                <a:gd name="connsiteX2" fmla="*/ 71171 w 192658"/>
                <a:gd name="connsiteY2" fmla="*/ 258792 h 476630"/>
                <a:gd name="connsiteX3" fmla="*/ 3 w 192658"/>
                <a:gd name="connsiteY3" fmla="*/ 355840 h 476630"/>
                <a:gd name="connsiteX4" fmla="*/ 69014 w 192658"/>
                <a:gd name="connsiteY4" fmla="*/ 476610 h 476630"/>
                <a:gd name="connsiteX5" fmla="*/ 133712 w 192658"/>
                <a:gd name="connsiteY5" fmla="*/ 364466 h 476630"/>
                <a:gd name="connsiteX6" fmla="*/ 79797 w 192658"/>
                <a:gd name="connsiteY6" fmla="*/ 250166 h 476630"/>
                <a:gd name="connsiteX0" fmla="*/ 105676 w 166164"/>
                <a:gd name="connsiteY0" fmla="*/ 0 h 476630"/>
                <a:gd name="connsiteX1" fmla="*/ 163904 w 166164"/>
                <a:gd name="connsiteY1" fmla="*/ 131552 h 476630"/>
                <a:gd name="connsiteX2" fmla="*/ 71171 w 166164"/>
                <a:gd name="connsiteY2" fmla="*/ 258792 h 476630"/>
                <a:gd name="connsiteX3" fmla="*/ 3 w 166164"/>
                <a:gd name="connsiteY3" fmla="*/ 355840 h 476630"/>
                <a:gd name="connsiteX4" fmla="*/ 69014 w 166164"/>
                <a:gd name="connsiteY4" fmla="*/ 476610 h 476630"/>
                <a:gd name="connsiteX5" fmla="*/ 133712 w 166164"/>
                <a:gd name="connsiteY5" fmla="*/ 364466 h 476630"/>
                <a:gd name="connsiteX6" fmla="*/ 79797 w 166164"/>
                <a:gd name="connsiteY6" fmla="*/ 250166 h 476630"/>
                <a:gd name="connsiteX0" fmla="*/ 58054 w 163955"/>
                <a:gd name="connsiteY0" fmla="*/ 0 h 475272"/>
                <a:gd name="connsiteX1" fmla="*/ 163904 w 163955"/>
                <a:gd name="connsiteY1" fmla="*/ 130194 h 475272"/>
                <a:gd name="connsiteX2" fmla="*/ 71171 w 163955"/>
                <a:gd name="connsiteY2" fmla="*/ 257434 h 475272"/>
                <a:gd name="connsiteX3" fmla="*/ 3 w 163955"/>
                <a:gd name="connsiteY3" fmla="*/ 354482 h 475272"/>
                <a:gd name="connsiteX4" fmla="*/ 69014 w 163955"/>
                <a:gd name="connsiteY4" fmla="*/ 475252 h 475272"/>
                <a:gd name="connsiteX5" fmla="*/ 133712 w 163955"/>
                <a:gd name="connsiteY5" fmla="*/ 363108 h 475272"/>
                <a:gd name="connsiteX6" fmla="*/ 79797 w 163955"/>
                <a:gd name="connsiteY6" fmla="*/ 248808 h 475272"/>
                <a:gd name="connsiteX0" fmla="*/ 58054 w 163955"/>
                <a:gd name="connsiteY0" fmla="*/ 0 h 475272"/>
                <a:gd name="connsiteX1" fmla="*/ 163904 w 163955"/>
                <a:gd name="connsiteY1" fmla="*/ 130194 h 475272"/>
                <a:gd name="connsiteX2" fmla="*/ 71171 w 163955"/>
                <a:gd name="connsiteY2" fmla="*/ 257434 h 475272"/>
                <a:gd name="connsiteX3" fmla="*/ 3 w 163955"/>
                <a:gd name="connsiteY3" fmla="*/ 354482 h 475272"/>
                <a:gd name="connsiteX4" fmla="*/ 69014 w 163955"/>
                <a:gd name="connsiteY4" fmla="*/ 475252 h 475272"/>
                <a:gd name="connsiteX5" fmla="*/ 133712 w 163955"/>
                <a:gd name="connsiteY5" fmla="*/ 363108 h 475272"/>
                <a:gd name="connsiteX6" fmla="*/ 54101 w 163955"/>
                <a:gd name="connsiteY6" fmla="*/ 251884 h 475272"/>
                <a:gd name="connsiteX0" fmla="*/ 58054 w 163955"/>
                <a:gd name="connsiteY0" fmla="*/ 0 h 475272"/>
                <a:gd name="connsiteX1" fmla="*/ 163904 w 163955"/>
                <a:gd name="connsiteY1" fmla="*/ 130194 h 475272"/>
                <a:gd name="connsiteX2" fmla="*/ 71171 w 163955"/>
                <a:gd name="connsiteY2" fmla="*/ 257434 h 475272"/>
                <a:gd name="connsiteX3" fmla="*/ 3 w 163955"/>
                <a:gd name="connsiteY3" fmla="*/ 354482 h 475272"/>
                <a:gd name="connsiteX4" fmla="*/ 69014 w 163955"/>
                <a:gd name="connsiteY4" fmla="*/ 475252 h 475272"/>
                <a:gd name="connsiteX5" fmla="*/ 133712 w 163955"/>
                <a:gd name="connsiteY5" fmla="*/ 363108 h 475272"/>
                <a:gd name="connsiteX6" fmla="*/ 70371 w 163955"/>
                <a:gd name="connsiteY6" fmla="*/ 260797 h 475272"/>
                <a:gd name="connsiteX0" fmla="*/ 58054 w 163955"/>
                <a:gd name="connsiteY0" fmla="*/ 0 h 475272"/>
                <a:gd name="connsiteX1" fmla="*/ 163904 w 163955"/>
                <a:gd name="connsiteY1" fmla="*/ 130194 h 475272"/>
                <a:gd name="connsiteX2" fmla="*/ 71171 w 163955"/>
                <a:gd name="connsiteY2" fmla="*/ 257434 h 475272"/>
                <a:gd name="connsiteX3" fmla="*/ 3 w 163955"/>
                <a:gd name="connsiteY3" fmla="*/ 354482 h 475272"/>
                <a:gd name="connsiteX4" fmla="*/ 69014 w 163955"/>
                <a:gd name="connsiteY4" fmla="*/ 475252 h 475272"/>
                <a:gd name="connsiteX5" fmla="*/ 133712 w 163955"/>
                <a:gd name="connsiteY5" fmla="*/ 363108 h 475272"/>
                <a:gd name="connsiteX6" fmla="*/ 62062 w 163955"/>
                <a:gd name="connsiteY6" fmla="*/ 263964 h 475272"/>
                <a:gd name="connsiteX0" fmla="*/ 58054 w 163955"/>
                <a:gd name="connsiteY0" fmla="*/ 0 h 475272"/>
                <a:gd name="connsiteX1" fmla="*/ 163904 w 163955"/>
                <a:gd name="connsiteY1" fmla="*/ 130194 h 475272"/>
                <a:gd name="connsiteX2" fmla="*/ 71171 w 163955"/>
                <a:gd name="connsiteY2" fmla="*/ 257434 h 475272"/>
                <a:gd name="connsiteX3" fmla="*/ 3 w 163955"/>
                <a:gd name="connsiteY3" fmla="*/ 354482 h 475272"/>
                <a:gd name="connsiteX4" fmla="*/ 69014 w 163955"/>
                <a:gd name="connsiteY4" fmla="*/ 475252 h 475272"/>
                <a:gd name="connsiteX5" fmla="*/ 133712 w 163955"/>
                <a:gd name="connsiteY5" fmla="*/ 363108 h 475272"/>
                <a:gd name="connsiteX6" fmla="*/ 54960 w 163955"/>
                <a:gd name="connsiteY6" fmla="*/ 240922 h 475272"/>
                <a:gd name="connsiteX0" fmla="*/ 58232 w 164095"/>
                <a:gd name="connsiteY0" fmla="*/ 0 h 475272"/>
                <a:gd name="connsiteX1" fmla="*/ 164082 w 164095"/>
                <a:gd name="connsiteY1" fmla="*/ 130194 h 475272"/>
                <a:gd name="connsiteX2" fmla="*/ 52936 w 164095"/>
                <a:gd name="connsiteY2" fmla="*/ 248779 h 475272"/>
                <a:gd name="connsiteX3" fmla="*/ 181 w 164095"/>
                <a:gd name="connsiteY3" fmla="*/ 354482 h 475272"/>
                <a:gd name="connsiteX4" fmla="*/ 69192 w 164095"/>
                <a:gd name="connsiteY4" fmla="*/ 475252 h 475272"/>
                <a:gd name="connsiteX5" fmla="*/ 133890 w 164095"/>
                <a:gd name="connsiteY5" fmla="*/ 363108 h 475272"/>
                <a:gd name="connsiteX6" fmla="*/ 55138 w 164095"/>
                <a:gd name="connsiteY6" fmla="*/ 240922 h 475272"/>
                <a:gd name="connsiteX0" fmla="*/ 58218 w 147816"/>
                <a:gd name="connsiteY0" fmla="*/ 0 h 475272"/>
                <a:gd name="connsiteX1" fmla="*/ 147796 w 147816"/>
                <a:gd name="connsiteY1" fmla="*/ 121282 h 475272"/>
                <a:gd name="connsiteX2" fmla="*/ 52922 w 147816"/>
                <a:gd name="connsiteY2" fmla="*/ 248779 h 475272"/>
                <a:gd name="connsiteX3" fmla="*/ 167 w 147816"/>
                <a:gd name="connsiteY3" fmla="*/ 354482 h 475272"/>
                <a:gd name="connsiteX4" fmla="*/ 69178 w 147816"/>
                <a:gd name="connsiteY4" fmla="*/ 475252 h 475272"/>
                <a:gd name="connsiteX5" fmla="*/ 133876 w 147816"/>
                <a:gd name="connsiteY5" fmla="*/ 363108 h 475272"/>
                <a:gd name="connsiteX6" fmla="*/ 55124 w 147816"/>
                <a:gd name="connsiteY6" fmla="*/ 240922 h 475272"/>
                <a:gd name="connsiteX0" fmla="*/ 58218 w 147822"/>
                <a:gd name="connsiteY0" fmla="*/ 0 h 475272"/>
                <a:gd name="connsiteX1" fmla="*/ 147796 w 147822"/>
                <a:gd name="connsiteY1" fmla="*/ 121282 h 475272"/>
                <a:gd name="connsiteX2" fmla="*/ 52922 w 147822"/>
                <a:gd name="connsiteY2" fmla="*/ 248779 h 475272"/>
                <a:gd name="connsiteX3" fmla="*/ 167 w 147822"/>
                <a:gd name="connsiteY3" fmla="*/ 354482 h 475272"/>
                <a:gd name="connsiteX4" fmla="*/ 69178 w 147822"/>
                <a:gd name="connsiteY4" fmla="*/ 475252 h 475272"/>
                <a:gd name="connsiteX5" fmla="*/ 133876 w 147822"/>
                <a:gd name="connsiteY5" fmla="*/ 363108 h 475272"/>
                <a:gd name="connsiteX6" fmla="*/ 55124 w 147822"/>
                <a:gd name="connsiteY6" fmla="*/ 240922 h 4752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822" h="475272">
                  <a:moveTo>
                    <a:pt x="58218" y="0"/>
                  </a:moveTo>
                  <a:cubicBezTo>
                    <a:pt x="127314" y="35671"/>
                    <a:pt x="148679" y="79819"/>
                    <a:pt x="147796" y="121282"/>
                  </a:cubicBezTo>
                  <a:cubicBezTo>
                    <a:pt x="146913" y="162745"/>
                    <a:pt x="77527" y="209912"/>
                    <a:pt x="52922" y="248779"/>
                  </a:cubicBezTo>
                  <a:cubicBezTo>
                    <a:pt x="28317" y="287646"/>
                    <a:pt x="-2542" y="316737"/>
                    <a:pt x="167" y="354482"/>
                  </a:cubicBezTo>
                  <a:cubicBezTo>
                    <a:pt x="2876" y="392227"/>
                    <a:pt x="46893" y="473814"/>
                    <a:pt x="69178" y="475252"/>
                  </a:cubicBezTo>
                  <a:cubicBezTo>
                    <a:pt x="91463" y="476690"/>
                    <a:pt x="132079" y="400849"/>
                    <a:pt x="133876" y="363108"/>
                  </a:cubicBezTo>
                  <a:cubicBezTo>
                    <a:pt x="135673" y="325367"/>
                    <a:pt x="96099" y="278303"/>
                    <a:pt x="55124" y="240922"/>
                  </a:cubicBezTo>
                </a:path>
              </a:pathLst>
            </a:custGeom>
            <a:solidFill>
              <a:srgbClr val="4DBBEB"/>
            </a:solidFill>
            <a:ln w="9525" cap="flat" cmpd="sng" algn="ctr">
              <a:solidFill>
                <a:srgbClr val="163753">
                  <a:shade val="95000"/>
                  <a:satMod val="10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da-DK" sz="1800" b="0" i="0" u="none" strike="noStrike" kern="0" cap="none" spc="0" normalizeH="0" baseline="0" noProof="0" dirty="0">
                <a:ln>
                  <a:noFill/>
                </a:ln>
                <a:solidFill>
                  <a:prstClr val="black"/>
                </a:solidFill>
                <a:effectLst/>
                <a:uLnTx/>
                <a:uFillTx/>
                <a:latin typeface="Calibri"/>
                <a:ea typeface="+mn-ea"/>
                <a:cs typeface="+mn-cs"/>
              </a:endParaRPr>
            </a:p>
          </p:txBody>
        </p:sp>
        <p:sp>
          <p:nvSpPr>
            <p:cNvPr id="48" name="Oval 47">
              <a:extLst>
                <a:ext uri="{FF2B5EF4-FFF2-40B4-BE49-F238E27FC236}">
                  <a16:creationId xmlns:a16="http://schemas.microsoft.com/office/drawing/2014/main" id="{D4E473E4-F2DA-E482-E470-ECC43161FDD3}"/>
                </a:ext>
              </a:extLst>
            </p:cNvPr>
            <p:cNvSpPr/>
            <p:nvPr/>
          </p:nvSpPr>
          <p:spPr>
            <a:xfrm>
              <a:off x="4164664" y="1545245"/>
              <a:ext cx="69272" cy="62871"/>
            </a:xfrm>
            <a:prstGeom prst="ellipse">
              <a:avLst/>
            </a:prstGeom>
            <a:solidFill>
              <a:srgbClr val="163753"/>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da-DK" sz="1800" b="0" i="0" u="none" strike="noStrike" kern="0" cap="none" spc="0" normalizeH="0" baseline="0" noProof="0">
                <a:ln>
                  <a:noFill/>
                </a:ln>
                <a:solidFill>
                  <a:prstClr val="white"/>
                </a:solidFill>
                <a:effectLst/>
                <a:uLnTx/>
                <a:uFillTx/>
                <a:latin typeface="Calibri"/>
                <a:ea typeface="+mn-ea"/>
                <a:cs typeface="+mn-cs"/>
              </a:endParaRPr>
            </a:p>
          </p:txBody>
        </p:sp>
        <p:sp>
          <p:nvSpPr>
            <p:cNvPr id="49" name="Oval 48">
              <a:extLst>
                <a:ext uri="{FF2B5EF4-FFF2-40B4-BE49-F238E27FC236}">
                  <a16:creationId xmlns:a16="http://schemas.microsoft.com/office/drawing/2014/main" id="{811355FA-1D6F-84F3-A3A5-280FEC437F5A}"/>
                </a:ext>
              </a:extLst>
            </p:cNvPr>
            <p:cNvSpPr/>
            <p:nvPr/>
          </p:nvSpPr>
          <p:spPr>
            <a:xfrm>
              <a:off x="8328102" y="1545245"/>
              <a:ext cx="69272" cy="62871"/>
            </a:xfrm>
            <a:prstGeom prst="ellipse">
              <a:avLst/>
            </a:prstGeom>
            <a:solidFill>
              <a:srgbClr val="163753"/>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da-DK" sz="1800" b="0" i="0" u="none" strike="noStrike" kern="0" cap="none" spc="0" normalizeH="0" baseline="0" noProof="0">
                <a:ln>
                  <a:noFill/>
                </a:ln>
                <a:solidFill>
                  <a:prstClr val="white"/>
                </a:solidFill>
                <a:effectLst/>
                <a:uLnTx/>
                <a:uFillTx/>
                <a:latin typeface="Calibri"/>
                <a:ea typeface="+mn-ea"/>
                <a:cs typeface="+mn-cs"/>
              </a:endParaRPr>
            </a:p>
          </p:txBody>
        </p:sp>
      </p:grpSp>
      <p:pic>
        <p:nvPicPr>
          <p:cNvPr id="50" name="Picture 49">
            <a:extLst>
              <a:ext uri="{FF2B5EF4-FFF2-40B4-BE49-F238E27FC236}">
                <a16:creationId xmlns:a16="http://schemas.microsoft.com/office/drawing/2014/main" id="{7FBBE7E3-03D7-51D0-EFF3-F7F791454C8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142474" y="570258"/>
            <a:ext cx="1493303" cy="1493303"/>
          </a:xfrm>
          <a:prstGeom prst="rect">
            <a:avLst/>
          </a:prstGeom>
        </p:spPr>
      </p:pic>
      <p:grpSp>
        <p:nvGrpSpPr>
          <p:cNvPr id="51" name="Group 50">
            <a:extLst>
              <a:ext uri="{FF2B5EF4-FFF2-40B4-BE49-F238E27FC236}">
                <a16:creationId xmlns:a16="http://schemas.microsoft.com/office/drawing/2014/main" id="{C40CAA10-EE35-325C-0E6F-6DFAA466A413}"/>
              </a:ext>
            </a:extLst>
          </p:cNvPr>
          <p:cNvGrpSpPr/>
          <p:nvPr/>
        </p:nvGrpSpPr>
        <p:grpSpPr>
          <a:xfrm>
            <a:off x="10160430" y="570258"/>
            <a:ext cx="1596273" cy="1760200"/>
            <a:chOff x="3533814" y="603694"/>
            <a:chExt cx="5124371" cy="5650611"/>
          </a:xfrm>
        </p:grpSpPr>
        <p:pic>
          <p:nvPicPr>
            <p:cNvPr id="52" name="Picture 51">
              <a:extLst>
                <a:ext uri="{FF2B5EF4-FFF2-40B4-BE49-F238E27FC236}">
                  <a16:creationId xmlns:a16="http://schemas.microsoft.com/office/drawing/2014/main" id="{D73F79DE-9343-63D3-F827-57DE1937F3EB}"/>
                </a:ext>
              </a:extLst>
            </p:cNvPr>
            <p:cNvPicPr>
              <a:picLocks noChangeAspect="1"/>
            </p:cNvPicPr>
            <p:nvPr/>
          </p:nvPicPr>
          <p:blipFill>
            <a:blip r:embed="rId4"/>
            <a:stretch>
              <a:fillRect/>
            </a:stretch>
          </p:blipFill>
          <p:spPr>
            <a:xfrm>
              <a:off x="3533814" y="603694"/>
              <a:ext cx="5124371" cy="5650611"/>
            </a:xfrm>
            <a:prstGeom prst="rect">
              <a:avLst/>
            </a:prstGeom>
          </p:spPr>
        </p:pic>
        <p:sp>
          <p:nvSpPr>
            <p:cNvPr id="53" name="Oval 52">
              <a:extLst>
                <a:ext uri="{FF2B5EF4-FFF2-40B4-BE49-F238E27FC236}">
                  <a16:creationId xmlns:a16="http://schemas.microsoft.com/office/drawing/2014/main" id="{7D10BFE8-5B5D-C991-E01E-E13C2292DE9C}"/>
                </a:ext>
              </a:extLst>
            </p:cNvPr>
            <p:cNvSpPr/>
            <p:nvPr/>
          </p:nvSpPr>
          <p:spPr>
            <a:xfrm>
              <a:off x="5746137" y="3710386"/>
              <a:ext cx="357400" cy="357400"/>
            </a:xfrm>
            <a:prstGeom prst="ellipse">
              <a:avLst/>
            </a:prstGeom>
            <a:solidFill>
              <a:srgbClr val="FFFFFF"/>
            </a:solidFill>
            <a:ln w="19050" cap="flat" cmpd="sng" algn="ctr">
              <a:solidFill>
                <a:srgbClr val="1977BB">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da-DK" sz="1800" b="0" i="0" u="none" strike="noStrike" kern="0" cap="none" spc="0" normalizeH="0" baseline="0" noProof="0">
                <a:ln>
                  <a:noFill/>
                </a:ln>
                <a:solidFill>
                  <a:prstClr val="white"/>
                </a:solidFill>
                <a:effectLst/>
                <a:uLnTx/>
                <a:uFillTx/>
                <a:latin typeface="Calibri"/>
                <a:ea typeface="+mn-ea"/>
                <a:cs typeface="+mn-cs"/>
              </a:endParaRPr>
            </a:p>
          </p:txBody>
        </p:sp>
        <p:sp>
          <p:nvSpPr>
            <p:cNvPr id="54" name="Oval 53">
              <a:extLst>
                <a:ext uri="{FF2B5EF4-FFF2-40B4-BE49-F238E27FC236}">
                  <a16:creationId xmlns:a16="http://schemas.microsoft.com/office/drawing/2014/main" id="{8311AA4C-4E71-C8F6-5B2F-8C4313040B7C}"/>
                </a:ext>
              </a:extLst>
            </p:cNvPr>
            <p:cNvSpPr/>
            <p:nvPr/>
          </p:nvSpPr>
          <p:spPr>
            <a:xfrm>
              <a:off x="6507569" y="3698239"/>
              <a:ext cx="357400" cy="357400"/>
            </a:xfrm>
            <a:prstGeom prst="ellipse">
              <a:avLst/>
            </a:prstGeom>
            <a:solidFill>
              <a:srgbClr val="FFFFFF"/>
            </a:solidFill>
            <a:ln w="19050" cap="flat" cmpd="sng" algn="ctr">
              <a:solidFill>
                <a:srgbClr val="1977BB">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da-DK" sz="1800" b="0" i="0" u="none" strike="noStrike" kern="0" cap="none" spc="0" normalizeH="0" baseline="0" noProof="0">
                <a:ln>
                  <a:noFill/>
                </a:ln>
                <a:solidFill>
                  <a:prstClr val="white"/>
                </a:solidFill>
                <a:effectLst/>
                <a:uLnTx/>
                <a:uFillTx/>
                <a:latin typeface="Calibri"/>
                <a:ea typeface="+mn-ea"/>
                <a:cs typeface="+mn-cs"/>
              </a:endParaRPr>
            </a:p>
          </p:txBody>
        </p:sp>
        <p:sp>
          <p:nvSpPr>
            <p:cNvPr id="55" name="Freeform: Shape 54">
              <a:extLst>
                <a:ext uri="{FF2B5EF4-FFF2-40B4-BE49-F238E27FC236}">
                  <a16:creationId xmlns:a16="http://schemas.microsoft.com/office/drawing/2014/main" id="{FF6DB9AB-5E49-17E2-6F37-5943F41B862B}"/>
                </a:ext>
              </a:extLst>
            </p:cNvPr>
            <p:cNvSpPr/>
            <p:nvPr/>
          </p:nvSpPr>
          <p:spPr>
            <a:xfrm>
              <a:off x="5843696" y="4478781"/>
              <a:ext cx="1011273" cy="379961"/>
            </a:xfrm>
            <a:custGeom>
              <a:avLst/>
              <a:gdLst>
                <a:gd name="connsiteX0" fmla="*/ 55449 w 992345"/>
                <a:gd name="connsiteY0" fmla="*/ 104172 h 351242"/>
                <a:gd name="connsiteX1" fmla="*/ 495287 w 992345"/>
                <a:gd name="connsiteY1" fmla="*/ 231493 h 351242"/>
                <a:gd name="connsiteX2" fmla="*/ 981423 w 992345"/>
                <a:gd name="connsiteY2" fmla="*/ 57873 h 351242"/>
                <a:gd name="connsiteX3" fmla="*/ 796228 w 992345"/>
                <a:gd name="connsiteY3" fmla="*/ 324091 h 351242"/>
                <a:gd name="connsiteX4" fmla="*/ 367965 w 992345"/>
                <a:gd name="connsiteY4" fmla="*/ 324091 h 351242"/>
                <a:gd name="connsiteX5" fmla="*/ 32299 w 992345"/>
                <a:gd name="connsiteY5" fmla="*/ 162045 h 351242"/>
                <a:gd name="connsiteX6" fmla="*/ 32299 w 992345"/>
                <a:gd name="connsiteY6" fmla="*/ 0 h 351242"/>
                <a:gd name="connsiteX0" fmla="*/ 55449 w 989417"/>
                <a:gd name="connsiteY0" fmla="*/ 104172 h 336304"/>
                <a:gd name="connsiteX1" fmla="*/ 495287 w 989417"/>
                <a:gd name="connsiteY1" fmla="*/ 231493 h 336304"/>
                <a:gd name="connsiteX2" fmla="*/ 981423 w 989417"/>
                <a:gd name="connsiteY2" fmla="*/ 57873 h 336304"/>
                <a:gd name="connsiteX3" fmla="*/ 767045 w 989417"/>
                <a:gd name="connsiteY3" fmla="*/ 294908 h 336304"/>
                <a:gd name="connsiteX4" fmla="*/ 367965 w 989417"/>
                <a:gd name="connsiteY4" fmla="*/ 324091 h 336304"/>
                <a:gd name="connsiteX5" fmla="*/ 32299 w 989417"/>
                <a:gd name="connsiteY5" fmla="*/ 162045 h 336304"/>
                <a:gd name="connsiteX6" fmla="*/ 32299 w 989417"/>
                <a:gd name="connsiteY6" fmla="*/ 0 h 336304"/>
                <a:gd name="connsiteX0" fmla="*/ 32285 w 966253"/>
                <a:gd name="connsiteY0" fmla="*/ 104172 h 339173"/>
                <a:gd name="connsiteX1" fmla="*/ 472123 w 966253"/>
                <a:gd name="connsiteY1" fmla="*/ 231493 h 339173"/>
                <a:gd name="connsiteX2" fmla="*/ 958259 w 966253"/>
                <a:gd name="connsiteY2" fmla="*/ 57873 h 339173"/>
                <a:gd name="connsiteX3" fmla="*/ 743881 w 966253"/>
                <a:gd name="connsiteY3" fmla="*/ 294908 h 339173"/>
                <a:gd name="connsiteX4" fmla="*/ 344801 w 966253"/>
                <a:gd name="connsiteY4" fmla="*/ 324091 h 339173"/>
                <a:gd name="connsiteX5" fmla="*/ 77229 w 966253"/>
                <a:gd name="connsiteY5" fmla="*/ 123135 h 339173"/>
                <a:gd name="connsiteX6" fmla="*/ 9135 w 966253"/>
                <a:gd name="connsiteY6" fmla="*/ 0 h 339173"/>
                <a:gd name="connsiteX0" fmla="*/ 57833 w 991801"/>
                <a:gd name="connsiteY0" fmla="*/ 104172 h 336417"/>
                <a:gd name="connsiteX1" fmla="*/ 497671 w 991801"/>
                <a:gd name="connsiteY1" fmla="*/ 231493 h 336417"/>
                <a:gd name="connsiteX2" fmla="*/ 983807 w 991801"/>
                <a:gd name="connsiteY2" fmla="*/ 57873 h 336417"/>
                <a:gd name="connsiteX3" fmla="*/ 769429 w 991801"/>
                <a:gd name="connsiteY3" fmla="*/ 294908 h 336417"/>
                <a:gd name="connsiteX4" fmla="*/ 370349 w 991801"/>
                <a:gd name="connsiteY4" fmla="*/ 324091 h 336417"/>
                <a:gd name="connsiteX5" fmla="*/ 30891 w 991801"/>
                <a:gd name="connsiteY5" fmla="*/ 160517 h 336417"/>
                <a:gd name="connsiteX6" fmla="*/ 34683 w 991801"/>
                <a:gd name="connsiteY6" fmla="*/ 0 h 336417"/>
                <a:gd name="connsiteX0" fmla="*/ 37705 w 991801"/>
                <a:gd name="connsiteY0" fmla="*/ 32285 h 336417"/>
                <a:gd name="connsiteX1" fmla="*/ 497671 w 991801"/>
                <a:gd name="connsiteY1" fmla="*/ 231493 h 336417"/>
                <a:gd name="connsiteX2" fmla="*/ 983807 w 991801"/>
                <a:gd name="connsiteY2" fmla="*/ 57873 h 336417"/>
                <a:gd name="connsiteX3" fmla="*/ 769429 w 991801"/>
                <a:gd name="connsiteY3" fmla="*/ 294908 h 336417"/>
                <a:gd name="connsiteX4" fmla="*/ 370349 w 991801"/>
                <a:gd name="connsiteY4" fmla="*/ 324091 h 336417"/>
                <a:gd name="connsiteX5" fmla="*/ 30891 w 991801"/>
                <a:gd name="connsiteY5" fmla="*/ 160517 h 336417"/>
                <a:gd name="connsiteX6" fmla="*/ 34683 w 991801"/>
                <a:gd name="connsiteY6" fmla="*/ 0 h 336417"/>
                <a:gd name="connsiteX0" fmla="*/ 37705 w 992618"/>
                <a:gd name="connsiteY0" fmla="*/ 32285 h 336417"/>
                <a:gd name="connsiteX1" fmla="*/ 480418 w 992618"/>
                <a:gd name="connsiteY1" fmla="*/ 199863 h 336417"/>
                <a:gd name="connsiteX2" fmla="*/ 983807 w 992618"/>
                <a:gd name="connsiteY2" fmla="*/ 57873 h 336417"/>
                <a:gd name="connsiteX3" fmla="*/ 769429 w 992618"/>
                <a:gd name="connsiteY3" fmla="*/ 294908 h 336417"/>
                <a:gd name="connsiteX4" fmla="*/ 370349 w 992618"/>
                <a:gd name="connsiteY4" fmla="*/ 324091 h 336417"/>
                <a:gd name="connsiteX5" fmla="*/ 30891 w 992618"/>
                <a:gd name="connsiteY5" fmla="*/ 160517 h 336417"/>
                <a:gd name="connsiteX6" fmla="*/ 34683 w 992618"/>
                <a:gd name="connsiteY6" fmla="*/ 0 h 336417"/>
                <a:gd name="connsiteX0" fmla="*/ 37705 w 1042817"/>
                <a:gd name="connsiteY0" fmla="*/ 70049 h 378727"/>
                <a:gd name="connsiteX1" fmla="*/ 480418 w 1042817"/>
                <a:gd name="connsiteY1" fmla="*/ 237627 h 378727"/>
                <a:gd name="connsiteX2" fmla="*/ 1035565 w 1042817"/>
                <a:gd name="connsiteY2" fmla="*/ 747 h 378727"/>
                <a:gd name="connsiteX3" fmla="*/ 769429 w 1042817"/>
                <a:gd name="connsiteY3" fmla="*/ 332672 h 378727"/>
                <a:gd name="connsiteX4" fmla="*/ 370349 w 1042817"/>
                <a:gd name="connsiteY4" fmla="*/ 361855 h 378727"/>
                <a:gd name="connsiteX5" fmla="*/ 30891 w 1042817"/>
                <a:gd name="connsiteY5" fmla="*/ 198281 h 378727"/>
                <a:gd name="connsiteX6" fmla="*/ 34683 w 1042817"/>
                <a:gd name="connsiteY6" fmla="*/ 37764 h 378727"/>
                <a:gd name="connsiteX0" fmla="*/ 37705 w 1039249"/>
                <a:gd name="connsiteY0" fmla="*/ 70654 h 379332"/>
                <a:gd name="connsiteX1" fmla="*/ 480418 w 1039249"/>
                <a:gd name="connsiteY1" fmla="*/ 238232 h 379332"/>
                <a:gd name="connsiteX2" fmla="*/ 575671 w 1039249"/>
                <a:gd name="connsiteY2" fmla="*/ 216793 h 379332"/>
                <a:gd name="connsiteX3" fmla="*/ 1035565 w 1039249"/>
                <a:gd name="connsiteY3" fmla="*/ 1352 h 379332"/>
                <a:gd name="connsiteX4" fmla="*/ 769429 w 1039249"/>
                <a:gd name="connsiteY4" fmla="*/ 333277 h 379332"/>
                <a:gd name="connsiteX5" fmla="*/ 370349 w 1039249"/>
                <a:gd name="connsiteY5" fmla="*/ 362460 h 379332"/>
                <a:gd name="connsiteX6" fmla="*/ 30891 w 1039249"/>
                <a:gd name="connsiteY6" fmla="*/ 198886 h 379332"/>
                <a:gd name="connsiteX7" fmla="*/ 34683 w 1039249"/>
                <a:gd name="connsiteY7" fmla="*/ 38369 h 379332"/>
                <a:gd name="connsiteX0" fmla="*/ 37705 w 1035577"/>
                <a:gd name="connsiteY0" fmla="*/ 72278 h 380956"/>
                <a:gd name="connsiteX1" fmla="*/ 480418 w 1035577"/>
                <a:gd name="connsiteY1" fmla="*/ 239856 h 380956"/>
                <a:gd name="connsiteX2" fmla="*/ 759701 w 1035577"/>
                <a:gd name="connsiteY2" fmla="*/ 175285 h 380956"/>
                <a:gd name="connsiteX3" fmla="*/ 1035565 w 1035577"/>
                <a:gd name="connsiteY3" fmla="*/ 2976 h 380956"/>
                <a:gd name="connsiteX4" fmla="*/ 769429 w 1035577"/>
                <a:gd name="connsiteY4" fmla="*/ 334901 h 380956"/>
                <a:gd name="connsiteX5" fmla="*/ 370349 w 1035577"/>
                <a:gd name="connsiteY5" fmla="*/ 364084 h 380956"/>
                <a:gd name="connsiteX6" fmla="*/ 30891 w 1035577"/>
                <a:gd name="connsiteY6" fmla="*/ 200510 h 380956"/>
                <a:gd name="connsiteX7" fmla="*/ 34683 w 1035577"/>
                <a:gd name="connsiteY7" fmla="*/ 39993 h 380956"/>
                <a:gd name="connsiteX0" fmla="*/ 158474 w 1035577"/>
                <a:gd name="connsiteY0" fmla="*/ 141290 h 380956"/>
                <a:gd name="connsiteX1" fmla="*/ 480418 w 1035577"/>
                <a:gd name="connsiteY1" fmla="*/ 239856 h 380956"/>
                <a:gd name="connsiteX2" fmla="*/ 759701 w 1035577"/>
                <a:gd name="connsiteY2" fmla="*/ 175285 h 380956"/>
                <a:gd name="connsiteX3" fmla="*/ 1035565 w 1035577"/>
                <a:gd name="connsiteY3" fmla="*/ 2976 h 380956"/>
                <a:gd name="connsiteX4" fmla="*/ 769429 w 1035577"/>
                <a:gd name="connsiteY4" fmla="*/ 334901 h 380956"/>
                <a:gd name="connsiteX5" fmla="*/ 370349 w 1035577"/>
                <a:gd name="connsiteY5" fmla="*/ 364084 h 380956"/>
                <a:gd name="connsiteX6" fmla="*/ 30891 w 1035577"/>
                <a:gd name="connsiteY6" fmla="*/ 200510 h 380956"/>
                <a:gd name="connsiteX7" fmla="*/ 34683 w 1035577"/>
                <a:gd name="connsiteY7" fmla="*/ 39993 h 380956"/>
                <a:gd name="connsiteX0" fmla="*/ 40580 w 1035577"/>
                <a:gd name="connsiteY0" fmla="*/ 55026 h 380956"/>
                <a:gd name="connsiteX1" fmla="*/ 480418 w 1035577"/>
                <a:gd name="connsiteY1" fmla="*/ 239856 h 380956"/>
                <a:gd name="connsiteX2" fmla="*/ 759701 w 1035577"/>
                <a:gd name="connsiteY2" fmla="*/ 175285 h 380956"/>
                <a:gd name="connsiteX3" fmla="*/ 1035565 w 1035577"/>
                <a:gd name="connsiteY3" fmla="*/ 2976 h 380956"/>
                <a:gd name="connsiteX4" fmla="*/ 769429 w 1035577"/>
                <a:gd name="connsiteY4" fmla="*/ 334901 h 380956"/>
                <a:gd name="connsiteX5" fmla="*/ 370349 w 1035577"/>
                <a:gd name="connsiteY5" fmla="*/ 364084 h 380956"/>
                <a:gd name="connsiteX6" fmla="*/ 30891 w 1035577"/>
                <a:gd name="connsiteY6" fmla="*/ 200510 h 380956"/>
                <a:gd name="connsiteX7" fmla="*/ 34683 w 1035577"/>
                <a:gd name="connsiteY7" fmla="*/ 39993 h 380956"/>
                <a:gd name="connsiteX0" fmla="*/ 40580 w 1035577"/>
                <a:gd name="connsiteY0" fmla="*/ 55026 h 380956"/>
                <a:gd name="connsiteX1" fmla="*/ 322267 w 1035577"/>
                <a:gd name="connsiteY1" fmla="*/ 190973 h 380956"/>
                <a:gd name="connsiteX2" fmla="*/ 759701 w 1035577"/>
                <a:gd name="connsiteY2" fmla="*/ 175285 h 380956"/>
                <a:gd name="connsiteX3" fmla="*/ 1035565 w 1035577"/>
                <a:gd name="connsiteY3" fmla="*/ 2976 h 380956"/>
                <a:gd name="connsiteX4" fmla="*/ 769429 w 1035577"/>
                <a:gd name="connsiteY4" fmla="*/ 334901 h 380956"/>
                <a:gd name="connsiteX5" fmla="*/ 370349 w 1035577"/>
                <a:gd name="connsiteY5" fmla="*/ 364084 h 380956"/>
                <a:gd name="connsiteX6" fmla="*/ 30891 w 1035577"/>
                <a:gd name="connsiteY6" fmla="*/ 200510 h 380956"/>
                <a:gd name="connsiteX7" fmla="*/ 34683 w 1035577"/>
                <a:gd name="connsiteY7" fmla="*/ 39993 h 380956"/>
                <a:gd name="connsiteX0" fmla="*/ 40580 w 1035577"/>
                <a:gd name="connsiteY0" fmla="*/ 55026 h 380956"/>
                <a:gd name="connsiteX1" fmla="*/ 336644 w 1035577"/>
                <a:gd name="connsiteY1" fmla="*/ 211102 h 380956"/>
                <a:gd name="connsiteX2" fmla="*/ 759701 w 1035577"/>
                <a:gd name="connsiteY2" fmla="*/ 175285 h 380956"/>
                <a:gd name="connsiteX3" fmla="*/ 1035565 w 1035577"/>
                <a:gd name="connsiteY3" fmla="*/ 2976 h 380956"/>
                <a:gd name="connsiteX4" fmla="*/ 769429 w 1035577"/>
                <a:gd name="connsiteY4" fmla="*/ 334901 h 380956"/>
                <a:gd name="connsiteX5" fmla="*/ 370349 w 1035577"/>
                <a:gd name="connsiteY5" fmla="*/ 364084 h 380956"/>
                <a:gd name="connsiteX6" fmla="*/ 30891 w 1035577"/>
                <a:gd name="connsiteY6" fmla="*/ 200510 h 380956"/>
                <a:gd name="connsiteX7" fmla="*/ 34683 w 1035577"/>
                <a:gd name="connsiteY7" fmla="*/ 39993 h 380956"/>
                <a:gd name="connsiteX0" fmla="*/ 16276 w 1011273"/>
                <a:gd name="connsiteY0" fmla="*/ 55026 h 379961"/>
                <a:gd name="connsiteX1" fmla="*/ 312340 w 1011273"/>
                <a:gd name="connsiteY1" fmla="*/ 211102 h 379961"/>
                <a:gd name="connsiteX2" fmla="*/ 735397 w 1011273"/>
                <a:gd name="connsiteY2" fmla="*/ 175285 h 379961"/>
                <a:gd name="connsiteX3" fmla="*/ 1011261 w 1011273"/>
                <a:gd name="connsiteY3" fmla="*/ 2976 h 379961"/>
                <a:gd name="connsiteX4" fmla="*/ 745125 w 1011273"/>
                <a:gd name="connsiteY4" fmla="*/ 334901 h 379961"/>
                <a:gd name="connsiteX5" fmla="*/ 346045 w 1011273"/>
                <a:gd name="connsiteY5" fmla="*/ 364084 h 379961"/>
                <a:gd name="connsiteX6" fmla="*/ 69847 w 1011273"/>
                <a:gd name="connsiteY6" fmla="*/ 214887 h 379961"/>
                <a:gd name="connsiteX7" fmla="*/ 10379 w 1011273"/>
                <a:gd name="connsiteY7" fmla="*/ 39993 h 3799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11273" h="379961">
                  <a:moveTo>
                    <a:pt x="16276" y="55026"/>
                  </a:moveTo>
                  <a:cubicBezTo>
                    <a:pt x="159030" y="122544"/>
                    <a:pt x="192486" y="191059"/>
                    <a:pt x="312340" y="211102"/>
                  </a:cubicBezTo>
                  <a:cubicBezTo>
                    <a:pt x="432194" y="231145"/>
                    <a:pt x="642873" y="214765"/>
                    <a:pt x="735397" y="175285"/>
                  </a:cubicBezTo>
                  <a:cubicBezTo>
                    <a:pt x="827921" y="135805"/>
                    <a:pt x="1009640" y="-23627"/>
                    <a:pt x="1011261" y="2976"/>
                  </a:cubicBezTo>
                  <a:cubicBezTo>
                    <a:pt x="1012882" y="29579"/>
                    <a:pt x="855994" y="274716"/>
                    <a:pt x="745125" y="334901"/>
                  </a:cubicBezTo>
                  <a:cubicBezTo>
                    <a:pt x="634256" y="395086"/>
                    <a:pt x="458591" y="384086"/>
                    <a:pt x="346045" y="364084"/>
                  </a:cubicBezTo>
                  <a:cubicBezTo>
                    <a:pt x="233499" y="344082"/>
                    <a:pt x="125791" y="268902"/>
                    <a:pt x="69847" y="214887"/>
                  </a:cubicBezTo>
                  <a:cubicBezTo>
                    <a:pt x="13903" y="160872"/>
                    <a:pt x="-17593" y="94008"/>
                    <a:pt x="10379" y="39993"/>
                  </a:cubicBezTo>
                </a:path>
              </a:pathLst>
            </a:custGeom>
            <a:solidFill>
              <a:sysClr val="window" lastClr="FFFFFF"/>
            </a:solidFill>
            <a:ln w="28575" cap="flat" cmpd="sng" algn="ctr">
              <a:solidFill>
                <a:srgbClr val="FF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da-DK" sz="1800" b="0" i="0" u="none" strike="noStrike" kern="0" cap="none" spc="0" normalizeH="0" baseline="0" noProof="0" dirty="0">
                <a:ln>
                  <a:noFill/>
                </a:ln>
                <a:solidFill>
                  <a:prstClr val="white"/>
                </a:solidFill>
                <a:effectLst/>
                <a:highlight>
                  <a:srgbClr val="FFFF00"/>
                </a:highlight>
                <a:uLnTx/>
                <a:uFillTx/>
                <a:latin typeface="Calibri"/>
                <a:ea typeface="+mn-ea"/>
                <a:cs typeface="+mn-cs"/>
              </a:endParaRPr>
            </a:p>
          </p:txBody>
        </p:sp>
        <p:sp>
          <p:nvSpPr>
            <p:cNvPr id="56" name="Oval 55">
              <a:extLst>
                <a:ext uri="{FF2B5EF4-FFF2-40B4-BE49-F238E27FC236}">
                  <a16:creationId xmlns:a16="http://schemas.microsoft.com/office/drawing/2014/main" id="{6A985598-9C72-4A95-5CC9-C74103032A8F}"/>
                </a:ext>
              </a:extLst>
            </p:cNvPr>
            <p:cNvSpPr/>
            <p:nvPr/>
          </p:nvSpPr>
          <p:spPr>
            <a:xfrm>
              <a:off x="5866684" y="3789929"/>
              <a:ext cx="215074" cy="215074"/>
            </a:xfrm>
            <a:prstGeom prst="ellipse">
              <a:avLst/>
            </a:prstGeom>
            <a:solidFill>
              <a:sysClr val="windowText" lastClr="000000"/>
            </a:solidFill>
            <a:ln w="762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da-DK" sz="1800" b="0" i="0" u="none" strike="noStrike" kern="0" cap="none" spc="0" normalizeH="0" baseline="0" noProof="0">
                <a:ln>
                  <a:noFill/>
                </a:ln>
                <a:solidFill>
                  <a:prstClr val="white"/>
                </a:solidFill>
                <a:effectLst/>
                <a:uLnTx/>
                <a:uFillTx/>
                <a:latin typeface="Calibri"/>
                <a:ea typeface="+mn-ea"/>
                <a:cs typeface="+mn-cs"/>
              </a:endParaRPr>
            </a:p>
          </p:txBody>
        </p:sp>
        <p:sp>
          <p:nvSpPr>
            <p:cNvPr id="57" name="Oval 56">
              <a:extLst>
                <a:ext uri="{FF2B5EF4-FFF2-40B4-BE49-F238E27FC236}">
                  <a16:creationId xmlns:a16="http://schemas.microsoft.com/office/drawing/2014/main" id="{30BEE2F9-035F-316F-30E7-4F1C7D6E34D6}"/>
                </a:ext>
              </a:extLst>
            </p:cNvPr>
            <p:cNvSpPr/>
            <p:nvPr/>
          </p:nvSpPr>
          <p:spPr>
            <a:xfrm>
              <a:off x="6525592" y="3789929"/>
              <a:ext cx="215074" cy="215074"/>
            </a:xfrm>
            <a:prstGeom prst="ellipse">
              <a:avLst/>
            </a:prstGeom>
            <a:solidFill>
              <a:sysClr val="windowText" lastClr="000000"/>
            </a:solidFill>
            <a:ln w="762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da-DK" sz="1800" b="0" i="0" u="none" strike="noStrike" kern="0" cap="none" spc="0" normalizeH="0" baseline="0" noProof="0">
                <a:ln>
                  <a:noFill/>
                </a:ln>
                <a:solidFill>
                  <a:prstClr val="white"/>
                </a:solidFill>
                <a:effectLst/>
                <a:uLnTx/>
                <a:uFillTx/>
                <a:latin typeface="Calibri"/>
                <a:ea typeface="+mn-ea"/>
                <a:cs typeface="+mn-cs"/>
              </a:endParaRPr>
            </a:p>
          </p:txBody>
        </p:sp>
      </p:grpSp>
      <p:sp>
        <p:nvSpPr>
          <p:cNvPr id="58" name="Rectangle 57">
            <a:extLst>
              <a:ext uri="{FF2B5EF4-FFF2-40B4-BE49-F238E27FC236}">
                <a16:creationId xmlns:a16="http://schemas.microsoft.com/office/drawing/2014/main" id="{194A5069-4406-5C2E-A299-701E8A2A2BE5}"/>
              </a:ext>
            </a:extLst>
          </p:cNvPr>
          <p:cNvSpPr/>
          <p:nvPr/>
        </p:nvSpPr>
        <p:spPr>
          <a:xfrm>
            <a:off x="9066180" y="-39867"/>
            <a:ext cx="505267" cy="923330"/>
          </a:xfrm>
          <a:prstGeom prst="rect">
            <a:avLst/>
          </a:prstGeom>
        </p:spPr>
        <p:txBody>
          <a:bodyPr wrap="none">
            <a:spAutoFit/>
          </a:bodyPr>
          <a:lstStyle/>
          <a:p>
            <a:pPr defTabSz="914400"/>
            <a:r>
              <a:rPr lang="en-GB" sz="5400" b="1" dirty="0">
                <a:solidFill>
                  <a:srgbClr val="163753"/>
                </a:solidFill>
                <a:latin typeface="Calibri"/>
              </a:rPr>
              <a:t>?</a:t>
            </a:r>
            <a:endParaRPr lang="da-DK" sz="5400" b="1" dirty="0">
              <a:solidFill>
                <a:srgbClr val="163753"/>
              </a:solidFill>
              <a:latin typeface="Calibri"/>
            </a:endParaRPr>
          </a:p>
        </p:txBody>
      </p:sp>
      <p:sp>
        <p:nvSpPr>
          <p:cNvPr id="59" name="Rectangle 58">
            <a:extLst>
              <a:ext uri="{FF2B5EF4-FFF2-40B4-BE49-F238E27FC236}">
                <a16:creationId xmlns:a16="http://schemas.microsoft.com/office/drawing/2014/main" id="{95D58074-8215-816A-7170-02D355581A4E}"/>
              </a:ext>
            </a:extLst>
          </p:cNvPr>
          <p:cNvSpPr/>
          <p:nvPr/>
        </p:nvSpPr>
        <p:spPr>
          <a:xfrm>
            <a:off x="11326733" y="183235"/>
            <a:ext cx="505267" cy="923330"/>
          </a:xfrm>
          <a:prstGeom prst="rect">
            <a:avLst/>
          </a:prstGeom>
        </p:spPr>
        <p:txBody>
          <a:bodyPr wrap="none">
            <a:spAutoFit/>
          </a:bodyPr>
          <a:lstStyle/>
          <a:p>
            <a:pPr defTabSz="914400"/>
            <a:r>
              <a:rPr lang="en-GB" sz="5400" b="1" dirty="0">
                <a:solidFill>
                  <a:srgbClr val="163753"/>
                </a:solidFill>
                <a:latin typeface="Calibri"/>
              </a:rPr>
              <a:t>?</a:t>
            </a:r>
            <a:endParaRPr lang="da-DK" sz="5400" b="1" dirty="0">
              <a:solidFill>
                <a:srgbClr val="163753"/>
              </a:solidFill>
              <a:latin typeface="Calibri"/>
            </a:endParaRPr>
          </a:p>
        </p:txBody>
      </p:sp>
      <p:cxnSp>
        <p:nvCxnSpPr>
          <p:cNvPr id="60" name="Straight Arrow Connector 59">
            <a:extLst>
              <a:ext uri="{FF2B5EF4-FFF2-40B4-BE49-F238E27FC236}">
                <a16:creationId xmlns:a16="http://schemas.microsoft.com/office/drawing/2014/main" id="{EF44696E-5C94-E7B6-C05E-84053BEF8F1D}"/>
              </a:ext>
            </a:extLst>
          </p:cNvPr>
          <p:cNvCxnSpPr/>
          <p:nvPr/>
        </p:nvCxnSpPr>
        <p:spPr>
          <a:xfrm flipH="1">
            <a:off x="11037481" y="930860"/>
            <a:ext cx="380883" cy="370390"/>
          </a:xfrm>
          <a:prstGeom prst="straightConnector1">
            <a:avLst/>
          </a:prstGeom>
          <a:noFill/>
          <a:ln w="57150" cap="flat" cmpd="sng" algn="ctr">
            <a:solidFill>
              <a:srgbClr val="163753">
                <a:shade val="95000"/>
                <a:satMod val="105000"/>
              </a:srgbClr>
            </a:solidFill>
            <a:prstDash val="solid"/>
            <a:tailEnd type="triangle"/>
          </a:ln>
          <a:effectLst/>
        </p:spPr>
      </p:cxnSp>
      <p:cxnSp>
        <p:nvCxnSpPr>
          <p:cNvPr id="61" name="Straight Arrow Connector 60">
            <a:extLst>
              <a:ext uri="{FF2B5EF4-FFF2-40B4-BE49-F238E27FC236}">
                <a16:creationId xmlns:a16="http://schemas.microsoft.com/office/drawing/2014/main" id="{030063BB-F363-1B4A-DB42-C497B6D824C5}"/>
              </a:ext>
            </a:extLst>
          </p:cNvPr>
          <p:cNvCxnSpPr>
            <a:cxnSpLocks/>
          </p:cNvCxnSpPr>
          <p:nvPr/>
        </p:nvCxnSpPr>
        <p:spPr>
          <a:xfrm flipH="1">
            <a:off x="8884244" y="1562790"/>
            <a:ext cx="687203" cy="226590"/>
          </a:xfrm>
          <a:prstGeom prst="straightConnector1">
            <a:avLst/>
          </a:prstGeom>
          <a:noFill/>
          <a:ln w="57150" cap="flat" cmpd="sng" algn="ctr">
            <a:solidFill>
              <a:srgbClr val="163753">
                <a:shade val="95000"/>
                <a:satMod val="105000"/>
              </a:srgbClr>
            </a:solidFill>
            <a:prstDash val="solid"/>
            <a:tailEnd type="triangle"/>
          </a:ln>
          <a:effectLst/>
        </p:spPr>
      </p:cxnSp>
      <p:cxnSp>
        <p:nvCxnSpPr>
          <p:cNvPr id="62" name="Straight Arrow Connector 61">
            <a:extLst>
              <a:ext uri="{FF2B5EF4-FFF2-40B4-BE49-F238E27FC236}">
                <a16:creationId xmlns:a16="http://schemas.microsoft.com/office/drawing/2014/main" id="{977ECAE9-EA52-C4CE-9ECE-3CCDE1D00697}"/>
              </a:ext>
            </a:extLst>
          </p:cNvPr>
          <p:cNvCxnSpPr>
            <a:cxnSpLocks/>
          </p:cNvCxnSpPr>
          <p:nvPr/>
        </p:nvCxnSpPr>
        <p:spPr>
          <a:xfrm flipV="1">
            <a:off x="5108433" y="4316931"/>
            <a:ext cx="959174" cy="119259"/>
          </a:xfrm>
          <a:prstGeom prst="straightConnector1">
            <a:avLst/>
          </a:prstGeom>
          <a:noFill/>
          <a:ln w="12700" cap="flat" cmpd="sng" algn="ctr">
            <a:solidFill>
              <a:srgbClr val="163753">
                <a:shade val="95000"/>
                <a:satMod val="105000"/>
              </a:srgbClr>
            </a:solidFill>
            <a:prstDash val="solid"/>
            <a:tailEnd type="triangle"/>
          </a:ln>
          <a:effectLst/>
        </p:spPr>
      </p:cxnSp>
      <p:sp>
        <p:nvSpPr>
          <p:cNvPr id="63" name="TextBox 62">
            <a:extLst>
              <a:ext uri="{FF2B5EF4-FFF2-40B4-BE49-F238E27FC236}">
                <a16:creationId xmlns:a16="http://schemas.microsoft.com/office/drawing/2014/main" id="{3A3F0B4F-6E11-04EA-8085-07DCFBB9D578}"/>
              </a:ext>
            </a:extLst>
          </p:cNvPr>
          <p:cNvSpPr txBox="1"/>
          <p:nvPr/>
        </p:nvSpPr>
        <p:spPr>
          <a:xfrm>
            <a:off x="5506148" y="4054367"/>
            <a:ext cx="486383" cy="369332"/>
          </a:xfrm>
          <a:prstGeom prst="rect">
            <a:avLst/>
          </a:prstGeom>
          <a:noFill/>
        </p:spPr>
        <p:txBody>
          <a:bodyPr wrap="square" rtlCol="0">
            <a:spAutoFit/>
          </a:bodyPr>
          <a:lstStyle/>
          <a:p>
            <a:pPr defTabSz="914400"/>
            <a:r>
              <a:rPr lang="da-DK" sz="1800" dirty="0">
                <a:solidFill>
                  <a:prstClr val="black"/>
                </a:solidFill>
                <a:latin typeface="Calibri"/>
              </a:rPr>
              <a:t>v</a:t>
            </a:r>
          </a:p>
        </p:txBody>
      </p:sp>
      <p:sp>
        <p:nvSpPr>
          <p:cNvPr id="64" name="TextBox 63">
            <a:extLst>
              <a:ext uri="{FF2B5EF4-FFF2-40B4-BE49-F238E27FC236}">
                <a16:creationId xmlns:a16="http://schemas.microsoft.com/office/drawing/2014/main" id="{A51766CC-5834-959C-DDEC-6D5E51BF119D}"/>
              </a:ext>
            </a:extLst>
          </p:cNvPr>
          <p:cNvSpPr txBox="1"/>
          <p:nvPr/>
        </p:nvSpPr>
        <p:spPr>
          <a:xfrm>
            <a:off x="1387510" y="3906187"/>
            <a:ext cx="2548410" cy="276999"/>
          </a:xfrm>
          <a:prstGeom prst="rect">
            <a:avLst/>
          </a:prstGeom>
          <a:noFill/>
        </p:spPr>
        <p:txBody>
          <a:bodyPr wrap="square" rtlCol="0">
            <a:spAutoFit/>
          </a:bodyPr>
          <a:lstStyle/>
          <a:p>
            <a:pPr defTabSz="914400"/>
            <a:r>
              <a:rPr lang="da-DK" sz="1200" dirty="0">
                <a:solidFill>
                  <a:prstClr val="black"/>
                </a:solidFill>
              </a:rPr>
              <a:t>1 bar ambient </a:t>
            </a:r>
            <a:r>
              <a:rPr lang="da-DK" sz="1200" dirty="0" err="1">
                <a:solidFill>
                  <a:prstClr val="black"/>
                </a:solidFill>
              </a:rPr>
              <a:t>pressure</a:t>
            </a:r>
            <a:endParaRPr lang="da-DK" sz="1200" dirty="0">
              <a:solidFill>
                <a:prstClr val="black"/>
              </a:solidFill>
            </a:endParaRPr>
          </a:p>
        </p:txBody>
      </p:sp>
      <p:cxnSp>
        <p:nvCxnSpPr>
          <p:cNvPr id="65" name="Straight Connector 64">
            <a:extLst>
              <a:ext uri="{FF2B5EF4-FFF2-40B4-BE49-F238E27FC236}">
                <a16:creationId xmlns:a16="http://schemas.microsoft.com/office/drawing/2014/main" id="{352692C1-52CF-E80B-97C4-F99593755CC8}"/>
              </a:ext>
            </a:extLst>
          </p:cNvPr>
          <p:cNvCxnSpPr/>
          <p:nvPr/>
        </p:nvCxnSpPr>
        <p:spPr>
          <a:xfrm>
            <a:off x="1548865" y="3802308"/>
            <a:ext cx="732696" cy="473186"/>
          </a:xfrm>
          <a:prstGeom prst="line">
            <a:avLst/>
          </a:prstGeom>
          <a:noFill/>
          <a:ln w="9525" cap="flat" cmpd="sng" algn="ctr">
            <a:solidFill>
              <a:srgbClr val="FF0000"/>
            </a:solidFill>
            <a:prstDash val="solid"/>
          </a:ln>
          <a:effectLst/>
        </p:spPr>
      </p:cxnSp>
      <p:cxnSp>
        <p:nvCxnSpPr>
          <p:cNvPr id="66" name="Straight Connector 65">
            <a:extLst>
              <a:ext uri="{FF2B5EF4-FFF2-40B4-BE49-F238E27FC236}">
                <a16:creationId xmlns:a16="http://schemas.microsoft.com/office/drawing/2014/main" id="{92F22CB8-1BBF-2177-E0B8-4FDF26F78B62}"/>
              </a:ext>
            </a:extLst>
          </p:cNvPr>
          <p:cNvCxnSpPr>
            <a:cxnSpLocks/>
          </p:cNvCxnSpPr>
          <p:nvPr/>
        </p:nvCxnSpPr>
        <p:spPr>
          <a:xfrm flipV="1">
            <a:off x="1583321" y="3808805"/>
            <a:ext cx="710216" cy="478874"/>
          </a:xfrm>
          <a:prstGeom prst="line">
            <a:avLst/>
          </a:prstGeom>
          <a:noFill/>
          <a:ln w="9525" cap="flat" cmpd="sng" algn="ctr">
            <a:solidFill>
              <a:srgbClr val="FF0000"/>
            </a:solidFill>
            <a:prstDash val="solid"/>
          </a:ln>
          <a:effectLst/>
        </p:spPr>
      </p:cxnSp>
      <p:sp>
        <p:nvSpPr>
          <p:cNvPr id="67" name="TextBox 66">
            <a:extLst>
              <a:ext uri="{FF2B5EF4-FFF2-40B4-BE49-F238E27FC236}">
                <a16:creationId xmlns:a16="http://schemas.microsoft.com/office/drawing/2014/main" id="{CB00B8CD-1364-8886-AFB5-FFC573EA1DFE}"/>
              </a:ext>
            </a:extLst>
          </p:cNvPr>
          <p:cNvSpPr txBox="1"/>
          <p:nvPr/>
        </p:nvSpPr>
        <p:spPr>
          <a:xfrm>
            <a:off x="421938" y="4065820"/>
            <a:ext cx="1408386" cy="276999"/>
          </a:xfrm>
          <a:prstGeom prst="rect">
            <a:avLst/>
          </a:prstGeom>
          <a:noFill/>
        </p:spPr>
        <p:txBody>
          <a:bodyPr wrap="square" rtlCol="0">
            <a:spAutoFit/>
          </a:bodyPr>
          <a:lstStyle/>
          <a:p>
            <a:pPr defTabSz="914400"/>
            <a:r>
              <a:rPr lang="da-DK" sz="1200" dirty="0" err="1">
                <a:solidFill>
                  <a:prstClr val="black"/>
                </a:solidFill>
              </a:rPr>
              <a:t>We</a:t>
            </a:r>
            <a:r>
              <a:rPr lang="da-DK" sz="1200" dirty="0">
                <a:solidFill>
                  <a:prstClr val="black"/>
                </a:solidFill>
              </a:rPr>
              <a:t> do not </a:t>
            </a:r>
            <a:r>
              <a:rPr lang="da-DK" sz="1200" dirty="0" err="1">
                <a:solidFill>
                  <a:prstClr val="black"/>
                </a:solidFill>
              </a:rPr>
              <a:t>need</a:t>
            </a:r>
            <a:endParaRPr lang="da-DK" sz="1200" dirty="0">
              <a:solidFill>
                <a:prstClr val="black"/>
              </a:solidFill>
            </a:endParaRPr>
          </a:p>
        </p:txBody>
      </p:sp>
    </p:spTree>
    <p:extLst>
      <p:ext uri="{BB962C8B-B14F-4D97-AF65-F5344CB8AC3E}">
        <p14:creationId xmlns:p14="http://schemas.microsoft.com/office/powerpoint/2010/main" val="276112727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C2E279-CC68-9C4B-787F-C5ECACEBF914}"/>
              </a:ext>
            </a:extLst>
          </p:cNvPr>
          <p:cNvSpPr>
            <a:spLocks noGrp="1"/>
          </p:cNvSpPr>
          <p:nvPr>
            <p:ph type="title"/>
          </p:nvPr>
        </p:nvSpPr>
        <p:spPr/>
        <p:txBody>
          <a:bodyPr/>
          <a:lstStyle/>
          <a:p>
            <a:r>
              <a:rPr lang="en-US" dirty="0"/>
              <a:t>Product and Component</a:t>
            </a:r>
            <a:endParaRPr lang="en-DK" dirty="0"/>
          </a:p>
        </p:txBody>
      </p:sp>
      <p:sp>
        <p:nvSpPr>
          <p:cNvPr id="4" name="TextBox 3">
            <a:extLst>
              <a:ext uri="{FF2B5EF4-FFF2-40B4-BE49-F238E27FC236}">
                <a16:creationId xmlns:a16="http://schemas.microsoft.com/office/drawing/2014/main" id="{30912503-9CDB-9A8B-E977-38448C124C84}"/>
              </a:ext>
            </a:extLst>
          </p:cNvPr>
          <p:cNvSpPr txBox="1"/>
          <p:nvPr/>
        </p:nvSpPr>
        <p:spPr>
          <a:xfrm>
            <a:off x="418454" y="1171764"/>
            <a:ext cx="8981946" cy="1815882"/>
          </a:xfrm>
          <a:prstGeom prst="rect">
            <a:avLst/>
          </a:prstGeom>
          <a:noFill/>
        </p:spPr>
        <p:txBody>
          <a:bodyPr wrap="none" rtlCol="0">
            <a:spAutoFit/>
          </a:bodyPr>
          <a:lstStyle/>
          <a:p>
            <a:pPr algn="l"/>
            <a:r>
              <a:rPr lang="en-US" sz="1600" dirty="0"/>
              <a:t>Design Engineers design a Motor. </a:t>
            </a:r>
          </a:p>
          <a:p>
            <a:pPr algn="l"/>
            <a:endParaRPr lang="en-US" sz="1600" dirty="0"/>
          </a:p>
          <a:p>
            <a:pPr algn="l"/>
            <a:r>
              <a:rPr lang="en-US" sz="1600" dirty="0"/>
              <a:t>That motor is used in some products as a </a:t>
            </a:r>
            <a:r>
              <a:rPr lang="en-US" sz="1600" b="1" dirty="0"/>
              <a:t>component</a:t>
            </a:r>
            <a:r>
              <a:rPr lang="en-US" sz="1600" dirty="0"/>
              <a:t>, sold to some markets by some product teams.</a:t>
            </a:r>
          </a:p>
          <a:p>
            <a:pPr algn="l"/>
            <a:endParaRPr lang="en-US" sz="1600" dirty="0"/>
          </a:p>
          <a:p>
            <a:pPr algn="l"/>
            <a:r>
              <a:rPr lang="en-US" sz="1600" dirty="0"/>
              <a:t>The motor is also sold stand-alone as a </a:t>
            </a:r>
            <a:r>
              <a:rPr lang="en-US" sz="1600" b="1" dirty="0"/>
              <a:t>product</a:t>
            </a:r>
            <a:r>
              <a:rPr lang="en-US" sz="1600" dirty="0"/>
              <a:t> in itself by other teams.</a:t>
            </a:r>
          </a:p>
          <a:p>
            <a:pPr algn="l"/>
            <a:endParaRPr lang="en-US" sz="1600" dirty="0"/>
          </a:p>
          <a:p>
            <a:pPr algn="l"/>
            <a:r>
              <a:rPr lang="en-US" sz="1600" dirty="0"/>
              <a:t>When building the warehouse, which table does the motor type id go on?</a:t>
            </a:r>
            <a:endParaRPr lang="en-DK" sz="1600" dirty="0"/>
          </a:p>
        </p:txBody>
      </p:sp>
      <p:sp>
        <p:nvSpPr>
          <p:cNvPr id="5" name="Rectangle 4">
            <a:extLst>
              <a:ext uri="{FF2B5EF4-FFF2-40B4-BE49-F238E27FC236}">
                <a16:creationId xmlns:a16="http://schemas.microsoft.com/office/drawing/2014/main" id="{B1FDF5BC-F54B-5D75-3B5A-D439B0A1B080}"/>
              </a:ext>
            </a:extLst>
          </p:cNvPr>
          <p:cNvSpPr/>
          <p:nvPr/>
        </p:nvSpPr>
        <p:spPr>
          <a:xfrm>
            <a:off x="2898183" y="3936569"/>
            <a:ext cx="1332855" cy="612183"/>
          </a:xfrm>
          <a:prstGeom prst="rect">
            <a:avLst/>
          </a:prstGeom>
          <a:solidFill>
            <a:srgbClr val="126AF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Product</a:t>
            </a:r>
            <a:endParaRPr lang="en-DK" sz="1600" dirty="0"/>
          </a:p>
        </p:txBody>
      </p:sp>
      <p:sp>
        <p:nvSpPr>
          <p:cNvPr id="8" name="Rectangle 7">
            <a:extLst>
              <a:ext uri="{FF2B5EF4-FFF2-40B4-BE49-F238E27FC236}">
                <a16:creationId xmlns:a16="http://schemas.microsoft.com/office/drawing/2014/main" id="{9B923AD4-EB8A-D7EB-3941-FA22CE90C58D}"/>
              </a:ext>
            </a:extLst>
          </p:cNvPr>
          <p:cNvSpPr/>
          <p:nvPr/>
        </p:nvSpPr>
        <p:spPr>
          <a:xfrm>
            <a:off x="2072563" y="5116106"/>
            <a:ext cx="1332855" cy="612183"/>
          </a:xfrm>
          <a:prstGeom prst="rect">
            <a:avLst/>
          </a:prstGeom>
          <a:solidFill>
            <a:srgbClr val="126AF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Motor</a:t>
            </a:r>
            <a:endParaRPr lang="en-DK" sz="1600" dirty="0"/>
          </a:p>
        </p:txBody>
      </p:sp>
      <p:cxnSp>
        <p:nvCxnSpPr>
          <p:cNvPr id="10" name="Straight Arrow Connector 9">
            <a:extLst>
              <a:ext uri="{FF2B5EF4-FFF2-40B4-BE49-F238E27FC236}">
                <a16:creationId xmlns:a16="http://schemas.microsoft.com/office/drawing/2014/main" id="{645AD453-7ABF-1074-AE98-ADAACD207588}"/>
              </a:ext>
            </a:extLst>
          </p:cNvPr>
          <p:cNvCxnSpPr>
            <a:stCxn id="8" idx="0"/>
            <a:endCxn id="5" idx="2"/>
          </p:cNvCxnSpPr>
          <p:nvPr/>
        </p:nvCxnSpPr>
        <p:spPr>
          <a:xfrm flipV="1">
            <a:off x="2738991" y="4548752"/>
            <a:ext cx="825620" cy="567354"/>
          </a:xfrm>
          <a:prstGeom prst="straightConnector1">
            <a:avLst/>
          </a:prstGeom>
          <a:ln>
            <a:solidFill>
              <a:schemeClr val="accent2"/>
            </a:solidFill>
            <a:headEnd type="none" w="lg" len="med"/>
            <a:tailEnd type="triangle"/>
          </a:ln>
        </p:spPr>
        <p:style>
          <a:lnRef idx="1">
            <a:schemeClr val="accent1"/>
          </a:lnRef>
          <a:fillRef idx="0">
            <a:schemeClr val="accent1"/>
          </a:fillRef>
          <a:effectRef idx="0">
            <a:schemeClr val="accent1"/>
          </a:effectRef>
          <a:fontRef idx="minor">
            <a:schemeClr val="tx1"/>
          </a:fontRef>
        </p:style>
      </p:cxnSp>
      <p:sp>
        <p:nvSpPr>
          <p:cNvPr id="11" name="Rectangle 10">
            <a:extLst>
              <a:ext uri="{FF2B5EF4-FFF2-40B4-BE49-F238E27FC236}">
                <a16:creationId xmlns:a16="http://schemas.microsoft.com/office/drawing/2014/main" id="{A3BE1BD0-E7DC-F902-51EB-43BDDB325F8A}"/>
              </a:ext>
            </a:extLst>
          </p:cNvPr>
          <p:cNvSpPr/>
          <p:nvPr/>
        </p:nvSpPr>
        <p:spPr>
          <a:xfrm>
            <a:off x="3720549" y="5116106"/>
            <a:ext cx="1332855" cy="612183"/>
          </a:xfrm>
          <a:prstGeom prst="rect">
            <a:avLst/>
          </a:prstGeom>
          <a:solidFill>
            <a:srgbClr val="126AF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Pump</a:t>
            </a:r>
            <a:endParaRPr lang="en-DK" sz="1600" dirty="0"/>
          </a:p>
        </p:txBody>
      </p:sp>
      <p:cxnSp>
        <p:nvCxnSpPr>
          <p:cNvPr id="13" name="Straight Arrow Connector 12">
            <a:extLst>
              <a:ext uri="{FF2B5EF4-FFF2-40B4-BE49-F238E27FC236}">
                <a16:creationId xmlns:a16="http://schemas.microsoft.com/office/drawing/2014/main" id="{805F759B-83CF-5508-853F-79814D1AEEFE}"/>
              </a:ext>
            </a:extLst>
          </p:cNvPr>
          <p:cNvCxnSpPr>
            <a:stCxn id="11" idx="0"/>
            <a:endCxn id="5" idx="2"/>
          </p:cNvCxnSpPr>
          <p:nvPr/>
        </p:nvCxnSpPr>
        <p:spPr>
          <a:xfrm flipH="1" flipV="1">
            <a:off x="3564611" y="4548752"/>
            <a:ext cx="822366" cy="567354"/>
          </a:xfrm>
          <a:prstGeom prst="straightConnector1">
            <a:avLst/>
          </a:prstGeom>
          <a:ln>
            <a:solidFill>
              <a:schemeClr val="accent2"/>
            </a:solidFill>
            <a:headEnd type="none" w="lg" len="med"/>
            <a:tailEnd type="triangle"/>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6E642625-B1BA-0EFE-732E-ABAF9046F786}"/>
              </a:ext>
            </a:extLst>
          </p:cNvPr>
          <p:cNvSpPr txBox="1"/>
          <p:nvPr/>
        </p:nvSpPr>
        <p:spPr>
          <a:xfrm>
            <a:off x="2738991" y="3479369"/>
            <a:ext cx="1622560" cy="338554"/>
          </a:xfrm>
          <a:prstGeom prst="rect">
            <a:avLst/>
          </a:prstGeom>
          <a:noFill/>
        </p:spPr>
        <p:txBody>
          <a:bodyPr wrap="none" rtlCol="0">
            <a:spAutoFit/>
          </a:bodyPr>
          <a:lstStyle/>
          <a:p>
            <a:pPr algn="l"/>
            <a:r>
              <a:rPr lang="en-US" sz="1600" dirty="0"/>
              <a:t>Domain model 1</a:t>
            </a:r>
            <a:endParaRPr lang="en-DK" sz="1600" dirty="0"/>
          </a:p>
        </p:txBody>
      </p:sp>
      <p:sp>
        <p:nvSpPr>
          <p:cNvPr id="15" name="Rectangle 14">
            <a:extLst>
              <a:ext uri="{FF2B5EF4-FFF2-40B4-BE49-F238E27FC236}">
                <a16:creationId xmlns:a16="http://schemas.microsoft.com/office/drawing/2014/main" id="{B951E429-0171-8EF9-5EE9-AB67BA02DB37}"/>
              </a:ext>
            </a:extLst>
          </p:cNvPr>
          <p:cNvSpPr/>
          <p:nvPr/>
        </p:nvSpPr>
        <p:spPr>
          <a:xfrm>
            <a:off x="9537578" y="3938778"/>
            <a:ext cx="1332855" cy="612183"/>
          </a:xfrm>
          <a:prstGeom prst="rect">
            <a:avLst/>
          </a:prstGeom>
          <a:solidFill>
            <a:srgbClr val="126AF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Product</a:t>
            </a:r>
            <a:endParaRPr lang="en-DK" sz="1600" dirty="0"/>
          </a:p>
        </p:txBody>
      </p:sp>
      <p:sp>
        <p:nvSpPr>
          <p:cNvPr id="16" name="Rectangle 15">
            <a:extLst>
              <a:ext uri="{FF2B5EF4-FFF2-40B4-BE49-F238E27FC236}">
                <a16:creationId xmlns:a16="http://schemas.microsoft.com/office/drawing/2014/main" id="{ABD20486-53CA-ECB9-654D-6EA95D556EC1}"/>
              </a:ext>
            </a:extLst>
          </p:cNvPr>
          <p:cNvSpPr/>
          <p:nvPr/>
        </p:nvSpPr>
        <p:spPr>
          <a:xfrm>
            <a:off x="7075932" y="5118315"/>
            <a:ext cx="1332855" cy="612183"/>
          </a:xfrm>
          <a:prstGeom prst="rect">
            <a:avLst/>
          </a:prstGeom>
          <a:solidFill>
            <a:srgbClr val="126AF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Motor</a:t>
            </a:r>
            <a:endParaRPr lang="en-DK" sz="1600" dirty="0"/>
          </a:p>
        </p:txBody>
      </p:sp>
      <p:sp>
        <p:nvSpPr>
          <p:cNvPr id="18" name="Rectangle 17">
            <a:extLst>
              <a:ext uri="{FF2B5EF4-FFF2-40B4-BE49-F238E27FC236}">
                <a16:creationId xmlns:a16="http://schemas.microsoft.com/office/drawing/2014/main" id="{BA811CDD-B436-F4E9-6E2B-A49785236F28}"/>
              </a:ext>
            </a:extLst>
          </p:cNvPr>
          <p:cNvSpPr/>
          <p:nvPr/>
        </p:nvSpPr>
        <p:spPr>
          <a:xfrm>
            <a:off x="9537579" y="5118315"/>
            <a:ext cx="1332855" cy="612183"/>
          </a:xfrm>
          <a:prstGeom prst="rect">
            <a:avLst/>
          </a:prstGeom>
          <a:solidFill>
            <a:srgbClr val="126AF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Pump</a:t>
            </a:r>
            <a:endParaRPr lang="en-DK" sz="1600" dirty="0"/>
          </a:p>
        </p:txBody>
      </p:sp>
      <p:cxnSp>
        <p:nvCxnSpPr>
          <p:cNvPr id="19" name="Straight Arrow Connector 18">
            <a:extLst>
              <a:ext uri="{FF2B5EF4-FFF2-40B4-BE49-F238E27FC236}">
                <a16:creationId xmlns:a16="http://schemas.microsoft.com/office/drawing/2014/main" id="{28EBD7DF-5CE3-9A46-660E-09B6316838A9}"/>
              </a:ext>
            </a:extLst>
          </p:cNvPr>
          <p:cNvCxnSpPr>
            <a:stCxn id="18" idx="0"/>
            <a:endCxn id="15" idx="2"/>
          </p:cNvCxnSpPr>
          <p:nvPr/>
        </p:nvCxnSpPr>
        <p:spPr>
          <a:xfrm flipH="1" flipV="1">
            <a:off x="10204006" y="4550961"/>
            <a:ext cx="1" cy="567354"/>
          </a:xfrm>
          <a:prstGeom prst="straightConnector1">
            <a:avLst/>
          </a:prstGeom>
          <a:ln>
            <a:solidFill>
              <a:schemeClr val="accent2"/>
            </a:solidFill>
            <a:headEnd type="none" w="lg" len="med"/>
            <a:tailEnd type="triangle"/>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6905A608-0A44-2F6E-5668-5E90CD86E3EC}"/>
              </a:ext>
            </a:extLst>
          </p:cNvPr>
          <p:cNvSpPr txBox="1"/>
          <p:nvPr/>
        </p:nvSpPr>
        <p:spPr>
          <a:xfrm>
            <a:off x="8013580" y="3481578"/>
            <a:ext cx="1649811" cy="338554"/>
          </a:xfrm>
          <a:prstGeom prst="rect">
            <a:avLst/>
          </a:prstGeom>
          <a:noFill/>
        </p:spPr>
        <p:txBody>
          <a:bodyPr wrap="none" rtlCol="0">
            <a:spAutoFit/>
          </a:bodyPr>
          <a:lstStyle/>
          <a:p>
            <a:pPr algn="l"/>
            <a:r>
              <a:rPr lang="en-US" sz="1600" dirty="0"/>
              <a:t>Domain model 2</a:t>
            </a:r>
            <a:endParaRPr lang="en-DK" sz="1600" dirty="0"/>
          </a:p>
        </p:txBody>
      </p:sp>
      <p:sp>
        <p:nvSpPr>
          <p:cNvPr id="28" name="Rectangle 27">
            <a:extLst>
              <a:ext uri="{FF2B5EF4-FFF2-40B4-BE49-F238E27FC236}">
                <a16:creationId xmlns:a16="http://schemas.microsoft.com/office/drawing/2014/main" id="{650F4F1D-7E36-C536-9A28-B5FC36228944}"/>
              </a:ext>
            </a:extLst>
          </p:cNvPr>
          <p:cNvSpPr/>
          <p:nvPr/>
        </p:nvSpPr>
        <p:spPr>
          <a:xfrm>
            <a:off x="7075931" y="3932495"/>
            <a:ext cx="1332855" cy="612183"/>
          </a:xfrm>
          <a:prstGeom prst="rect">
            <a:avLst/>
          </a:prstGeom>
          <a:solidFill>
            <a:srgbClr val="126AF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Component</a:t>
            </a:r>
            <a:endParaRPr lang="en-DK" sz="1600" dirty="0"/>
          </a:p>
        </p:txBody>
      </p:sp>
      <p:cxnSp>
        <p:nvCxnSpPr>
          <p:cNvPr id="29" name="Straight Arrow Connector 28">
            <a:extLst>
              <a:ext uri="{FF2B5EF4-FFF2-40B4-BE49-F238E27FC236}">
                <a16:creationId xmlns:a16="http://schemas.microsoft.com/office/drawing/2014/main" id="{BC99B0CA-5F19-BFD9-38A3-738D41829067}"/>
              </a:ext>
            </a:extLst>
          </p:cNvPr>
          <p:cNvCxnSpPr>
            <a:cxnSpLocks/>
            <a:stCxn id="16" idx="0"/>
            <a:endCxn id="28" idx="2"/>
          </p:cNvCxnSpPr>
          <p:nvPr/>
        </p:nvCxnSpPr>
        <p:spPr>
          <a:xfrm flipH="1" flipV="1">
            <a:off x="7742359" y="4544678"/>
            <a:ext cx="1" cy="573637"/>
          </a:xfrm>
          <a:prstGeom prst="straightConnector1">
            <a:avLst/>
          </a:prstGeom>
          <a:ln>
            <a:solidFill>
              <a:schemeClr val="accent2"/>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76D07533-CEF4-160D-AF18-7809140AC0A8}"/>
              </a:ext>
            </a:extLst>
          </p:cNvPr>
          <p:cNvCxnSpPr>
            <a:stCxn id="16" idx="3"/>
            <a:endCxn id="18" idx="1"/>
          </p:cNvCxnSpPr>
          <p:nvPr/>
        </p:nvCxnSpPr>
        <p:spPr>
          <a:xfrm>
            <a:off x="8408787" y="5424407"/>
            <a:ext cx="1128792" cy="0"/>
          </a:xfrm>
          <a:prstGeom prst="straightConnector1">
            <a:avLst/>
          </a:prstGeom>
          <a:ln>
            <a:solidFill>
              <a:schemeClr val="accent2"/>
            </a:solidFill>
            <a:headEnd type="none" w="lg" len="med"/>
            <a:tailEnd type="triangle"/>
          </a:ln>
        </p:spPr>
        <p:style>
          <a:lnRef idx="1">
            <a:schemeClr val="accent1"/>
          </a:lnRef>
          <a:fillRef idx="0">
            <a:schemeClr val="accent1"/>
          </a:fillRef>
          <a:effectRef idx="0">
            <a:schemeClr val="accent1"/>
          </a:effectRef>
          <a:fontRef idx="minor">
            <a:schemeClr val="tx1"/>
          </a:fontRef>
        </p:style>
      </p:cxnSp>
      <p:sp>
        <p:nvSpPr>
          <p:cNvPr id="34" name="TextBox 33">
            <a:extLst>
              <a:ext uri="{FF2B5EF4-FFF2-40B4-BE49-F238E27FC236}">
                <a16:creationId xmlns:a16="http://schemas.microsoft.com/office/drawing/2014/main" id="{80BEEC6D-6864-8A7B-A11E-DD379A7B6158}"/>
              </a:ext>
            </a:extLst>
          </p:cNvPr>
          <p:cNvSpPr txBox="1"/>
          <p:nvPr/>
        </p:nvSpPr>
        <p:spPr>
          <a:xfrm>
            <a:off x="8567265" y="5118315"/>
            <a:ext cx="780983" cy="338554"/>
          </a:xfrm>
          <a:prstGeom prst="rect">
            <a:avLst/>
          </a:prstGeom>
          <a:noFill/>
        </p:spPr>
        <p:txBody>
          <a:bodyPr wrap="none" rtlCol="0">
            <a:spAutoFit/>
          </a:bodyPr>
          <a:lstStyle/>
          <a:p>
            <a:pPr algn="l"/>
            <a:r>
              <a:rPr lang="en-US" sz="1600" dirty="0"/>
              <a:t>part of</a:t>
            </a:r>
            <a:endParaRPr lang="en-DK" sz="1600" dirty="0"/>
          </a:p>
        </p:txBody>
      </p:sp>
    </p:spTree>
    <p:extLst>
      <p:ext uri="{BB962C8B-B14F-4D97-AF65-F5344CB8AC3E}">
        <p14:creationId xmlns:p14="http://schemas.microsoft.com/office/powerpoint/2010/main" val="333626616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9A83D4-1907-AA23-425A-383BF44C0F1D}"/>
              </a:ext>
            </a:extLst>
          </p:cNvPr>
          <p:cNvSpPr>
            <a:spLocks noGrp="1"/>
          </p:cNvSpPr>
          <p:nvPr>
            <p:ph type="title"/>
          </p:nvPr>
        </p:nvSpPr>
        <p:spPr>
          <a:xfrm>
            <a:off x="523875" y="233752"/>
            <a:ext cx="9713913" cy="692773"/>
          </a:xfrm>
        </p:spPr>
        <p:txBody>
          <a:bodyPr/>
          <a:lstStyle/>
          <a:p>
            <a:r>
              <a:rPr lang="en-US" dirty="0"/>
              <a:t>Detour: Data Mapping success story!</a:t>
            </a:r>
            <a:endParaRPr lang="en-DK" dirty="0"/>
          </a:p>
        </p:txBody>
      </p:sp>
      <p:pic>
        <p:nvPicPr>
          <p:cNvPr id="4" name="Picture 3">
            <a:extLst>
              <a:ext uri="{FF2B5EF4-FFF2-40B4-BE49-F238E27FC236}">
                <a16:creationId xmlns:a16="http://schemas.microsoft.com/office/drawing/2014/main" id="{14653688-E491-955E-4ED3-1A6445AAD6B2}"/>
              </a:ext>
            </a:extLst>
          </p:cNvPr>
          <p:cNvPicPr>
            <a:picLocks noChangeAspect="1"/>
          </p:cNvPicPr>
          <p:nvPr/>
        </p:nvPicPr>
        <p:blipFill>
          <a:blip r:embed="rId3"/>
          <a:stretch>
            <a:fillRect/>
          </a:stretch>
        </p:blipFill>
        <p:spPr>
          <a:xfrm>
            <a:off x="523875" y="1587500"/>
            <a:ext cx="11144250" cy="4457700"/>
          </a:xfrm>
          <a:prstGeom prst="rect">
            <a:avLst/>
          </a:prstGeom>
        </p:spPr>
      </p:pic>
      <p:grpSp>
        <p:nvGrpSpPr>
          <p:cNvPr id="6" name="Group 5">
            <a:extLst>
              <a:ext uri="{FF2B5EF4-FFF2-40B4-BE49-F238E27FC236}">
                <a16:creationId xmlns:a16="http://schemas.microsoft.com/office/drawing/2014/main" id="{B2BAA19D-EF10-8AC1-3A0C-F3A204280926}"/>
              </a:ext>
            </a:extLst>
          </p:cNvPr>
          <p:cNvGrpSpPr/>
          <p:nvPr/>
        </p:nvGrpSpPr>
        <p:grpSpPr>
          <a:xfrm>
            <a:off x="5894389" y="926525"/>
            <a:ext cx="5013816" cy="4343975"/>
            <a:chOff x="5894389" y="926525"/>
            <a:chExt cx="5013816" cy="4343975"/>
          </a:xfrm>
        </p:grpSpPr>
        <p:pic>
          <p:nvPicPr>
            <p:cNvPr id="1026" name="Picture 2" descr="treble clef, bass clef, alto clef, tenor clef, E flat major scale">
              <a:extLst>
                <a:ext uri="{FF2B5EF4-FFF2-40B4-BE49-F238E27FC236}">
                  <a16:creationId xmlns:a16="http://schemas.microsoft.com/office/drawing/2014/main" id="{860BBAFD-ECDA-5A95-A4FF-59A160ED5EA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894389" y="1435100"/>
              <a:ext cx="4572294" cy="3835400"/>
            </a:xfrm>
            <a:prstGeom prst="rect">
              <a:avLst/>
            </a:prstGeom>
            <a:solidFill>
              <a:schemeClr val="bg1"/>
            </a:solidFill>
            <a:effectLst>
              <a:outerShdw blurRad="50800" dist="38100" dir="5400000" algn="t" rotWithShape="0">
                <a:prstClr val="black">
                  <a:alpha val="40000"/>
                </a:prstClr>
              </a:outerShdw>
            </a:effectLst>
          </p:spPr>
        </p:pic>
        <p:sp>
          <p:nvSpPr>
            <p:cNvPr id="5" name="TextBox 4">
              <a:extLst>
                <a:ext uri="{FF2B5EF4-FFF2-40B4-BE49-F238E27FC236}">
                  <a16:creationId xmlns:a16="http://schemas.microsoft.com/office/drawing/2014/main" id="{9648BB09-3E5A-93AB-C695-42D14F02E60A}"/>
                </a:ext>
              </a:extLst>
            </p:cNvPr>
            <p:cNvSpPr txBox="1"/>
            <p:nvPr/>
          </p:nvSpPr>
          <p:spPr>
            <a:xfrm>
              <a:off x="6193453" y="926525"/>
              <a:ext cx="4714752" cy="584775"/>
            </a:xfrm>
            <a:prstGeom prst="rect">
              <a:avLst/>
            </a:prstGeom>
            <a:noFill/>
          </p:spPr>
          <p:txBody>
            <a:bodyPr wrap="none" rtlCol="0">
              <a:spAutoFit/>
            </a:bodyPr>
            <a:lstStyle/>
            <a:p>
              <a:pPr algn="l"/>
              <a:r>
                <a:rPr lang="en-US" sz="1600" dirty="0"/>
                <a:t>Eb major scale in different data languages:</a:t>
              </a:r>
            </a:p>
            <a:p>
              <a:pPr algn="l"/>
              <a:r>
                <a:rPr lang="en-US" sz="1600" dirty="0"/>
                <a:t>“treble clef”, “bass clef”, “alto clef” and “tenor clef”.</a:t>
              </a:r>
              <a:endParaRPr lang="en-DK" sz="1600" dirty="0"/>
            </a:p>
          </p:txBody>
        </p:sp>
      </p:grpSp>
      <p:sp>
        <p:nvSpPr>
          <p:cNvPr id="7" name="TextBox 6">
            <a:extLst>
              <a:ext uri="{FF2B5EF4-FFF2-40B4-BE49-F238E27FC236}">
                <a16:creationId xmlns:a16="http://schemas.microsoft.com/office/drawing/2014/main" id="{7F8026A5-ADF5-C1BD-64B9-2B1787AB4C30}"/>
              </a:ext>
            </a:extLst>
          </p:cNvPr>
          <p:cNvSpPr txBox="1"/>
          <p:nvPr/>
        </p:nvSpPr>
        <p:spPr>
          <a:xfrm>
            <a:off x="8056880" y="6599910"/>
            <a:ext cx="8077200" cy="276999"/>
          </a:xfrm>
          <a:prstGeom prst="rect">
            <a:avLst/>
          </a:prstGeom>
          <a:noFill/>
        </p:spPr>
        <p:txBody>
          <a:bodyPr wrap="square">
            <a:spAutoFit/>
          </a:bodyPr>
          <a:lstStyle/>
          <a:p>
            <a:r>
              <a:rPr lang="en-US" sz="1200" dirty="0"/>
              <a:t>Source: </a:t>
            </a:r>
            <a:r>
              <a:rPr lang="en-DK" sz="1200" dirty="0"/>
              <a:t>https://www.youtube.com/watch?v=Y9nNgI6Oo8g</a:t>
            </a:r>
          </a:p>
        </p:txBody>
      </p:sp>
    </p:spTree>
    <p:extLst>
      <p:ext uri="{BB962C8B-B14F-4D97-AF65-F5344CB8AC3E}">
        <p14:creationId xmlns:p14="http://schemas.microsoft.com/office/powerpoint/2010/main" val="4666165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40C1A8-6239-012B-6F65-FF985AC74605}"/>
              </a:ext>
            </a:extLst>
          </p:cNvPr>
          <p:cNvSpPr>
            <a:spLocks noGrp="1"/>
          </p:cNvSpPr>
          <p:nvPr>
            <p:ph type="title"/>
          </p:nvPr>
        </p:nvSpPr>
        <p:spPr/>
        <p:txBody>
          <a:bodyPr/>
          <a:lstStyle/>
          <a:p>
            <a:r>
              <a:rPr lang="en-US" dirty="0"/>
              <a:t>Shared Kernel</a:t>
            </a:r>
            <a:endParaRPr lang="en-DK" dirty="0"/>
          </a:p>
        </p:txBody>
      </p:sp>
      <p:sp>
        <p:nvSpPr>
          <p:cNvPr id="4" name="TextBox 3">
            <a:extLst>
              <a:ext uri="{FF2B5EF4-FFF2-40B4-BE49-F238E27FC236}">
                <a16:creationId xmlns:a16="http://schemas.microsoft.com/office/drawing/2014/main" id="{71FDE591-7ECB-4EC5-8D5C-E5A5BD8DB830}"/>
              </a:ext>
            </a:extLst>
          </p:cNvPr>
          <p:cNvSpPr txBox="1"/>
          <p:nvPr/>
        </p:nvSpPr>
        <p:spPr>
          <a:xfrm>
            <a:off x="244929" y="1196975"/>
            <a:ext cx="11723914" cy="4770537"/>
          </a:xfrm>
          <a:prstGeom prst="rect">
            <a:avLst/>
          </a:prstGeom>
          <a:noFill/>
        </p:spPr>
        <p:txBody>
          <a:bodyPr wrap="square">
            <a:spAutoFit/>
          </a:bodyPr>
          <a:lstStyle/>
          <a:p>
            <a:r>
              <a:rPr lang="en-US" sz="1600" i="1" dirty="0"/>
              <a:t>“</a:t>
            </a:r>
            <a:r>
              <a:rPr lang="en-DK" sz="1600" i="1" dirty="0"/>
              <a:t>Sharing a part of the model and associated code is a very intimate interdependency, which can leverage design work or undermine it. </a:t>
            </a:r>
            <a:endParaRPr lang="en-US" sz="1600" i="1" dirty="0"/>
          </a:p>
          <a:p>
            <a:endParaRPr lang="en-US" sz="1600" i="1" dirty="0"/>
          </a:p>
          <a:p>
            <a:r>
              <a:rPr lang="en-DK" sz="1600" i="1" dirty="0"/>
              <a:t>When functional integration is limited, the overhead of continuous integration of a large context may be deemed too high. This may especially be true when the team does not have the skill or the political organization to maintain continuous integration, or when a single team is simply too big and unwieldy. So separate bounded contexts might be defined and multiple teams formed. </a:t>
            </a:r>
            <a:endParaRPr lang="en-US" sz="1600" i="1" dirty="0"/>
          </a:p>
          <a:p>
            <a:endParaRPr lang="en-US" sz="1600" i="1" dirty="0"/>
          </a:p>
          <a:p>
            <a:r>
              <a:rPr lang="en-DK" sz="1600" i="1" dirty="0"/>
              <a:t>Once separate, uncoordinated teams working on closely related applications can go racing forward for a while, but what they produce may not fit together. Even partner teams can end up spending a great deal on translation layers and retrofitting, meanwhile duplicating effort and losing the benefits of a common ubiquitous language. </a:t>
            </a:r>
            <a:endParaRPr lang="en-US" sz="1600" i="1" dirty="0"/>
          </a:p>
          <a:p>
            <a:endParaRPr lang="en-US" sz="1600" i="1" dirty="0"/>
          </a:p>
          <a:p>
            <a:r>
              <a:rPr lang="en-DK" sz="1600" i="1" dirty="0"/>
              <a:t>Therefore: </a:t>
            </a:r>
            <a:endParaRPr lang="en-US" sz="1600" i="1" dirty="0"/>
          </a:p>
          <a:p>
            <a:endParaRPr lang="en-US" sz="1600" i="1" dirty="0"/>
          </a:p>
          <a:p>
            <a:r>
              <a:rPr lang="en-DK" sz="1600" b="1" i="1" dirty="0"/>
              <a:t>Designate with an explicit boundary some subset of the domain model that the teams agree to share. Keep this kernel small. </a:t>
            </a:r>
            <a:endParaRPr lang="en-US" sz="1600" b="1" i="1" dirty="0"/>
          </a:p>
          <a:p>
            <a:endParaRPr lang="en-US" sz="1600" b="1" i="1" dirty="0"/>
          </a:p>
          <a:p>
            <a:r>
              <a:rPr lang="en-DK" sz="1600" b="1" i="1" dirty="0"/>
              <a:t>Within this boundary, include, along with this subset of the model, the subset of code or of the database design associated with that part of the model. This explicitly shared stuff has special status, and shouldn’t be changed without consultation with the other team. </a:t>
            </a:r>
            <a:endParaRPr lang="en-US" sz="1600" b="1" i="1" dirty="0"/>
          </a:p>
          <a:p>
            <a:endParaRPr lang="en-US" sz="1600" i="1" dirty="0"/>
          </a:p>
          <a:p>
            <a:r>
              <a:rPr lang="en-DK" sz="1600" i="1" dirty="0"/>
              <a:t>Define a continuous integration process that will keep the kernel model tight and align the ubiquitous language of the teams. Integrate a functional system frequently, though somewhat less often than the pace of continuous integration within the teams.</a:t>
            </a:r>
            <a:r>
              <a:rPr lang="en-US" sz="1600" i="1" dirty="0"/>
              <a:t>“</a:t>
            </a:r>
            <a:endParaRPr lang="en-DK" sz="1600" i="1" dirty="0"/>
          </a:p>
        </p:txBody>
      </p:sp>
      <p:sp>
        <p:nvSpPr>
          <p:cNvPr id="6" name="TextBox 5">
            <a:extLst>
              <a:ext uri="{FF2B5EF4-FFF2-40B4-BE49-F238E27FC236}">
                <a16:creationId xmlns:a16="http://schemas.microsoft.com/office/drawing/2014/main" id="{09F67B71-D373-B047-A54D-4C423A8C7E3F}"/>
              </a:ext>
            </a:extLst>
          </p:cNvPr>
          <p:cNvSpPr txBox="1"/>
          <p:nvPr/>
        </p:nvSpPr>
        <p:spPr>
          <a:xfrm>
            <a:off x="244929" y="6198620"/>
            <a:ext cx="11723913" cy="830997"/>
          </a:xfrm>
          <a:prstGeom prst="rect">
            <a:avLst/>
          </a:prstGeom>
          <a:noFill/>
        </p:spPr>
        <p:txBody>
          <a:bodyPr wrap="square">
            <a:spAutoFit/>
          </a:bodyPr>
          <a:lstStyle/>
          <a:p>
            <a:r>
              <a:rPr lang="en-US" dirty="0">
                <a:hlinkClick r:id="rId3"/>
              </a:rPr>
              <a:t>Eric Evans: “DDD reference” </a:t>
            </a:r>
            <a:r>
              <a:rPr lang="en-DK" dirty="0">
                <a:hlinkClick r:id="rId3"/>
              </a:rPr>
              <a:t>https://tinyurl.com/DDDRefEricEvans</a:t>
            </a:r>
            <a:endParaRPr lang="en-US" dirty="0"/>
          </a:p>
          <a:p>
            <a:endParaRPr lang="en-DK" dirty="0"/>
          </a:p>
        </p:txBody>
      </p:sp>
    </p:spTree>
    <p:extLst>
      <p:ext uri="{BB962C8B-B14F-4D97-AF65-F5344CB8AC3E}">
        <p14:creationId xmlns:p14="http://schemas.microsoft.com/office/powerpoint/2010/main" val="88895888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32DF45-3C66-280A-8334-B0DB30F64732}"/>
              </a:ext>
            </a:extLst>
          </p:cNvPr>
          <p:cNvSpPr>
            <a:spLocks noGrp="1"/>
          </p:cNvSpPr>
          <p:nvPr>
            <p:ph type="title"/>
          </p:nvPr>
        </p:nvSpPr>
        <p:spPr/>
        <p:txBody>
          <a:bodyPr/>
          <a:lstStyle/>
          <a:p>
            <a:r>
              <a:rPr lang="en-US" dirty="0"/>
              <a:t>Conductor – Musician domain language relation. Shared Kernel</a:t>
            </a:r>
            <a:endParaRPr lang="en-DK" dirty="0"/>
          </a:p>
        </p:txBody>
      </p:sp>
      <p:pic>
        <p:nvPicPr>
          <p:cNvPr id="6" name="Graphic 5">
            <a:extLst>
              <a:ext uri="{FF2B5EF4-FFF2-40B4-BE49-F238E27FC236}">
                <a16:creationId xmlns:a16="http://schemas.microsoft.com/office/drawing/2014/main" id="{9948A15C-6C5C-0307-DCBF-C9C4ABE047FA}"/>
              </a:ext>
            </a:extLst>
          </p:cNvPr>
          <p:cNvPicPr>
            <a:picLocks noChangeAspect="1"/>
          </p:cNvPicPr>
          <p:nvPr/>
        </p:nvPicPr>
        <p:blipFill>
          <a:blip r:embed="rId3">
            <a:extLst>
              <a:ext uri="{96DAC541-7B7A-43D3-8B79-37D633B846F1}">
                <asvg:svgBlip xmlns:asvg="http://schemas.microsoft.com/office/drawing/2016/SVG/main" r:embed="rId4"/>
              </a:ext>
            </a:extLst>
          </a:blip>
          <a:srcRect l="2" r="22094"/>
          <a:stretch>
            <a:fillRect/>
          </a:stretch>
        </p:blipFill>
        <p:spPr>
          <a:xfrm>
            <a:off x="100439" y="2660715"/>
            <a:ext cx="11831356" cy="2331163"/>
          </a:xfrm>
          <a:prstGeom prst="rect">
            <a:avLst/>
          </a:prstGeom>
        </p:spPr>
      </p:pic>
    </p:spTree>
    <p:extLst>
      <p:ext uri="{BB962C8B-B14F-4D97-AF65-F5344CB8AC3E}">
        <p14:creationId xmlns:p14="http://schemas.microsoft.com/office/powerpoint/2010/main" val="246343059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F6D897-A7B9-D64D-A052-3D1FA56022C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C250B99-D026-15D1-1676-5537B39F011F}"/>
              </a:ext>
            </a:extLst>
          </p:cNvPr>
          <p:cNvSpPr>
            <a:spLocks noGrp="1"/>
          </p:cNvSpPr>
          <p:nvPr>
            <p:ph type="title"/>
          </p:nvPr>
        </p:nvSpPr>
        <p:spPr/>
        <p:txBody>
          <a:bodyPr/>
          <a:lstStyle/>
          <a:p>
            <a:r>
              <a:rPr lang="en-US" dirty="0"/>
              <a:t>Domain Driven Design Analysis</a:t>
            </a:r>
            <a:endParaRPr lang="en-DK" dirty="0"/>
          </a:p>
        </p:txBody>
      </p:sp>
      <p:pic>
        <p:nvPicPr>
          <p:cNvPr id="4" name="Graphic 3">
            <a:extLst>
              <a:ext uri="{FF2B5EF4-FFF2-40B4-BE49-F238E27FC236}">
                <a16:creationId xmlns:a16="http://schemas.microsoft.com/office/drawing/2014/main" id="{163E302F-6EB2-7AC1-C44D-2A03FF4EE8F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406179" y="1389759"/>
            <a:ext cx="2983195" cy="4964039"/>
          </a:xfrm>
          <a:prstGeom prst="rect">
            <a:avLst/>
          </a:prstGeom>
        </p:spPr>
      </p:pic>
      <p:pic>
        <p:nvPicPr>
          <p:cNvPr id="3" name="Graphic 2">
            <a:extLst>
              <a:ext uri="{FF2B5EF4-FFF2-40B4-BE49-F238E27FC236}">
                <a16:creationId xmlns:a16="http://schemas.microsoft.com/office/drawing/2014/main" id="{FCD6F660-A4F8-DA2D-EFB2-89B67F51AA03}"/>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802626" y="1389759"/>
            <a:ext cx="2983195" cy="4964039"/>
          </a:xfrm>
          <a:prstGeom prst="rect">
            <a:avLst/>
          </a:prstGeom>
        </p:spPr>
      </p:pic>
      <p:sp>
        <p:nvSpPr>
          <p:cNvPr id="5" name="Rectangle 4">
            <a:extLst>
              <a:ext uri="{FF2B5EF4-FFF2-40B4-BE49-F238E27FC236}">
                <a16:creationId xmlns:a16="http://schemas.microsoft.com/office/drawing/2014/main" id="{00A8B227-69FF-B8F5-0ABD-6649B8C45B3E}"/>
              </a:ext>
            </a:extLst>
          </p:cNvPr>
          <p:cNvSpPr/>
          <p:nvPr/>
        </p:nvSpPr>
        <p:spPr>
          <a:xfrm>
            <a:off x="8885817" y="4948517"/>
            <a:ext cx="523539" cy="333488"/>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ACL</a:t>
            </a:r>
            <a:endParaRPr lang="en-DK" sz="1600" dirty="0">
              <a:solidFill>
                <a:schemeClr val="tx1"/>
              </a:solidFill>
            </a:endParaRPr>
          </a:p>
        </p:txBody>
      </p:sp>
      <p:sp>
        <p:nvSpPr>
          <p:cNvPr id="6" name="TextBox 5">
            <a:extLst>
              <a:ext uri="{FF2B5EF4-FFF2-40B4-BE49-F238E27FC236}">
                <a16:creationId xmlns:a16="http://schemas.microsoft.com/office/drawing/2014/main" id="{B7A748F1-A554-7156-67B6-AAA32CA94B66}"/>
              </a:ext>
            </a:extLst>
          </p:cNvPr>
          <p:cNvSpPr txBox="1"/>
          <p:nvPr/>
        </p:nvSpPr>
        <p:spPr>
          <a:xfrm>
            <a:off x="1753497" y="6429101"/>
            <a:ext cx="1697901" cy="338554"/>
          </a:xfrm>
          <a:prstGeom prst="rect">
            <a:avLst/>
          </a:prstGeom>
          <a:noFill/>
        </p:spPr>
        <p:txBody>
          <a:bodyPr wrap="none" rtlCol="0">
            <a:spAutoFit/>
          </a:bodyPr>
          <a:lstStyle/>
          <a:p>
            <a:pPr algn="l"/>
            <a:r>
              <a:rPr lang="en-US" sz="1600" dirty="0"/>
              <a:t>“Lazy Conductor”</a:t>
            </a:r>
            <a:endParaRPr lang="en-DK" sz="1600" dirty="0"/>
          </a:p>
        </p:txBody>
      </p:sp>
      <p:sp>
        <p:nvSpPr>
          <p:cNvPr id="7" name="TextBox 6">
            <a:extLst>
              <a:ext uri="{FF2B5EF4-FFF2-40B4-BE49-F238E27FC236}">
                <a16:creationId xmlns:a16="http://schemas.microsoft.com/office/drawing/2014/main" id="{73EC08E4-183F-F3A0-4E0F-0B6CF399A0C0}"/>
              </a:ext>
            </a:extLst>
          </p:cNvPr>
          <p:cNvSpPr txBox="1"/>
          <p:nvPr/>
        </p:nvSpPr>
        <p:spPr>
          <a:xfrm>
            <a:off x="8115414" y="6454588"/>
            <a:ext cx="1837362" cy="338554"/>
          </a:xfrm>
          <a:prstGeom prst="rect">
            <a:avLst/>
          </a:prstGeom>
          <a:noFill/>
        </p:spPr>
        <p:txBody>
          <a:bodyPr wrap="none" rtlCol="0">
            <a:spAutoFit/>
          </a:bodyPr>
          <a:lstStyle/>
          <a:p>
            <a:pPr algn="l"/>
            <a:r>
              <a:rPr lang="en-US" sz="1600" dirty="0"/>
              <a:t>“Angry Conductor”</a:t>
            </a:r>
            <a:endParaRPr lang="en-DK" sz="1600" dirty="0"/>
          </a:p>
        </p:txBody>
      </p:sp>
    </p:spTree>
    <p:extLst>
      <p:ext uri="{BB962C8B-B14F-4D97-AF65-F5344CB8AC3E}">
        <p14:creationId xmlns:p14="http://schemas.microsoft.com/office/powerpoint/2010/main" val="412627619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3644F2-B7DB-AA4B-BA02-60E25B88469E}"/>
              </a:ext>
            </a:extLst>
          </p:cNvPr>
          <p:cNvSpPr>
            <a:spLocks noGrp="1"/>
          </p:cNvSpPr>
          <p:nvPr>
            <p:ph type="title"/>
          </p:nvPr>
        </p:nvSpPr>
        <p:spPr/>
        <p:txBody>
          <a:bodyPr/>
          <a:lstStyle/>
          <a:p>
            <a:r>
              <a:rPr lang="en-US" dirty="0"/>
              <a:t>DDD Patterns of relationships between bounded contexts (Eric Evans)</a:t>
            </a:r>
            <a:endParaRPr lang="en-DK" dirty="0"/>
          </a:p>
        </p:txBody>
      </p:sp>
      <p:sp>
        <p:nvSpPr>
          <p:cNvPr id="3" name="Content Placeholder 2">
            <a:extLst>
              <a:ext uri="{FF2B5EF4-FFF2-40B4-BE49-F238E27FC236}">
                <a16:creationId xmlns:a16="http://schemas.microsoft.com/office/drawing/2014/main" id="{DC43496F-5AA3-5828-7EB6-68D46B09D0AE}"/>
              </a:ext>
            </a:extLst>
          </p:cNvPr>
          <p:cNvSpPr>
            <a:spLocks noGrp="1"/>
          </p:cNvSpPr>
          <p:nvPr>
            <p:ph idx="1"/>
          </p:nvPr>
        </p:nvSpPr>
        <p:spPr>
          <a:xfrm>
            <a:off x="530226" y="1321669"/>
            <a:ext cx="2573192" cy="2791975"/>
          </a:xfrm>
        </p:spPr>
        <p:txBody>
          <a:bodyPr/>
          <a:lstStyle/>
          <a:p>
            <a:r>
              <a:rPr lang="en-US" dirty="0"/>
              <a:t>Single Bounded Context</a:t>
            </a:r>
          </a:p>
          <a:p>
            <a:r>
              <a:rPr lang="en-US" dirty="0"/>
              <a:t>Shared kernel</a:t>
            </a:r>
          </a:p>
          <a:p>
            <a:r>
              <a:rPr lang="en-US" dirty="0"/>
              <a:t>Customer/Supplier</a:t>
            </a:r>
          </a:p>
          <a:p>
            <a:r>
              <a:rPr lang="en-US" dirty="0"/>
              <a:t>Conformist</a:t>
            </a:r>
          </a:p>
          <a:p>
            <a:r>
              <a:rPr lang="en-US" dirty="0"/>
              <a:t>Anticorruption Layer</a:t>
            </a:r>
          </a:p>
          <a:p>
            <a:r>
              <a:rPr lang="en-US" dirty="0"/>
              <a:t>Separate Ways</a:t>
            </a:r>
          </a:p>
          <a:p>
            <a:r>
              <a:rPr lang="en-US" dirty="0"/>
              <a:t>Open Host Service</a:t>
            </a:r>
          </a:p>
        </p:txBody>
      </p:sp>
      <p:cxnSp>
        <p:nvCxnSpPr>
          <p:cNvPr id="5" name="Straight Arrow Connector 4">
            <a:extLst>
              <a:ext uri="{FF2B5EF4-FFF2-40B4-BE49-F238E27FC236}">
                <a16:creationId xmlns:a16="http://schemas.microsoft.com/office/drawing/2014/main" id="{A1BD721B-4BC1-FC3F-3B94-58DF83DF02BE}"/>
              </a:ext>
            </a:extLst>
          </p:cNvPr>
          <p:cNvCxnSpPr>
            <a:cxnSpLocks/>
          </p:cNvCxnSpPr>
          <p:nvPr/>
        </p:nvCxnSpPr>
        <p:spPr>
          <a:xfrm flipV="1">
            <a:off x="4405745" y="1399309"/>
            <a:ext cx="0" cy="5179283"/>
          </a:xfrm>
          <a:prstGeom prst="straightConnector1">
            <a:avLst/>
          </a:prstGeom>
          <a:ln>
            <a:solidFill>
              <a:schemeClr val="accent2"/>
            </a:solidFill>
            <a:headEnd type="none" w="lg" len="med"/>
            <a:tailEnd type="triangle"/>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1077C27D-4933-557D-F6AB-5417BAC3919D}"/>
              </a:ext>
            </a:extLst>
          </p:cNvPr>
          <p:cNvSpPr txBox="1"/>
          <p:nvPr/>
        </p:nvSpPr>
        <p:spPr>
          <a:xfrm rot="16200000">
            <a:off x="2681736" y="3619940"/>
            <a:ext cx="3079689" cy="338554"/>
          </a:xfrm>
          <a:prstGeom prst="rect">
            <a:avLst/>
          </a:prstGeom>
          <a:noFill/>
        </p:spPr>
        <p:txBody>
          <a:bodyPr wrap="none" rtlCol="0">
            <a:spAutoFit/>
          </a:bodyPr>
          <a:lstStyle/>
          <a:p>
            <a:pPr algn="l"/>
            <a:r>
              <a:rPr lang="en-US" sz="1600" dirty="0"/>
              <a:t>Control of all associated systems</a:t>
            </a:r>
            <a:endParaRPr lang="en-DK" sz="1600" dirty="0"/>
          </a:p>
        </p:txBody>
      </p:sp>
      <p:cxnSp>
        <p:nvCxnSpPr>
          <p:cNvPr id="7" name="Straight Arrow Connector 6">
            <a:extLst>
              <a:ext uri="{FF2B5EF4-FFF2-40B4-BE49-F238E27FC236}">
                <a16:creationId xmlns:a16="http://schemas.microsoft.com/office/drawing/2014/main" id="{7440A7A0-6EB5-E3CA-B99D-E7D0F6DB6E3A}"/>
              </a:ext>
            </a:extLst>
          </p:cNvPr>
          <p:cNvCxnSpPr>
            <a:cxnSpLocks/>
          </p:cNvCxnSpPr>
          <p:nvPr/>
        </p:nvCxnSpPr>
        <p:spPr>
          <a:xfrm flipV="1">
            <a:off x="4221580" y="6326188"/>
            <a:ext cx="6903620" cy="27610"/>
          </a:xfrm>
          <a:prstGeom prst="straightConnector1">
            <a:avLst/>
          </a:prstGeom>
          <a:ln>
            <a:solidFill>
              <a:schemeClr val="accent2"/>
            </a:solidFill>
            <a:headEnd type="none" w="lg" len="med"/>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BAF91FF4-7F29-F4E7-8ACD-D4CA4B9E9C37}"/>
              </a:ext>
            </a:extLst>
          </p:cNvPr>
          <p:cNvSpPr txBox="1"/>
          <p:nvPr/>
        </p:nvSpPr>
        <p:spPr>
          <a:xfrm>
            <a:off x="5957454" y="6409315"/>
            <a:ext cx="2836033" cy="338554"/>
          </a:xfrm>
          <a:prstGeom prst="rect">
            <a:avLst/>
          </a:prstGeom>
          <a:noFill/>
        </p:spPr>
        <p:txBody>
          <a:bodyPr wrap="none" rtlCol="0">
            <a:spAutoFit/>
          </a:bodyPr>
          <a:lstStyle/>
          <a:p>
            <a:pPr algn="l"/>
            <a:r>
              <a:rPr lang="en-US" sz="1600" dirty="0"/>
              <a:t>Communication commitment</a:t>
            </a:r>
            <a:endParaRPr lang="en-DK" sz="1600" dirty="0"/>
          </a:p>
        </p:txBody>
      </p:sp>
      <p:sp>
        <p:nvSpPr>
          <p:cNvPr id="12" name="TextBox 11">
            <a:extLst>
              <a:ext uri="{FF2B5EF4-FFF2-40B4-BE49-F238E27FC236}">
                <a16:creationId xmlns:a16="http://schemas.microsoft.com/office/drawing/2014/main" id="{397A7985-4D7A-E97E-D658-CF9C3CB28D9C}"/>
              </a:ext>
            </a:extLst>
          </p:cNvPr>
          <p:cNvSpPr txBox="1"/>
          <p:nvPr/>
        </p:nvSpPr>
        <p:spPr>
          <a:xfrm>
            <a:off x="4589911" y="5825235"/>
            <a:ext cx="1550424" cy="338554"/>
          </a:xfrm>
          <a:prstGeom prst="rect">
            <a:avLst/>
          </a:prstGeom>
          <a:noFill/>
          <a:ln>
            <a:solidFill>
              <a:schemeClr val="accent2"/>
            </a:solidFill>
          </a:ln>
        </p:spPr>
        <p:txBody>
          <a:bodyPr wrap="none" rtlCol="0">
            <a:spAutoFit/>
          </a:bodyPr>
          <a:lstStyle/>
          <a:p>
            <a:pPr algn="l"/>
            <a:r>
              <a:rPr lang="en-US" sz="1600" dirty="0"/>
              <a:t>Separate Ways </a:t>
            </a:r>
            <a:endParaRPr lang="en-DK" sz="1600" dirty="0"/>
          </a:p>
        </p:txBody>
      </p:sp>
      <p:sp>
        <p:nvSpPr>
          <p:cNvPr id="13" name="TextBox 12">
            <a:extLst>
              <a:ext uri="{FF2B5EF4-FFF2-40B4-BE49-F238E27FC236}">
                <a16:creationId xmlns:a16="http://schemas.microsoft.com/office/drawing/2014/main" id="{A062E44F-1927-ABF2-F024-89B0F5621D28}"/>
              </a:ext>
            </a:extLst>
          </p:cNvPr>
          <p:cNvSpPr txBox="1"/>
          <p:nvPr/>
        </p:nvSpPr>
        <p:spPr>
          <a:xfrm>
            <a:off x="4912721" y="5261887"/>
            <a:ext cx="2000869" cy="338554"/>
          </a:xfrm>
          <a:prstGeom prst="rect">
            <a:avLst/>
          </a:prstGeom>
          <a:noFill/>
          <a:ln>
            <a:solidFill>
              <a:schemeClr val="accent2"/>
            </a:solidFill>
          </a:ln>
        </p:spPr>
        <p:txBody>
          <a:bodyPr wrap="none" rtlCol="0">
            <a:spAutoFit/>
          </a:bodyPr>
          <a:lstStyle/>
          <a:p>
            <a:pPr algn="l"/>
            <a:r>
              <a:rPr lang="en-US" sz="1600" dirty="0"/>
              <a:t>Anticorruption Layer</a:t>
            </a:r>
            <a:endParaRPr lang="en-DK" sz="1600" dirty="0"/>
          </a:p>
        </p:txBody>
      </p:sp>
      <p:sp>
        <p:nvSpPr>
          <p:cNvPr id="14" name="TextBox 13">
            <a:extLst>
              <a:ext uri="{FF2B5EF4-FFF2-40B4-BE49-F238E27FC236}">
                <a16:creationId xmlns:a16="http://schemas.microsoft.com/office/drawing/2014/main" id="{DE5A7984-FEF6-5360-7A61-231884E47A21}"/>
              </a:ext>
            </a:extLst>
          </p:cNvPr>
          <p:cNvSpPr txBox="1"/>
          <p:nvPr/>
        </p:nvSpPr>
        <p:spPr>
          <a:xfrm>
            <a:off x="6319517" y="5655958"/>
            <a:ext cx="1188146" cy="338554"/>
          </a:xfrm>
          <a:prstGeom prst="rect">
            <a:avLst/>
          </a:prstGeom>
          <a:noFill/>
          <a:ln>
            <a:solidFill>
              <a:schemeClr val="accent2"/>
            </a:solidFill>
          </a:ln>
        </p:spPr>
        <p:txBody>
          <a:bodyPr wrap="none" rtlCol="0">
            <a:spAutoFit/>
          </a:bodyPr>
          <a:lstStyle/>
          <a:p>
            <a:pPr algn="l"/>
            <a:r>
              <a:rPr lang="en-US" sz="1600" dirty="0"/>
              <a:t>Conformist</a:t>
            </a:r>
            <a:endParaRPr lang="en-DK" sz="1600" dirty="0"/>
          </a:p>
        </p:txBody>
      </p:sp>
      <p:sp>
        <p:nvSpPr>
          <p:cNvPr id="15" name="TextBox 14">
            <a:extLst>
              <a:ext uri="{FF2B5EF4-FFF2-40B4-BE49-F238E27FC236}">
                <a16:creationId xmlns:a16="http://schemas.microsoft.com/office/drawing/2014/main" id="{2881315B-8C15-E4E9-413F-D12B4C7BBCC2}"/>
              </a:ext>
            </a:extLst>
          </p:cNvPr>
          <p:cNvSpPr txBox="1"/>
          <p:nvPr/>
        </p:nvSpPr>
        <p:spPr>
          <a:xfrm>
            <a:off x="8075900" y="4589430"/>
            <a:ext cx="1798890" cy="338554"/>
          </a:xfrm>
          <a:prstGeom prst="rect">
            <a:avLst/>
          </a:prstGeom>
          <a:noFill/>
          <a:ln>
            <a:solidFill>
              <a:schemeClr val="accent2"/>
            </a:solidFill>
          </a:ln>
        </p:spPr>
        <p:txBody>
          <a:bodyPr wrap="none" rtlCol="0">
            <a:spAutoFit/>
          </a:bodyPr>
          <a:lstStyle/>
          <a:p>
            <a:pPr algn="l"/>
            <a:r>
              <a:rPr lang="en-US" sz="1600" dirty="0"/>
              <a:t>Open Host Service</a:t>
            </a:r>
            <a:endParaRPr lang="en-DK" sz="1600" dirty="0"/>
          </a:p>
        </p:txBody>
      </p:sp>
      <p:sp>
        <p:nvSpPr>
          <p:cNvPr id="16" name="TextBox 15">
            <a:extLst>
              <a:ext uri="{FF2B5EF4-FFF2-40B4-BE49-F238E27FC236}">
                <a16:creationId xmlns:a16="http://schemas.microsoft.com/office/drawing/2014/main" id="{F607EF14-694F-C108-890F-D557F51E5BC0}"/>
              </a:ext>
            </a:extLst>
          </p:cNvPr>
          <p:cNvSpPr txBox="1"/>
          <p:nvPr/>
        </p:nvSpPr>
        <p:spPr>
          <a:xfrm>
            <a:off x="7065990" y="3988950"/>
            <a:ext cx="1834156" cy="338554"/>
          </a:xfrm>
          <a:prstGeom prst="rect">
            <a:avLst/>
          </a:prstGeom>
          <a:noFill/>
          <a:ln>
            <a:solidFill>
              <a:schemeClr val="accent2"/>
            </a:solidFill>
          </a:ln>
        </p:spPr>
        <p:txBody>
          <a:bodyPr wrap="none" rtlCol="0">
            <a:spAutoFit/>
          </a:bodyPr>
          <a:lstStyle/>
          <a:p>
            <a:pPr algn="l"/>
            <a:r>
              <a:rPr lang="en-US" sz="1600" dirty="0"/>
              <a:t>Customer Supplier</a:t>
            </a:r>
            <a:endParaRPr lang="en-DK" sz="1600" dirty="0"/>
          </a:p>
        </p:txBody>
      </p:sp>
      <p:sp>
        <p:nvSpPr>
          <p:cNvPr id="17" name="TextBox 16">
            <a:extLst>
              <a:ext uri="{FF2B5EF4-FFF2-40B4-BE49-F238E27FC236}">
                <a16:creationId xmlns:a16="http://schemas.microsoft.com/office/drawing/2014/main" id="{614E3651-7D81-951C-EE1D-916AABBF1A25}"/>
              </a:ext>
            </a:extLst>
          </p:cNvPr>
          <p:cNvSpPr txBox="1"/>
          <p:nvPr/>
        </p:nvSpPr>
        <p:spPr>
          <a:xfrm>
            <a:off x="9117565" y="3253750"/>
            <a:ext cx="1420582" cy="338554"/>
          </a:xfrm>
          <a:prstGeom prst="rect">
            <a:avLst/>
          </a:prstGeom>
          <a:noFill/>
          <a:ln>
            <a:solidFill>
              <a:schemeClr val="accent2"/>
            </a:solidFill>
          </a:ln>
        </p:spPr>
        <p:txBody>
          <a:bodyPr wrap="none" rtlCol="0">
            <a:spAutoFit/>
          </a:bodyPr>
          <a:lstStyle/>
          <a:p>
            <a:pPr algn="l"/>
            <a:r>
              <a:rPr lang="en-US" sz="1600" dirty="0"/>
              <a:t>Shared Kernel</a:t>
            </a:r>
            <a:endParaRPr lang="en-DK" sz="1600" dirty="0"/>
          </a:p>
        </p:txBody>
      </p:sp>
      <p:sp>
        <p:nvSpPr>
          <p:cNvPr id="18" name="TextBox 17">
            <a:extLst>
              <a:ext uri="{FF2B5EF4-FFF2-40B4-BE49-F238E27FC236}">
                <a16:creationId xmlns:a16="http://schemas.microsoft.com/office/drawing/2014/main" id="{C38C5465-A42F-CFA2-6DF7-F2C38AA25EBC}"/>
              </a:ext>
            </a:extLst>
          </p:cNvPr>
          <p:cNvSpPr txBox="1"/>
          <p:nvPr/>
        </p:nvSpPr>
        <p:spPr>
          <a:xfrm>
            <a:off x="9704618" y="1956714"/>
            <a:ext cx="2326278" cy="338554"/>
          </a:xfrm>
          <a:prstGeom prst="rect">
            <a:avLst/>
          </a:prstGeom>
          <a:noFill/>
          <a:ln>
            <a:solidFill>
              <a:schemeClr val="accent2"/>
            </a:solidFill>
          </a:ln>
        </p:spPr>
        <p:txBody>
          <a:bodyPr wrap="none" rtlCol="0">
            <a:spAutoFit/>
          </a:bodyPr>
          <a:lstStyle/>
          <a:p>
            <a:pPr algn="l"/>
            <a:r>
              <a:rPr lang="en-US" sz="1600" dirty="0"/>
              <a:t>Single Bounded Context</a:t>
            </a:r>
            <a:endParaRPr lang="en-DK" sz="1600" dirty="0"/>
          </a:p>
        </p:txBody>
      </p:sp>
      <p:sp>
        <p:nvSpPr>
          <p:cNvPr id="20" name="TextBox 19">
            <a:extLst>
              <a:ext uri="{FF2B5EF4-FFF2-40B4-BE49-F238E27FC236}">
                <a16:creationId xmlns:a16="http://schemas.microsoft.com/office/drawing/2014/main" id="{001F4C8A-151D-8A70-CBF2-D595328FD05B}"/>
              </a:ext>
            </a:extLst>
          </p:cNvPr>
          <p:cNvSpPr txBox="1"/>
          <p:nvPr/>
        </p:nvSpPr>
        <p:spPr>
          <a:xfrm>
            <a:off x="-138546" y="5802775"/>
            <a:ext cx="6096000" cy="830997"/>
          </a:xfrm>
          <a:prstGeom prst="rect">
            <a:avLst/>
          </a:prstGeom>
          <a:noFill/>
        </p:spPr>
        <p:txBody>
          <a:bodyPr wrap="square">
            <a:spAutoFit/>
          </a:bodyPr>
          <a:lstStyle/>
          <a:p>
            <a:pPr lvl="1"/>
            <a:r>
              <a:rPr lang="en-US" dirty="0"/>
              <a:t>Published Language (PL)</a:t>
            </a:r>
          </a:p>
          <a:p>
            <a:pPr lvl="1"/>
            <a:r>
              <a:rPr lang="en-US" dirty="0"/>
              <a:t>(upper ontology)</a:t>
            </a:r>
          </a:p>
        </p:txBody>
      </p:sp>
      <p:sp>
        <p:nvSpPr>
          <p:cNvPr id="21" name="Oval 20">
            <a:extLst>
              <a:ext uri="{FF2B5EF4-FFF2-40B4-BE49-F238E27FC236}">
                <a16:creationId xmlns:a16="http://schemas.microsoft.com/office/drawing/2014/main" id="{105C38D9-9D30-9BDF-4A1E-C8100205BA82}"/>
              </a:ext>
            </a:extLst>
          </p:cNvPr>
          <p:cNvSpPr/>
          <p:nvPr/>
        </p:nvSpPr>
        <p:spPr>
          <a:xfrm>
            <a:off x="7482841" y="5548144"/>
            <a:ext cx="565264" cy="554182"/>
          </a:xfrm>
          <a:prstGeom prst="ellipse">
            <a:avLst/>
          </a:prstGeom>
          <a:solidFill>
            <a:srgbClr val="FFFFFF"/>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PL</a:t>
            </a:r>
            <a:endParaRPr lang="en-DK" sz="1600" dirty="0">
              <a:solidFill>
                <a:schemeClr val="tx1"/>
              </a:solidFill>
            </a:endParaRPr>
          </a:p>
        </p:txBody>
      </p:sp>
      <p:sp>
        <p:nvSpPr>
          <p:cNvPr id="22" name="Oval 21">
            <a:extLst>
              <a:ext uri="{FF2B5EF4-FFF2-40B4-BE49-F238E27FC236}">
                <a16:creationId xmlns:a16="http://schemas.microsoft.com/office/drawing/2014/main" id="{AD3DA9DB-A4DC-6F4B-1B9B-729019990E3C}"/>
              </a:ext>
            </a:extLst>
          </p:cNvPr>
          <p:cNvSpPr/>
          <p:nvPr/>
        </p:nvSpPr>
        <p:spPr>
          <a:xfrm>
            <a:off x="8834933" y="3854230"/>
            <a:ext cx="565264" cy="554182"/>
          </a:xfrm>
          <a:prstGeom prst="ellipse">
            <a:avLst/>
          </a:prstGeom>
          <a:solidFill>
            <a:srgbClr val="FFFFFF"/>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PL</a:t>
            </a:r>
            <a:endParaRPr lang="en-DK" sz="1600" dirty="0">
              <a:solidFill>
                <a:schemeClr val="tx1"/>
              </a:solidFill>
            </a:endParaRPr>
          </a:p>
        </p:txBody>
      </p:sp>
      <p:sp>
        <p:nvSpPr>
          <p:cNvPr id="23" name="Oval 22">
            <a:extLst>
              <a:ext uri="{FF2B5EF4-FFF2-40B4-BE49-F238E27FC236}">
                <a16:creationId xmlns:a16="http://schemas.microsoft.com/office/drawing/2014/main" id="{D7C66B54-A13A-1018-D048-1A78FD4DBD3E}"/>
              </a:ext>
            </a:extLst>
          </p:cNvPr>
          <p:cNvSpPr/>
          <p:nvPr/>
        </p:nvSpPr>
        <p:spPr>
          <a:xfrm>
            <a:off x="9805516" y="4450181"/>
            <a:ext cx="565264" cy="554182"/>
          </a:xfrm>
          <a:prstGeom prst="ellipse">
            <a:avLst/>
          </a:prstGeom>
          <a:solidFill>
            <a:srgbClr val="FFFFFF"/>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PL</a:t>
            </a:r>
            <a:endParaRPr lang="en-DK" sz="1600" dirty="0">
              <a:solidFill>
                <a:schemeClr val="tx1"/>
              </a:solidFill>
            </a:endParaRPr>
          </a:p>
        </p:txBody>
      </p:sp>
      <p:sp>
        <p:nvSpPr>
          <p:cNvPr id="25" name="Oval 24">
            <a:extLst>
              <a:ext uri="{FF2B5EF4-FFF2-40B4-BE49-F238E27FC236}">
                <a16:creationId xmlns:a16="http://schemas.microsoft.com/office/drawing/2014/main" id="{0FC016CF-B478-6773-262A-49300DF1157D}"/>
              </a:ext>
            </a:extLst>
          </p:cNvPr>
          <p:cNvSpPr/>
          <p:nvPr/>
        </p:nvSpPr>
        <p:spPr>
          <a:xfrm>
            <a:off x="6822999" y="5154073"/>
            <a:ext cx="565264" cy="554182"/>
          </a:xfrm>
          <a:prstGeom prst="ellipse">
            <a:avLst/>
          </a:prstGeom>
          <a:solidFill>
            <a:srgbClr val="FFFFFF"/>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PL</a:t>
            </a:r>
            <a:endParaRPr lang="en-DK" sz="1600" dirty="0">
              <a:solidFill>
                <a:schemeClr val="tx1"/>
              </a:solidFill>
            </a:endParaRPr>
          </a:p>
        </p:txBody>
      </p:sp>
    </p:spTree>
    <p:extLst>
      <p:ext uri="{BB962C8B-B14F-4D97-AF65-F5344CB8AC3E}">
        <p14:creationId xmlns:p14="http://schemas.microsoft.com/office/powerpoint/2010/main" val="257158803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DBE052-756C-AC34-43D0-F1945D8B588E}"/>
              </a:ext>
            </a:extLst>
          </p:cNvPr>
          <p:cNvSpPr>
            <a:spLocks noGrp="1"/>
          </p:cNvSpPr>
          <p:nvPr>
            <p:ph type="title"/>
          </p:nvPr>
        </p:nvSpPr>
        <p:spPr>
          <a:xfrm>
            <a:off x="530225" y="504202"/>
            <a:ext cx="9713913" cy="692773"/>
          </a:xfrm>
        </p:spPr>
        <p:txBody>
          <a:bodyPr anchor="t">
            <a:normAutofit/>
          </a:bodyPr>
          <a:lstStyle/>
          <a:p>
            <a:r>
              <a:rPr lang="en-US" dirty="0"/>
              <a:t>Example Contexts in Manufacturing</a:t>
            </a:r>
            <a:endParaRPr lang="en-DK" dirty="0"/>
          </a:p>
        </p:txBody>
      </p:sp>
      <p:sp>
        <p:nvSpPr>
          <p:cNvPr id="3" name="Content Placeholder 2">
            <a:extLst>
              <a:ext uri="{FF2B5EF4-FFF2-40B4-BE49-F238E27FC236}">
                <a16:creationId xmlns:a16="http://schemas.microsoft.com/office/drawing/2014/main" id="{C26D9AD3-3E44-2AAA-EEC7-5FEC8E73428A}"/>
              </a:ext>
            </a:extLst>
          </p:cNvPr>
          <p:cNvSpPr>
            <a:spLocks noGrp="1"/>
          </p:cNvSpPr>
          <p:nvPr>
            <p:ph idx="1"/>
          </p:nvPr>
        </p:nvSpPr>
        <p:spPr>
          <a:xfrm>
            <a:off x="530226" y="1196975"/>
            <a:ext cx="5462586" cy="5129213"/>
          </a:xfrm>
        </p:spPr>
        <p:txBody>
          <a:bodyPr>
            <a:normAutofit/>
          </a:bodyPr>
          <a:lstStyle/>
          <a:p>
            <a:r>
              <a:rPr lang="en-US" dirty="0"/>
              <a:t>Each context is a separate “bounded context” in DDD terms, with its own </a:t>
            </a:r>
            <a:r>
              <a:rPr lang="en-US" b="1" dirty="0"/>
              <a:t>ubiquitous language</a:t>
            </a:r>
            <a:r>
              <a:rPr lang="en-US" dirty="0"/>
              <a:t>:</a:t>
            </a:r>
          </a:p>
          <a:p>
            <a:r>
              <a:rPr lang="en-US" dirty="0"/>
              <a:t>The </a:t>
            </a:r>
            <a:r>
              <a:rPr lang="en-US" b="1" dirty="0"/>
              <a:t>engineers</a:t>
            </a:r>
            <a:r>
              <a:rPr lang="en-US" dirty="0"/>
              <a:t> talk in terms of system models, requirements, and design parameters (</a:t>
            </a:r>
            <a:r>
              <a:rPr lang="en-US" dirty="0" err="1"/>
              <a:t>SysML</a:t>
            </a:r>
            <a:r>
              <a:rPr lang="en-US" dirty="0"/>
              <a:t>) .</a:t>
            </a:r>
          </a:p>
          <a:p>
            <a:r>
              <a:rPr lang="en-US" dirty="0"/>
              <a:t>The </a:t>
            </a:r>
            <a:r>
              <a:rPr lang="en-US" b="1" dirty="0"/>
              <a:t>PLM team</a:t>
            </a:r>
            <a:r>
              <a:rPr lang="en-US" dirty="0"/>
              <a:t> uses enterprise product data language, part numbers, and internal classification codes.</a:t>
            </a:r>
          </a:p>
          <a:p>
            <a:r>
              <a:rPr lang="en-US" dirty="0"/>
              <a:t>The Sales / Marketing </a:t>
            </a:r>
            <a:r>
              <a:rPr lang="en-US" b="1" dirty="0"/>
              <a:t>Ecommerce </a:t>
            </a:r>
            <a:r>
              <a:rPr lang="en-US" dirty="0"/>
              <a:t>context speaks ETIM (standardized product descriptors for the market).</a:t>
            </a:r>
          </a:p>
          <a:p>
            <a:endParaRPr lang="en-US" dirty="0"/>
          </a:p>
          <a:p>
            <a:pPr marL="0" indent="0">
              <a:buNone/>
            </a:pPr>
            <a:r>
              <a:rPr lang="en-US" dirty="0"/>
              <a:t>It is not feasible to force a single schema on all of them; each exists for different purposes. However, the </a:t>
            </a:r>
            <a:r>
              <a:rPr lang="en-US" b="1" dirty="0"/>
              <a:t>key data about the pump must be transmitted between these contexts</a:t>
            </a:r>
            <a:r>
              <a:rPr lang="en-US" dirty="0"/>
              <a:t> </a:t>
            </a:r>
            <a:r>
              <a:rPr lang="en-US"/>
              <a:t>accurately. </a:t>
            </a:r>
            <a:endParaRPr lang="en-DK" dirty="0"/>
          </a:p>
        </p:txBody>
      </p:sp>
      <p:pic>
        <p:nvPicPr>
          <p:cNvPr id="4" name="Graphic 3">
            <a:extLst>
              <a:ext uri="{FF2B5EF4-FFF2-40B4-BE49-F238E27FC236}">
                <a16:creationId xmlns:a16="http://schemas.microsoft.com/office/drawing/2014/main" id="{91B96BE9-252B-B96A-3A19-0E30DC15AFF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197600" y="1793685"/>
            <a:ext cx="5462586" cy="3935793"/>
          </a:xfrm>
          <a:prstGeom prst="rect">
            <a:avLst/>
          </a:prstGeom>
        </p:spPr>
      </p:pic>
      <p:sp>
        <p:nvSpPr>
          <p:cNvPr id="5" name="TextBox 4">
            <a:extLst>
              <a:ext uri="{FF2B5EF4-FFF2-40B4-BE49-F238E27FC236}">
                <a16:creationId xmlns:a16="http://schemas.microsoft.com/office/drawing/2014/main" id="{A7875953-64FD-CD01-0699-F3A002369A44}"/>
              </a:ext>
            </a:extLst>
          </p:cNvPr>
          <p:cNvSpPr txBox="1"/>
          <p:nvPr/>
        </p:nvSpPr>
        <p:spPr>
          <a:xfrm>
            <a:off x="7104251" y="6094241"/>
            <a:ext cx="2644183" cy="582374"/>
          </a:xfrm>
          <a:prstGeom prst="rect">
            <a:avLst/>
          </a:prstGeom>
        </p:spPr>
        <p:txBody>
          <a:bodyPr vert="horz" lIns="0" tIns="45720" rIns="0" bIns="45720" rtlCol="0" anchor="b" anchorCtr="0">
            <a:normAutofit/>
          </a:bodyPr>
          <a:lstStyle/>
          <a:p>
            <a:pPr defTabSz="914400">
              <a:spcBef>
                <a:spcPts val="1000"/>
              </a:spcBef>
              <a:spcAft>
                <a:spcPts val="800"/>
              </a:spcAft>
            </a:pPr>
            <a:r>
              <a:rPr lang="en-US" sz="900" kern="1200" dirty="0">
                <a:solidFill>
                  <a:srgbClr val="11497B"/>
                </a:solidFill>
              </a:rPr>
              <a:t>Image generated using contextmapper.org</a:t>
            </a:r>
          </a:p>
        </p:txBody>
      </p:sp>
    </p:spTree>
    <p:extLst>
      <p:ext uri="{BB962C8B-B14F-4D97-AF65-F5344CB8AC3E}">
        <p14:creationId xmlns:p14="http://schemas.microsoft.com/office/powerpoint/2010/main" val="300372472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532669-3CCA-4C84-4DB2-D87210942AD0}"/>
              </a:ext>
            </a:extLst>
          </p:cNvPr>
          <p:cNvSpPr>
            <a:spLocks noGrp="1"/>
          </p:cNvSpPr>
          <p:nvPr>
            <p:ph type="title"/>
          </p:nvPr>
        </p:nvSpPr>
        <p:spPr/>
        <p:txBody>
          <a:bodyPr/>
          <a:lstStyle/>
          <a:p>
            <a:r>
              <a:rPr lang="en-US" dirty="0"/>
              <a:t>Domain 1: E-commerce</a:t>
            </a:r>
          </a:p>
        </p:txBody>
      </p:sp>
      <p:sp>
        <p:nvSpPr>
          <p:cNvPr id="3" name="Content Placeholder 2">
            <a:extLst>
              <a:ext uri="{FF2B5EF4-FFF2-40B4-BE49-F238E27FC236}">
                <a16:creationId xmlns:a16="http://schemas.microsoft.com/office/drawing/2014/main" id="{C0A5DDEF-0844-A3F0-3DEE-A464506B488C}"/>
              </a:ext>
            </a:extLst>
          </p:cNvPr>
          <p:cNvSpPr>
            <a:spLocks noGrp="1"/>
          </p:cNvSpPr>
          <p:nvPr>
            <p:ph idx="1"/>
          </p:nvPr>
        </p:nvSpPr>
        <p:spPr/>
        <p:txBody>
          <a:bodyPr/>
          <a:lstStyle/>
          <a:p>
            <a:r>
              <a:rPr lang="en-US" dirty="0"/>
              <a:t>E-commerce makes logical classifications necessary for communicating product features and applications. </a:t>
            </a:r>
          </a:p>
          <a:p>
            <a:r>
              <a:rPr lang="en-US" dirty="0"/>
              <a:t>Example – ETIM Class Models</a:t>
            </a:r>
          </a:p>
        </p:txBody>
      </p:sp>
      <p:pic>
        <p:nvPicPr>
          <p:cNvPr id="2050" name="Picture 2">
            <a:extLst>
              <a:ext uri="{FF2B5EF4-FFF2-40B4-BE49-F238E27FC236}">
                <a16:creationId xmlns:a16="http://schemas.microsoft.com/office/drawing/2014/main" id="{D90128AA-7595-1A2D-0E75-5D9DE83B146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5914" y="2652724"/>
            <a:ext cx="5123908" cy="2871848"/>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a:extLst>
              <a:ext uri="{FF2B5EF4-FFF2-40B4-BE49-F238E27FC236}">
                <a16:creationId xmlns:a16="http://schemas.microsoft.com/office/drawing/2014/main" id="{AA4EFEE4-6CF5-5C54-CE42-5616918BF93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54134" y="1686019"/>
            <a:ext cx="5728494" cy="433020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6B9B6A1D-A393-A248-D3A3-4B332B7F2411}"/>
              </a:ext>
            </a:extLst>
          </p:cNvPr>
          <p:cNvSpPr txBox="1"/>
          <p:nvPr/>
        </p:nvSpPr>
        <p:spPr>
          <a:xfrm>
            <a:off x="274806" y="6507866"/>
            <a:ext cx="8859466" cy="246221"/>
          </a:xfrm>
          <a:prstGeom prst="rect">
            <a:avLst/>
          </a:prstGeom>
          <a:noFill/>
        </p:spPr>
        <p:txBody>
          <a:bodyPr wrap="square">
            <a:spAutoFit/>
          </a:bodyPr>
          <a:lstStyle/>
          <a:p>
            <a:r>
              <a:rPr lang="en-US" sz="1000" b="1" dirty="0">
                <a:hlinkClick r:id="rId4">
                  <a:extLst>
                    <a:ext uri="{A12FA001-AC4F-418D-AE19-62706E023703}">
                      <ahyp:hlinkClr xmlns:ahyp="http://schemas.microsoft.com/office/drawing/2018/hyperlinkcolor" val="tx"/>
                    </a:ext>
                  </a:extLst>
                </a:hlinkClick>
              </a:rPr>
              <a:t>Sourced From: </a:t>
            </a:r>
            <a:r>
              <a:rPr lang="en-US" sz="1000" dirty="0">
                <a:solidFill>
                  <a:srgbClr val="126AF3"/>
                </a:solidFill>
                <a:hlinkClick r:id="rId4">
                  <a:extLst>
                    <a:ext uri="{A12FA001-AC4F-418D-AE19-62706E023703}">
                      <ahyp:hlinkClr xmlns:ahyp="http://schemas.microsoft.com/office/drawing/2018/hyperlinkcolor" val="tx"/>
                    </a:ext>
                  </a:extLst>
                </a:hlinkClick>
              </a:rPr>
              <a:t>https://www.etim-international.com/classification/model-information/ - </a:t>
            </a:r>
            <a:endParaRPr lang="en-US" sz="1000" dirty="0"/>
          </a:p>
        </p:txBody>
      </p:sp>
      <p:sp>
        <p:nvSpPr>
          <p:cNvPr id="7" name="TextBox 6">
            <a:extLst>
              <a:ext uri="{FF2B5EF4-FFF2-40B4-BE49-F238E27FC236}">
                <a16:creationId xmlns:a16="http://schemas.microsoft.com/office/drawing/2014/main" id="{A9A530E1-6364-8DB5-1D54-3C6051054569}"/>
              </a:ext>
            </a:extLst>
          </p:cNvPr>
          <p:cNvSpPr txBox="1"/>
          <p:nvPr/>
        </p:nvSpPr>
        <p:spPr>
          <a:xfrm>
            <a:off x="737814" y="5878791"/>
            <a:ext cx="4916319" cy="338554"/>
          </a:xfrm>
          <a:prstGeom prst="rect">
            <a:avLst/>
          </a:prstGeom>
          <a:noFill/>
        </p:spPr>
        <p:txBody>
          <a:bodyPr wrap="square">
            <a:spAutoFit/>
          </a:bodyPr>
          <a:lstStyle/>
          <a:p>
            <a:r>
              <a:rPr lang="en-US" sz="1600" b="1" dirty="0"/>
              <a:t>Products are described as groups (or classifications)</a:t>
            </a:r>
          </a:p>
        </p:txBody>
      </p:sp>
      <p:sp>
        <p:nvSpPr>
          <p:cNvPr id="8" name="Star: 7 Points 7">
            <a:extLst>
              <a:ext uri="{FF2B5EF4-FFF2-40B4-BE49-F238E27FC236}">
                <a16:creationId xmlns:a16="http://schemas.microsoft.com/office/drawing/2014/main" id="{E7B0AD09-422B-1662-DD04-997663F4F259}"/>
              </a:ext>
            </a:extLst>
          </p:cNvPr>
          <p:cNvSpPr/>
          <p:nvPr/>
        </p:nvSpPr>
        <p:spPr>
          <a:xfrm>
            <a:off x="482394" y="5900313"/>
            <a:ext cx="255420" cy="246221"/>
          </a:xfrm>
          <a:prstGeom prst="star7">
            <a:avLst/>
          </a:prstGeom>
          <a:solidFill>
            <a:srgbClr val="126AF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Tree>
    <p:extLst>
      <p:ext uri="{BB962C8B-B14F-4D97-AF65-F5344CB8AC3E}">
        <p14:creationId xmlns:p14="http://schemas.microsoft.com/office/powerpoint/2010/main" val="329167421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5101B6-C239-6F41-B773-7CE72AFC1A9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147422F-87A8-9167-D98C-563A1828F0A9}"/>
              </a:ext>
            </a:extLst>
          </p:cNvPr>
          <p:cNvSpPr>
            <a:spLocks noGrp="1"/>
          </p:cNvSpPr>
          <p:nvPr>
            <p:ph type="title"/>
          </p:nvPr>
        </p:nvSpPr>
        <p:spPr/>
        <p:txBody>
          <a:bodyPr/>
          <a:lstStyle/>
          <a:p>
            <a:r>
              <a:rPr lang="en-US" dirty="0"/>
              <a:t>Domain 2: Engineering</a:t>
            </a:r>
          </a:p>
        </p:txBody>
      </p:sp>
      <p:sp>
        <p:nvSpPr>
          <p:cNvPr id="3" name="Content Placeholder 2">
            <a:extLst>
              <a:ext uri="{FF2B5EF4-FFF2-40B4-BE49-F238E27FC236}">
                <a16:creationId xmlns:a16="http://schemas.microsoft.com/office/drawing/2014/main" id="{F7C2EB98-ADAE-26A8-E9A3-F49D3A507D89}"/>
              </a:ext>
            </a:extLst>
          </p:cNvPr>
          <p:cNvSpPr>
            <a:spLocks noGrp="1"/>
          </p:cNvSpPr>
          <p:nvPr>
            <p:ph idx="1"/>
          </p:nvPr>
        </p:nvSpPr>
        <p:spPr/>
        <p:txBody>
          <a:bodyPr/>
          <a:lstStyle/>
          <a:p>
            <a:r>
              <a:rPr lang="en-US" dirty="0"/>
              <a:t>Engineering deals with the design phase of a product, often thinking about how systems and subsystems interact within defined system boundaries.</a:t>
            </a:r>
          </a:p>
          <a:p>
            <a:r>
              <a:rPr lang="en-US" dirty="0"/>
              <a:t>Example – </a:t>
            </a:r>
            <a:r>
              <a:rPr lang="en-US" dirty="0" err="1"/>
              <a:t>SysML</a:t>
            </a:r>
            <a:r>
              <a:rPr lang="en-US" dirty="0"/>
              <a:t> models</a:t>
            </a:r>
          </a:p>
          <a:p>
            <a:endParaRPr lang="en-US" dirty="0"/>
          </a:p>
        </p:txBody>
      </p:sp>
      <p:pic>
        <p:nvPicPr>
          <p:cNvPr id="5" name="Picture 4">
            <a:extLst>
              <a:ext uri="{FF2B5EF4-FFF2-40B4-BE49-F238E27FC236}">
                <a16:creationId xmlns:a16="http://schemas.microsoft.com/office/drawing/2014/main" id="{1935E622-CE58-7349-BE62-4A9A5210F5A7}"/>
              </a:ext>
            </a:extLst>
          </p:cNvPr>
          <p:cNvPicPr>
            <a:picLocks noChangeAspect="1"/>
          </p:cNvPicPr>
          <p:nvPr/>
        </p:nvPicPr>
        <p:blipFill>
          <a:blip r:embed="rId3"/>
          <a:stretch>
            <a:fillRect/>
          </a:stretch>
        </p:blipFill>
        <p:spPr>
          <a:xfrm>
            <a:off x="837491" y="2284452"/>
            <a:ext cx="9814296" cy="4488834"/>
          </a:xfrm>
          <a:prstGeom prst="rect">
            <a:avLst/>
          </a:prstGeom>
        </p:spPr>
      </p:pic>
      <p:sp>
        <p:nvSpPr>
          <p:cNvPr id="6" name="TextBox 5">
            <a:extLst>
              <a:ext uri="{FF2B5EF4-FFF2-40B4-BE49-F238E27FC236}">
                <a16:creationId xmlns:a16="http://schemas.microsoft.com/office/drawing/2014/main" id="{67630303-D64B-5A68-CEAA-FD1B69C59C82}"/>
              </a:ext>
            </a:extLst>
          </p:cNvPr>
          <p:cNvSpPr txBox="1"/>
          <p:nvPr/>
        </p:nvSpPr>
        <p:spPr>
          <a:xfrm>
            <a:off x="1423614" y="5733754"/>
            <a:ext cx="4916319" cy="584775"/>
          </a:xfrm>
          <a:prstGeom prst="rect">
            <a:avLst/>
          </a:prstGeom>
          <a:noFill/>
        </p:spPr>
        <p:txBody>
          <a:bodyPr wrap="square">
            <a:spAutoFit/>
          </a:bodyPr>
          <a:lstStyle/>
          <a:p>
            <a:r>
              <a:rPr lang="en-US" sz="1600" b="1" dirty="0"/>
              <a:t>Products are described in abstract categories / systems (in this case, according to function)</a:t>
            </a:r>
          </a:p>
        </p:txBody>
      </p:sp>
      <p:sp>
        <p:nvSpPr>
          <p:cNvPr id="7" name="Star: 7 Points 6">
            <a:extLst>
              <a:ext uri="{FF2B5EF4-FFF2-40B4-BE49-F238E27FC236}">
                <a16:creationId xmlns:a16="http://schemas.microsoft.com/office/drawing/2014/main" id="{C7DE543D-0477-2663-4285-02E7029990E1}"/>
              </a:ext>
            </a:extLst>
          </p:cNvPr>
          <p:cNvSpPr/>
          <p:nvPr/>
        </p:nvSpPr>
        <p:spPr>
          <a:xfrm>
            <a:off x="1168194" y="5755276"/>
            <a:ext cx="255420" cy="246221"/>
          </a:xfrm>
          <a:prstGeom prst="star7">
            <a:avLst/>
          </a:prstGeom>
          <a:solidFill>
            <a:srgbClr val="126AF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Tree>
    <p:extLst>
      <p:ext uri="{BB962C8B-B14F-4D97-AF65-F5344CB8AC3E}">
        <p14:creationId xmlns:p14="http://schemas.microsoft.com/office/powerpoint/2010/main" val="84672568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AA4860-C866-6D9C-A815-24F6FA9330D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138B382-4E3D-6ED9-6834-4C6F8F64B14B}"/>
              </a:ext>
            </a:extLst>
          </p:cNvPr>
          <p:cNvSpPr>
            <a:spLocks noGrp="1"/>
          </p:cNvSpPr>
          <p:nvPr>
            <p:ph type="title"/>
          </p:nvPr>
        </p:nvSpPr>
        <p:spPr/>
        <p:txBody>
          <a:bodyPr/>
          <a:lstStyle/>
          <a:p>
            <a:r>
              <a:rPr lang="en-US" dirty="0"/>
              <a:t>Domain 3: Product Lifecycle Management</a:t>
            </a:r>
          </a:p>
        </p:txBody>
      </p:sp>
      <p:sp>
        <p:nvSpPr>
          <p:cNvPr id="3" name="Content Placeholder 2">
            <a:extLst>
              <a:ext uri="{FF2B5EF4-FFF2-40B4-BE49-F238E27FC236}">
                <a16:creationId xmlns:a16="http://schemas.microsoft.com/office/drawing/2014/main" id="{8B9FC763-CA3D-2ABD-E83B-4AC9F69B0030}"/>
              </a:ext>
            </a:extLst>
          </p:cNvPr>
          <p:cNvSpPr>
            <a:spLocks noGrp="1"/>
          </p:cNvSpPr>
          <p:nvPr>
            <p:ph idx="1"/>
          </p:nvPr>
        </p:nvSpPr>
        <p:spPr/>
        <p:txBody>
          <a:bodyPr/>
          <a:lstStyle/>
          <a:p>
            <a:r>
              <a:rPr lang="en-US" dirty="0"/>
              <a:t>PLM tracks products from conception to decommissioning, and are interested in how products are designed, assembled and produced (including the equipment needed for production and packaging requirements)</a:t>
            </a:r>
          </a:p>
          <a:p>
            <a:r>
              <a:rPr lang="en-US" dirty="0"/>
              <a:t>Example 1 -  Bill of Materials</a:t>
            </a:r>
          </a:p>
          <a:p>
            <a:endParaRPr lang="en-US" dirty="0"/>
          </a:p>
        </p:txBody>
      </p:sp>
      <p:graphicFrame>
        <p:nvGraphicFramePr>
          <p:cNvPr id="6" name="Diagram 5">
            <a:extLst>
              <a:ext uri="{FF2B5EF4-FFF2-40B4-BE49-F238E27FC236}">
                <a16:creationId xmlns:a16="http://schemas.microsoft.com/office/drawing/2014/main" id="{00F3E519-E2A5-B237-FDAC-F718E5E43754}"/>
              </a:ext>
            </a:extLst>
          </p:cNvPr>
          <p:cNvGraphicFramePr/>
          <p:nvPr>
            <p:extLst>
              <p:ext uri="{D42A27DB-BD31-4B8C-83A1-F6EECF244321}">
                <p14:modId xmlns:p14="http://schemas.microsoft.com/office/powerpoint/2010/main" val="4289498350"/>
              </p:ext>
            </p:extLst>
          </p:nvPr>
        </p:nvGraphicFramePr>
        <p:xfrm>
          <a:off x="237517" y="2778868"/>
          <a:ext cx="3943958" cy="268848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8" name="TextBox 7">
            <a:extLst>
              <a:ext uri="{FF2B5EF4-FFF2-40B4-BE49-F238E27FC236}">
                <a16:creationId xmlns:a16="http://schemas.microsoft.com/office/drawing/2014/main" id="{66A672BB-B930-3DB1-1683-98C2FF283AA5}"/>
              </a:ext>
            </a:extLst>
          </p:cNvPr>
          <p:cNvSpPr txBox="1"/>
          <p:nvPr/>
        </p:nvSpPr>
        <p:spPr>
          <a:xfrm>
            <a:off x="3628008" y="2094652"/>
            <a:ext cx="2276302" cy="1569660"/>
          </a:xfrm>
          <a:prstGeom prst="rect">
            <a:avLst/>
          </a:prstGeom>
          <a:noFill/>
        </p:spPr>
        <p:txBody>
          <a:bodyPr wrap="square" rtlCol="0">
            <a:spAutoFit/>
          </a:bodyPr>
          <a:lstStyle/>
          <a:p>
            <a:pPr algn="l"/>
            <a:r>
              <a:rPr lang="en-US" sz="1200" dirty="0"/>
              <a:t>:Material Number = 92001923</a:t>
            </a:r>
            <a:br>
              <a:rPr lang="en-US" sz="1200" dirty="0"/>
            </a:br>
            <a:r>
              <a:rPr lang="en-US" sz="1200" dirty="0"/>
              <a:t>:BOM ID = 8010913</a:t>
            </a:r>
            <a:br>
              <a:rPr lang="en-US" sz="1200" dirty="0"/>
            </a:br>
            <a:r>
              <a:rPr lang="en-US" sz="1200" dirty="0"/>
              <a:t>:BOM Type = MBOM</a:t>
            </a:r>
            <a:br>
              <a:rPr lang="en-US" sz="1200" dirty="0"/>
            </a:br>
            <a:r>
              <a:rPr lang="en-US" sz="1200" dirty="0"/>
              <a:t>:Storage Location = HTP012</a:t>
            </a:r>
            <a:br>
              <a:rPr lang="en-US" sz="1200" dirty="0"/>
            </a:br>
            <a:r>
              <a:rPr lang="en-US" sz="1200" dirty="0"/>
              <a:t>:Lead Time = 3 Days</a:t>
            </a:r>
            <a:br>
              <a:rPr lang="en-US" sz="1200" dirty="0"/>
            </a:br>
            <a:r>
              <a:rPr lang="en-US" sz="1200" dirty="0"/>
              <a:t>:Delivery Time = 2 Days</a:t>
            </a:r>
          </a:p>
          <a:p>
            <a:pPr algn="l"/>
            <a:r>
              <a:rPr lang="en-US" sz="1200" dirty="0"/>
              <a:t>:Restrictions Exist = False</a:t>
            </a:r>
            <a:br>
              <a:rPr lang="en-US" sz="1200" dirty="0"/>
            </a:br>
            <a:endParaRPr lang="en-US" sz="1200" dirty="0"/>
          </a:p>
        </p:txBody>
      </p:sp>
      <p:sp>
        <p:nvSpPr>
          <p:cNvPr id="12" name="TextBox 11">
            <a:extLst>
              <a:ext uri="{FF2B5EF4-FFF2-40B4-BE49-F238E27FC236}">
                <a16:creationId xmlns:a16="http://schemas.microsoft.com/office/drawing/2014/main" id="{BDF97314-9BEF-8C18-0F67-9A4E0C13F99F}"/>
              </a:ext>
            </a:extLst>
          </p:cNvPr>
          <p:cNvSpPr txBox="1"/>
          <p:nvPr/>
        </p:nvSpPr>
        <p:spPr>
          <a:xfrm>
            <a:off x="6424613" y="1850953"/>
            <a:ext cx="6315074" cy="338554"/>
          </a:xfrm>
          <a:prstGeom prst="rect">
            <a:avLst/>
          </a:prstGeom>
          <a:noFill/>
        </p:spPr>
        <p:txBody>
          <a:bodyPr wrap="square">
            <a:spAutoFit/>
          </a:bodyPr>
          <a:lstStyle/>
          <a:p>
            <a:r>
              <a:rPr lang="en-US" sz="1600" dirty="0">
                <a:solidFill>
                  <a:schemeClr val="accent1"/>
                </a:solidFill>
              </a:rPr>
              <a:t>Example 2 -  Production Equipment</a:t>
            </a:r>
          </a:p>
        </p:txBody>
      </p:sp>
      <p:sp>
        <p:nvSpPr>
          <p:cNvPr id="13" name="Rectangle 12">
            <a:extLst>
              <a:ext uri="{FF2B5EF4-FFF2-40B4-BE49-F238E27FC236}">
                <a16:creationId xmlns:a16="http://schemas.microsoft.com/office/drawing/2014/main" id="{D0561974-D7B5-324B-2AE6-98149165FDC8}"/>
              </a:ext>
            </a:extLst>
          </p:cNvPr>
          <p:cNvSpPr/>
          <p:nvPr/>
        </p:nvSpPr>
        <p:spPr>
          <a:xfrm>
            <a:off x="6500813" y="2228302"/>
            <a:ext cx="2081212" cy="933450"/>
          </a:xfrm>
          <a:prstGeom prst="rect">
            <a:avLst/>
          </a:prstGeom>
          <a:ln/>
        </p:spPr>
        <p:style>
          <a:lnRef idx="2">
            <a:schemeClr val="accent4"/>
          </a:lnRef>
          <a:fillRef idx="1">
            <a:schemeClr val="lt1"/>
          </a:fillRef>
          <a:effectRef idx="0">
            <a:schemeClr val="accent4"/>
          </a:effectRef>
          <a:fontRef idx="minor">
            <a:schemeClr val="dk1"/>
          </a:fontRef>
        </p:style>
        <p:txBody>
          <a:bodyPr rtlCol="0" anchor="ctr"/>
          <a:lstStyle/>
          <a:p>
            <a:pPr algn="ctr"/>
            <a:r>
              <a:rPr lang="en-US" sz="1600" dirty="0"/>
              <a:t>Material (Pump)</a:t>
            </a:r>
            <a:br>
              <a:rPr lang="en-US" sz="1600" dirty="0"/>
            </a:br>
            <a:r>
              <a:rPr lang="en-US" sz="1600" dirty="0"/>
              <a:t>92349298 </a:t>
            </a:r>
          </a:p>
        </p:txBody>
      </p:sp>
      <p:sp>
        <p:nvSpPr>
          <p:cNvPr id="14" name="Rectangle 13">
            <a:extLst>
              <a:ext uri="{FF2B5EF4-FFF2-40B4-BE49-F238E27FC236}">
                <a16:creationId xmlns:a16="http://schemas.microsoft.com/office/drawing/2014/main" id="{07076446-8B87-F2DF-46D4-4297510D62CD}"/>
              </a:ext>
            </a:extLst>
          </p:cNvPr>
          <p:cNvSpPr/>
          <p:nvPr/>
        </p:nvSpPr>
        <p:spPr>
          <a:xfrm>
            <a:off x="6500813" y="3967408"/>
            <a:ext cx="2081212" cy="933450"/>
          </a:xfrm>
          <a:prstGeom prst="rect">
            <a:avLst/>
          </a:prstGeom>
          <a:ln/>
        </p:spPr>
        <p:style>
          <a:lnRef idx="2">
            <a:schemeClr val="accent4"/>
          </a:lnRef>
          <a:fillRef idx="1">
            <a:schemeClr val="lt1"/>
          </a:fillRef>
          <a:effectRef idx="0">
            <a:schemeClr val="accent4"/>
          </a:effectRef>
          <a:fontRef idx="minor">
            <a:schemeClr val="dk1"/>
          </a:fontRef>
        </p:style>
        <p:txBody>
          <a:bodyPr rtlCol="0" anchor="ctr"/>
          <a:lstStyle/>
          <a:p>
            <a:pPr algn="ctr"/>
            <a:r>
              <a:rPr lang="en-US" sz="1600" dirty="0"/>
              <a:t>Pump Instance</a:t>
            </a:r>
            <a:br>
              <a:rPr lang="en-US" sz="1600" dirty="0"/>
            </a:br>
            <a:r>
              <a:rPr lang="en-US" sz="1600" dirty="0"/>
              <a:t>15000637 </a:t>
            </a:r>
          </a:p>
        </p:txBody>
      </p:sp>
      <p:sp>
        <p:nvSpPr>
          <p:cNvPr id="15" name="Rectangle 14">
            <a:extLst>
              <a:ext uri="{FF2B5EF4-FFF2-40B4-BE49-F238E27FC236}">
                <a16:creationId xmlns:a16="http://schemas.microsoft.com/office/drawing/2014/main" id="{D0B024B2-80F1-D0B0-822E-8FA88FF4A575}"/>
              </a:ext>
            </a:extLst>
          </p:cNvPr>
          <p:cNvSpPr/>
          <p:nvPr/>
        </p:nvSpPr>
        <p:spPr>
          <a:xfrm>
            <a:off x="9872268" y="3553259"/>
            <a:ext cx="2081212" cy="933450"/>
          </a:xfrm>
          <a:prstGeom prst="rect">
            <a:avLst/>
          </a:prstGeom>
          <a:ln/>
        </p:spPr>
        <p:style>
          <a:lnRef idx="2">
            <a:schemeClr val="accent4"/>
          </a:lnRef>
          <a:fillRef idx="1">
            <a:schemeClr val="lt1"/>
          </a:fillRef>
          <a:effectRef idx="0">
            <a:schemeClr val="accent4"/>
          </a:effectRef>
          <a:fontRef idx="minor">
            <a:schemeClr val="dk1"/>
          </a:fontRef>
        </p:style>
        <p:txBody>
          <a:bodyPr rtlCol="0" anchor="ctr"/>
          <a:lstStyle/>
          <a:p>
            <a:pPr algn="ctr"/>
            <a:r>
              <a:rPr lang="en-US" sz="1600" dirty="0"/>
              <a:t>Production Equipment Instance</a:t>
            </a:r>
          </a:p>
          <a:p>
            <a:pPr algn="ctr"/>
            <a:r>
              <a:rPr lang="en-US" sz="1600" dirty="0"/>
              <a:t>3233220292  (S)</a:t>
            </a:r>
          </a:p>
        </p:txBody>
      </p:sp>
      <p:sp>
        <p:nvSpPr>
          <p:cNvPr id="16" name="Rectangle 15">
            <a:extLst>
              <a:ext uri="{FF2B5EF4-FFF2-40B4-BE49-F238E27FC236}">
                <a16:creationId xmlns:a16="http://schemas.microsoft.com/office/drawing/2014/main" id="{E36D28E3-00B8-C177-15F6-59839FEE2128}"/>
              </a:ext>
            </a:extLst>
          </p:cNvPr>
          <p:cNvSpPr/>
          <p:nvPr/>
        </p:nvSpPr>
        <p:spPr>
          <a:xfrm>
            <a:off x="9881793" y="5718813"/>
            <a:ext cx="2081212" cy="933450"/>
          </a:xfrm>
          <a:prstGeom prst="rect">
            <a:avLst/>
          </a:prstGeom>
          <a:ln/>
        </p:spPr>
        <p:style>
          <a:lnRef idx="2">
            <a:schemeClr val="accent4"/>
          </a:lnRef>
          <a:fillRef idx="1">
            <a:schemeClr val="lt1"/>
          </a:fillRef>
          <a:effectRef idx="0">
            <a:schemeClr val="accent4"/>
          </a:effectRef>
          <a:fontRef idx="minor">
            <a:schemeClr val="dk1"/>
          </a:fontRef>
        </p:style>
        <p:txBody>
          <a:bodyPr rtlCol="0" anchor="ctr"/>
          <a:lstStyle/>
          <a:p>
            <a:pPr algn="ctr"/>
            <a:r>
              <a:rPr lang="en-US" sz="1600" dirty="0"/>
              <a:t>Production Plant</a:t>
            </a:r>
            <a:br>
              <a:rPr lang="en-US" sz="1600" dirty="0"/>
            </a:br>
            <a:r>
              <a:rPr lang="en-US" sz="1600" dirty="0"/>
              <a:t>GNH3 - 0088</a:t>
            </a:r>
          </a:p>
        </p:txBody>
      </p:sp>
      <p:sp>
        <p:nvSpPr>
          <p:cNvPr id="17" name="Rectangle 16">
            <a:extLst>
              <a:ext uri="{FF2B5EF4-FFF2-40B4-BE49-F238E27FC236}">
                <a16:creationId xmlns:a16="http://schemas.microsoft.com/office/drawing/2014/main" id="{3CEE7908-12DD-FEF4-20A5-A65A5DAF1B88}"/>
              </a:ext>
            </a:extLst>
          </p:cNvPr>
          <p:cNvSpPr/>
          <p:nvPr/>
        </p:nvSpPr>
        <p:spPr>
          <a:xfrm>
            <a:off x="9860757" y="4629737"/>
            <a:ext cx="2081212" cy="933450"/>
          </a:xfrm>
          <a:prstGeom prst="rect">
            <a:avLst/>
          </a:prstGeom>
          <a:ln/>
        </p:spPr>
        <p:style>
          <a:lnRef idx="2">
            <a:schemeClr val="accent4"/>
          </a:lnRef>
          <a:fillRef idx="1">
            <a:schemeClr val="lt1"/>
          </a:fillRef>
          <a:effectRef idx="0">
            <a:schemeClr val="accent4"/>
          </a:effectRef>
          <a:fontRef idx="minor">
            <a:schemeClr val="dk1"/>
          </a:fontRef>
        </p:style>
        <p:txBody>
          <a:bodyPr rtlCol="0" anchor="ctr"/>
          <a:lstStyle/>
          <a:p>
            <a:pPr algn="ctr"/>
            <a:r>
              <a:rPr lang="en-US" sz="1600" dirty="0"/>
              <a:t>Sales Order </a:t>
            </a:r>
          </a:p>
          <a:p>
            <a:pPr algn="ctr"/>
            <a:r>
              <a:rPr lang="en-US" sz="1600" dirty="0"/>
              <a:t>890332821</a:t>
            </a:r>
          </a:p>
        </p:txBody>
      </p:sp>
      <p:sp>
        <p:nvSpPr>
          <p:cNvPr id="18" name="TextBox 17">
            <a:extLst>
              <a:ext uri="{FF2B5EF4-FFF2-40B4-BE49-F238E27FC236}">
                <a16:creationId xmlns:a16="http://schemas.microsoft.com/office/drawing/2014/main" id="{4C5052FD-27B5-F616-4BD6-B05A7BB0CE15}"/>
              </a:ext>
            </a:extLst>
          </p:cNvPr>
          <p:cNvSpPr txBox="1"/>
          <p:nvPr/>
        </p:nvSpPr>
        <p:spPr>
          <a:xfrm>
            <a:off x="1800622" y="4658096"/>
            <a:ext cx="647303" cy="276999"/>
          </a:xfrm>
          <a:prstGeom prst="rect">
            <a:avLst/>
          </a:prstGeom>
          <a:noFill/>
        </p:spPr>
        <p:txBody>
          <a:bodyPr wrap="square" rtlCol="0">
            <a:spAutoFit/>
          </a:bodyPr>
          <a:lstStyle/>
          <a:p>
            <a:pPr algn="l"/>
            <a:r>
              <a:rPr lang="en-US" sz="1200" i="1" dirty="0"/>
              <a:t>part of</a:t>
            </a:r>
          </a:p>
        </p:txBody>
      </p:sp>
      <p:sp>
        <p:nvSpPr>
          <p:cNvPr id="19" name="TextBox 18">
            <a:extLst>
              <a:ext uri="{FF2B5EF4-FFF2-40B4-BE49-F238E27FC236}">
                <a16:creationId xmlns:a16="http://schemas.microsoft.com/office/drawing/2014/main" id="{D65EC2AB-195B-123F-8293-E0F2872957A3}"/>
              </a:ext>
            </a:extLst>
          </p:cNvPr>
          <p:cNvSpPr txBox="1"/>
          <p:nvPr/>
        </p:nvSpPr>
        <p:spPr>
          <a:xfrm>
            <a:off x="628650" y="3245918"/>
            <a:ext cx="809625" cy="276999"/>
          </a:xfrm>
          <a:prstGeom prst="rect">
            <a:avLst/>
          </a:prstGeom>
          <a:noFill/>
        </p:spPr>
        <p:txBody>
          <a:bodyPr wrap="square" rtlCol="0">
            <a:spAutoFit/>
          </a:bodyPr>
          <a:lstStyle/>
          <a:p>
            <a:pPr algn="l"/>
            <a:r>
              <a:rPr lang="en-US" sz="1200" i="1" dirty="0"/>
              <a:t>part of</a:t>
            </a:r>
          </a:p>
        </p:txBody>
      </p:sp>
      <p:sp>
        <p:nvSpPr>
          <p:cNvPr id="20" name="TextBox 19">
            <a:extLst>
              <a:ext uri="{FF2B5EF4-FFF2-40B4-BE49-F238E27FC236}">
                <a16:creationId xmlns:a16="http://schemas.microsoft.com/office/drawing/2014/main" id="{FA9625F5-265F-B928-C4B5-6FDC3DF7216A}"/>
              </a:ext>
            </a:extLst>
          </p:cNvPr>
          <p:cNvSpPr txBox="1"/>
          <p:nvPr/>
        </p:nvSpPr>
        <p:spPr>
          <a:xfrm>
            <a:off x="7143750" y="3384418"/>
            <a:ext cx="462756" cy="276999"/>
          </a:xfrm>
          <a:prstGeom prst="rect">
            <a:avLst/>
          </a:prstGeom>
          <a:noFill/>
        </p:spPr>
        <p:txBody>
          <a:bodyPr wrap="square" rtlCol="0">
            <a:spAutoFit/>
          </a:bodyPr>
          <a:lstStyle/>
          <a:p>
            <a:pPr algn="l"/>
            <a:r>
              <a:rPr lang="en-US" sz="1200" i="1" dirty="0"/>
              <a:t>is a </a:t>
            </a:r>
          </a:p>
        </p:txBody>
      </p:sp>
      <p:cxnSp>
        <p:nvCxnSpPr>
          <p:cNvPr id="22" name="Straight Arrow Connector 21">
            <a:extLst>
              <a:ext uri="{FF2B5EF4-FFF2-40B4-BE49-F238E27FC236}">
                <a16:creationId xmlns:a16="http://schemas.microsoft.com/office/drawing/2014/main" id="{24B8D68B-78C9-62EB-99C4-D6410D46493D}"/>
              </a:ext>
            </a:extLst>
          </p:cNvPr>
          <p:cNvCxnSpPr>
            <a:stCxn id="14" idx="0"/>
            <a:endCxn id="13" idx="2"/>
          </p:cNvCxnSpPr>
          <p:nvPr/>
        </p:nvCxnSpPr>
        <p:spPr>
          <a:xfrm flipV="1">
            <a:off x="7541419" y="3161752"/>
            <a:ext cx="0" cy="805656"/>
          </a:xfrm>
          <a:prstGeom prst="straightConnector1">
            <a:avLst/>
          </a:prstGeom>
          <a:ln>
            <a:headEnd type="none" w="lg" len="med"/>
            <a:tailEnd type="triangle"/>
          </a:ln>
        </p:spPr>
        <p:style>
          <a:lnRef idx="1">
            <a:schemeClr val="accent4"/>
          </a:lnRef>
          <a:fillRef idx="0">
            <a:schemeClr val="accent4"/>
          </a:fillRef>
          <a:effectRef idx="0">
            <a:schemeClr val="accent4"/>
          </a:effectRef>
          <a:fontRef idx="minor">
            <a:schemeClr val="tx1"/>
          </a:fontRef>
        </p:style>
      </p:cxnSp>
      <p:cxnSp>
        <p:nvCxnSpPr>
          <p:cNvPr id="23" name="Straight Arrow Connector 22">
            <a:extLst>
              <a:ext uri="{FF2B5EF4-FFF2-40B4-BE49-F238E27FC236}">
                <a16:creationId xmlns:a16="http://schemas.microsoft.com/office/drawing/2014/main" id="{AA05EA14-D923-4100-B6D4-E8C7FAA4DB7D}"/>
              </a:ext>
            </a:extLst>
          </p:cNvPr>
          <p:cNvCxnSpPr>
            <a:cxnSpLocks/>
            <a:stCxn id="14" idx="2"/>
            <a:endCxn id="16" idx="1"/>
          </p:cNvCxnSpPr>
          <p:nvPr/>
        </p:nvCxnSpPr>
        <p:spPr>
          <a:xfrm>
            <a:off x="7541419" y="4900858"/>
            <a:ext cx="2340374" cy="1284680"/>
          </a:xfrm>
          <a:prstGeom prst="straightConnector1">
            <a:avLst/>
          </a:prstGeom>
          <a:ln>
            <a:headEnd type="none" w="lg" len="med"/>
            <a:tailEnd type="triangle"/>
          </a:ln>
        </p:spPr>
        <p:style>
          <a:lnRef idx="1">
            <a:schemeClr val="accent4"/>
          </a:lnRef>
          <a:fillRef idx="0">
            <a:schemeClr val="accent4"/>
          </a:fillRef>
          <a:effectRef idx="0">
            <a:schemeClr val="accent4"/>
          </a:effectRef>
          <a:fontRef idx="minor">
            <a:schemeClr val="tx1"/>
          </a:fontRef>
        </p:style>
      </p:cxnSp>
      <p:cxnSp>
        <p:nvCxnSpPr>
          <p:cNvPr id="30" name="Straight Arrow Connector 29">
            <a:extLst>
              <a:ext uri="{FF2B5EF4-FFF2-40B4-BE49-F238E27FC236}">
                <a16:creationId xmlns:a16="http://schemas.microsoft.com/office/drawing/2014/main" id="{7517AF1A-CF81-CBCD-622C-7D40F9934BCB}"/>
              </a:ext>
            </a:extLst>
          </p:cNvPr>
          <p:cNvCxnSpPr>
            <a:cxnSpLocks/>
            <a:endCxn id="15" idx="1"/>
          </p:cNvCxnSpPr>
          <p:nvPr/>
        </p:nvCxnSpPr>
        <p:spPr>
          <a:xfrm>
            <a:off x="8582025" y="4019984"/>
            <a:ext cx="1290243" cy="0"/>
          </a:xfrm>
          <a:prstGeom prst="straightConnector1">
            <a:avLst/>
          </a:prstGeom>
          <a:ln>
            <a:headEnd type="none" w="lg" len="med"/>
            <a:tailEnd type="triangle"/>
          </a:ln>
        </p:spPr>
        <p:style>
          <a:lnRef idx="1">
            <a:schemeClr val="accent4"/>
          </a:lnRef>
          <a:fillRef idx="0">
            <a:schemeClr val="accent4"/>
          </a:fillRef>
          <a:effectRef idx="0">
            <a:schemeClr val="accent4"/>
          </a:effectRef>
          <a:fontRef idx="minor">
            <a:schemeClr val="tx1"/>
          </a:fontRef>
        </p:style>
      </p:cxnSp>
      <p:sp>
        <p:nvSpPr>
          <p:cNvPr id="33" name="TextBox 32">
            <a:extLst>
              <a:ext uri="{FF2B5EF4-FFF2-40B4-BE49-F238E27FC236}">
                <a16:creationId xmlns:a16="http://schemas.microsoft.com/office/drawing/2014/main" id="{E9ADCA9A-85A2-7D99-DCDA-C568F417FC00}"/>
              </a:ext>
            </a:extLst>
          </p:cNvPr>
          <p:cNvSpPr txBox="1"/>
          <p:nvPr/>
        </p:nvSpPr>
        <p:spPr>
          <a:xfrm>
            <a:off x="8652472" y="3750193"/>
            <a:ext cx="1123950" cy="276999"/>
          </a:xfrm>
          <a:prstGeom prst="rect">
            <a:avLst/>
          </a:prstGeom>
          <a:noFill/>
        </p:spPr>
        <p:txBody>
          <a:bodyPr wrap="square" rtlCol="0">
            <a:spAutoFit/>
          </a:bodyPr>
          <a:lstStyle/>
          <a:p>
            <a:pPr algn="l"/>
            <a:r>
              <a:rPr lang="en-US" sz="1200" i="1" dirty="0"/>
              <a:t>produced with</a:t>
            </a:r>
          </a:p>
        </p:txBody>
      </p:sp>
      <p:cxnSp>
        <p:nvCxnSpPr>
          <p:cNvPr id="34" name="Straight Arrow Connector 33">
            <a:extLst>
              <a:ext uri="{FF2B5EF4-FFF2-40B4-BE49-F238E27FC236}">
                <a16:creationId xmlns:a16="http://schemas.microsoft.com/office/drawing/2014/main" id="{2C1E458B-EE15-9885-9379-B0AD400F86CB}"/>
              </a:ext>
            </a:extLst>
          </p:cNvPr>
          <p:cNvCxnSpPr>
            <a:cxnSpLocks/>
            <a:stCxn id="14" idx="3"/>
            <a:endCxn id="17" idx="1"/>
          </p:cNvCxnSpPr>
          <p:nvPr/>
        </p:nvCxnSpPr>
        <p:spPr>
          <a:xfrm>
            <a:off x="8582025" y="4434133"/>
            <a:ext cx="1278732" cy="662329"/>
          </a:xfrm>
          <a:prstGeom prst="straightConnector1">
            <a:avLst/>
          </a:prstGeom>
          <a:ln>
            <a:headEnd type="none" w="lg" len="med"/>
            <a:tailEnd type="triangle"/>
          </a:ln>
        </p:spPr>
        <p:style>
          <a:lnRef idx="1">
            <a:schemeClr val="accent4"/>
          </a:lnRef>
          <a:fillRef idx="0">
            <a:schemeClr val="accent4"/>
          </a:fillRef>
          <a:effectRef idx="0">
            <a:schemeClr val="accent4"/>
          </a:effectRef>
          <a:fontRef idx="minor">
            <a:schemeClr val="tx1"/>
          </a:fontRef>
        </p:style>
      </p:cxnSp>
      <p:sp>
        <p:nvSpPr>
          <p:cNvPr id="37" name="TextBox 36">
            <a:extLst>
              <a:ext uri="{FF2B5EF4-FFF2-40B4-BE49-F238E27FC236}">
                <a16:creationId xmlns:a16="http://schemas.microsoft.com/office/drawing/2014/main" id="{65ACED61-71D8-F1BE-7349-B252F401138F}"/>
              </a:ext>
            </a:extLst>
          </p:cNvPr>
          <p:cNvSpPr txBox="1"/>
          <p:nvPr/>
        </p:nvSpPr>
        <p:spPr>
          <a:xfrm>
            <a:off x="8534400" y="4904228"/>
            <a:ext cx="1123950" cy="276999"/>
          </a:xfrm>
          <a:prstGeom prst="rect">
            <a:avLst/>
          </a:prstGeom>
          <a:noFill/>
        </p:spPr>
        <p:txBody>
          <a:bodyPr wrap="square" rtlCol="0">
            <a:spAutoFit/>
          </a:bodyPr>
          <a:lstStyle/>
          <a:p>
            <a:pPr algn="l"/>
            <a:r>
              <a:rPr lang="en-US" sz="1200" i="1" dirty="0"/>
              <a:t>produced for</a:t>
            </a:r>
          </a:p>
        </p:txBody>
      </p:sp>
      <p:sp>
        <p:nvSpPr>
          <p:cNvPr id="40" name="TextBox 39">
            <a:extLst>
              <a:ext uri="{FF2B5EF4-FFF2-40B4-BE49-F238E27FC236}">
                <a16:creationId xmlns:a16="http://schemas.microsoft.com/office/drawing/2014/main" id="{54221201-C263-DD7E-0873-FDE9090B65FA}"/>
              </a:ext>
            </a:extLst>
          </p:cNvPr>
          <p:cNvSpPr txBox="1"/>
          <p:nvPr/>
        </p:nvSpPr>
        <p:spPr>
          <a:xfrm>
            <a:off x="7731920" y="5499076"/>
            <a:ext cx="1123950" cy="276999"/>
          </a:xfrm>
          <a:prstGeom prst="rect">
            <a:avLst/>
          </a:prstGeom>
          <a:noFill/>
        </p:spPr>
        <p:txBody>
          <a:bodyPr wrap="square" rtlCol="0">
            <a:spAutoFit/>
          </a:bodyPr>
          <a:lstStyle/>
          <a:p>
            <a:pPr algn="l"/>
            <a:r>
              <a:rPr lang="en-US" sz="1200" i="1" dirty="0"/>
              <a:t>produced at</a:t>
            </a:r>
          </a:p>
        </p:txBody>
      </p:sp>
      <p:sp>
        <p:nvSpPr>
          <p:cNvPr id="42" name="Rectangle 41">
            <a:extLst>
              <a:ext uri="{FF2B5EF4-FFF2-40B4-BE49-F238E27FC236}">
                <a16:creationId xmlns:a16="http://schemas.microsoft.com/office/drawing/2014/main" id="{C2BFD81E-0C44-6534-D1FE-7C0724D0C1B9}"/>
              </a:ext>
            </a:extLst>
          </p:cNvPr>
          <p:cNvSpPr/>
          <p:nvPr/>
        </p:nvSpPr>
        <p:spPr>
          <a:xfrm>
            <a:off x="9838751" y="2241270"/>
            <a:ext cx="2081212" cy="933450"/>
          </a:xfrm>
          <a:prstGeom prst="rect">
            <a:avLst/>
          </a:prstGeom>
          <a:ln/>
        </p:spPr>
        <p:style>
          <a:lnRef idx="2">
            <a:schemeClr val="accent4"/>
          </a:lnRef>
          <a:fillRef idx="1">
            <a:schemeClr val="lt1"/>
          </a:fillRef>
          <a:effectRef idx="0">
            <a:schemeClr val="accent4"/>
          </a:effectRef>
          <a:fontRef idx="minor">
            <a:schemeClr val="dk1"/>
          </a:fontRef>
        </p:style>
        <p:txBody>
          <a:bodyPr rtlCol="0" anchor="ctr"/>
          <a:lstStyle/>
          <a:p>
            <a:pPr algn="ctr"/>
            <a:r>
              <a:rPr lang="en-US" sz="1600" dirty="0"/>
              <a:t>Material (Production Equipment)</a:t>
            </a:r>
            <a:br>
              <a:rPr lang="en-US" sz="1600" dirty="0"/>
            </a:br>
            <a:r>
              <a:rPr lang="en-US" sz="1600" dirty="0"/>
              <a:t>9992298 </a:t>
            </a:r>
          </a:p>
        </p:txBody>
      </p:sp>
      <p:cxnSp>
        <p:nvCxnSpPr>
          <p:cNvPr id="43" name="Straight Arrow Connector 42">
            <a:extLst>
              <a:ext uri="{FF2B5EF4-FFF2-40B4-BE49-F238E27FC236}">
                <a16:creationId xmlns:a16="http://schemas.microsoft.com/office/drawing/2014/main" id="{7775AF57-0130-0D6E-35C4-26B323675A5B}"/>
              </a:ext>
            </a:extLst>
          </p:cNvPr>
          <p:cNvCxnSpPr>
            <a:cxnSpLocks/>
            <a:stCxn id="15" idx="0"/>
          </p:cNvCxnSpPr>
          <p:nvPr/>
        </p:nvCxnSpPr>
        <p:spPr>
          <a:xfrm flipH="1" flipV="1">
            <a:off x="10901363" y="3161752"/>
            <a:ext cx="11511" cy="391507"/>
          </a:xfrm>
          <a:prstGeom prst="straightConnector1">
            <a:avLst/>
          </a:prstGeom>
          <a:ln>
            <a:headEnd type="none" w="lg" len="med"/>
            <a:tailEnd type="triangle"/>
          </a:ln>
        </p:spPr>
        <p:style>
          <a:lnRef idx="1">
            <a:schemeClr val="accent4"/>
          </a:lnRef>
          <a:fillRef idx="0">
            <a:schemeClr val="accent4"/>
          </a:fillRef>
          <a:effectRef idx="0">
            <a:schemeClr val="accent4"/>
          </a:effectRef>
          <a:fontRef idx="minor">
            <a:schemeClr val="tx1"/>
          </a:fontRef>
        </p:style>
      </p:cxnSp>
      <p:sp>
        <p:nvSpPr>
          <p:cNvPr id="45" name="TextBox 44">
            <a:extLst>
              <a:ext uri="{FF2B5EF4-FFF2-40B4-BE49-F238E27FC236}">
                <a16:creationId xmlns:a16="http://schemas.microsoft.com/office/drawing/2014/main" id="{7154627E-EF8B-2387-5D9B-6B29449A50EE}"/>
              </a:ext>
            </a:extLst>
          </p:cNvPr>
          <p:cNvSpPr txBox="1"/>
          <p:nvPr/>
        </p:nvSpPr>
        <p:spPr>
          <a:xfrm>
            <a:off x="10450118" y="3224497"/>
            <a:ext cx="462756" cy="276999"/>
          </a:xfrm>
          <a:prstGeom prst="rect">
            <a:avLst/>
          </a:prstGeom>
          <a:noFill/>
        </p:spPr>
        <p:txBody>
          <a:bodyPr wrap="square" rtlCol="0">
            <a:spAutoFit/>
          </a:bodyPr>
          <a:lstStyle/>
          <a:p>
            <a:pPr algn="l"/>
            <a:r>
              <a:rPr lang="en-US" sz="1200" i="1" dirty="0"/>
              <a:t>is a </a:t>
            </a:r>
          </a:p>
        </p:txBody>
      </p:sp>
      <p:cxnSp>
        <p:nvCxnSpPr>
          <p:cNvPr id="47" name="Straight Connector 46">
            <a:extLst>
              <a:ext uri="{FF2B5EF4-FFF2-40B4-BE49-F238E27FC236}">
                <a16:creationId xmlns:a16="http://schemas.microsoft.com/office/drawing/2014/main" id="{0AEFC4A8-8007-7BB5-62BD-D2EB893CC3D2}"/>
              </a:ext>
            </a:extLst>
          </p:cNvPr>
          <p:cNvCxnSpPr/>
          <p:nvPr/>
        </p:nvCxnSpPr>
        <p:spPr>
          <a:xfrm>
            <a:off x="5978525" y="1850953"/>
            <a:ext cx="0" cy="4801310"/>
          </a:xfrm>
          <a:prstGeom prst="line">
            <a:avLst/>
          </a:prstGeom>
          <a:ln w="12700">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48" name="TextBox 47">
            <a:extLst>
              <a:ext uri="{FF2B5EF4-FFF2-40B4-BE49-F238E27FC236}">
                <a16:creationId xmlns:a16="http://schemas.microsoft.com/office/drawing/2014/main" id="{7F38C084-91F0-C50D-7B72-762014772884}"/>
              </a:ext>
            </a:extLst>
          </p:cNvPr>
          <p:cNvSpPr txBox="1"/>
          <p:nvPr/>
        </p:nvSpPr>
        <p:spPr>
          <a:xfrm>
            <a:off x="552285" y="5853445"/>
            <a:ext cx="5296065" cy="830997"/>
          </a:xfrm>
          <a:prstGeom prst="rect">
            <a:avLst/>
          </a:prstGeom>
          <a:noFill/>
        </p:spPr>
        <p:txBody>
          <a:bodyPr wrap="square">
            <a:spAutoFit/>
          </a:bodyPr>
          <a:lstStyle/>
          <a:p>
            <a:r>
              <a:rPr lang="en-US" sz="1600" b="1" dirty="0"/>
              <a:t>Products are described as individual objects (where components, and production equipment are also “products”)</a:t>
            </a:r>
          </a:p>
        </p:txBody>
      </p:sp>
      <p:sp>
        <p:nvSpPr>
          <p:cNvPr id="49" name="Star: 7 Points 48">
            <a:extLst>
              <a:ext uri="{FF2B5EF4-FFF2-40B4-BE49-F238E27FC236}">
                <a16:creationId xmlns:a16="http://schemas.microsoft.com/office/drawing/2014/main" id="{B857DEB0-7A61-59CD-4A77-3787CA9A63C7}"/>
              </a:ext>
            </a:extLst>
          </p:cNvPr>
          <p:cNvSpPr/>
          <p:nvPr/>
        </p:nvSpPr>
        <p:spPr>
          <a:xfrm>
            <a:off x="296863" y="6022723"/>
            <a:ext cx="255420" cy="246221"/>
          </a:xfrm>
          <a:prstGeom prst="star7">
            <a:avLst/>
          </a:prstGeom>
          <a:solidFill>
            <a:srgbClr val="126AF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cxnSp>
        <p:nvCxnSpPr>
          <p:cNvPr id="51" name="Straight Arrow Connector 50">
            <a:extLst>
              <a:ext uri="{FF2B5EF4-FFF2-40B4-BE49-F238E27FC236}">
                <a16:creationId xmlns:a16="http://schemas.microsoft.com/office/drawing/2014/main" id="{3121F481-093F-3C0C-F59F-3646B936B3A0}"/>
              </a:ext>
            </a:extLst>
          </p:cNvPr>
          <p:cNvCxnSpPr/>
          <p:nvPr/>
        </p:nvCxnSpPr>
        <p:spPr>
          <a:xfrm flipV="1">
            <a:off x="2895600" y="2562225"/>
            <a:ext cx="571500" cy="523875"/>
          </a:xfrm>
          <a:prstGeom prst="straightConnector1">
            <a:avLst/>
          </a:prstGeom>
          <a:ln>
            <a:solidFill>
              <a:schemeClr val="accent2"/>
            </a:solidFill>
            <a:headEnd type="none" w="lg" len="med"/>
            <a:tailEnd type="triangle"/>
          </a:ln>
        </p:spPr>
        <p:style>
          <a:lnRef idx="1">
            <a:schemeClr val="accent1"/>
          </a:lnRef>
          <a:fillRef idx="0">
            <a:schemeClr val="accent1"/>
          </a:fillRef>
          <a:effectRef idx="0">
            <a:schemeClr val="accent1"/>
          </a:effectRef>
          <a:fontRef idx="minor">
            <a:schemeClr val="tx1"/>
          </a:fontRef>
        </p:style>
      </p:cxnSp>
      <p:sp>
        <p:nvSpPr>
          <p:cNvPr id="52" name="Rectangle 51">
            <a:extLst>
              <a:ext uri="{FF2B5EF4-FFF2-40B4-BE49-F238E27FC236}">
                <a16:creationId xmlns:a16="http://schemas.microsoft.com/office/drawing/2014/main" id="{CDCA64D5-E092-2F87-7E12-2D0005001307}"/>
              </a:ext>
            </a:extLst>
          </p:cNvPr>
          <p:cNvSpPr/>
          <p:nvPr/>
        </p:nvSpPr>
        <p:spPr>
          <a:xfrm>
            <a:off x="3533775" y="2020230"/>
            <a:ext cx="2314575" cy="1569660"/>
          </a:xfrm>
          <a:prstGeom prst="rect">
            <a:avLst/>
          </a:prstGeom>
          <a:noFill/>
          <a:ln/>
        </p:spPr>
        <p:style>
          <a:lnRef idx="2">
            <a:schemeClr val="accent4"/>
          </a:lnRef>
          <a:fillRef idx="1">
            <a:schemeClr val="lt1"/>
          </a:fillRef>
          <a:effectRef idx="0">
            <a:schemeClr val="accent4"/>
          </a:effectRef>
          <a:fontRef idx="minor">
            <a:schemeClr val="dk1"/>
          </a:fontRef>
        </p:style>
        <p:txBody>
          <a:bodyPr rtlCol="0" anchor="ctr"/>
          <a:lstStyle/>
          <a:p>
            <a:pPr algn="ctr"/>
            <a:endParaRPr lang="en-US" sz="1600"/>
          </a:p>
        </p:txBody>
      </p:sp>
    </p:spTree>
    <p:extLst>
      <p:ext uri="{BB962C8B-B14F-4D97-AF65-F5344CB8AC3E}">
        <p14:creationId xmlns:p14="http://schemas.microsoft.com/office/powerpoint/2010/main" val="32276208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ED82EB-E9FD-2971-5E49-BE647736B08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2A38A8B-92AB-A207-BEF3-953C290C1296}"/>
              </a:ext>
            </a:extLst>
          </p:cNvPr>
          <p:cNvSpPr>
            <a:spLocks noGrp="1"/>
          </p:cNvSpPr>
          <p:nvPr>
            <p:ph type="title"/>
          </p:nvPr>
        </p:nvSpPr>
        <p:spPr/>
        <p:txBody>
          <a:bodyPr/>
          <a:lstStyle/>
          <a:p>
            <a:r>
              <a:rPr lang="en-US" dirty="0"/>
              <a:t>Data Vault 2.0</a:t>
            </a:r>
            <a:endParaRPr lang="en-DK" dirty="0"/>
          </a:p>
        </p:txBody>
      </p:sp>
      <p:pic>
        <p:nvPicPr>
          <p:cNvPr id="2050" name="Picture 2">
            <a:extLst>
              <a:ext uri="{FF2B5EF4-FFF2-40B4-BE49-F238E27FC236}">
                <a16:creationId xmlns:a16="http://schemas.microsoft.com/office/drawing/2014/main" id="{C89D9C4A-AB4C-4865-D152-42301ED6B82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3000" y="1196975"/>
            <a:ext cx="10337800" cy="5310237"/>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id="{DBBA45A9-7D1B-A7EF-5153-503C26DA0BCB}"/>
              </a:ext>
            </a:extLst>
          </p:cNvPr>
          <p:cNvSpPr/>
          <p:nvPr/>
        </p:nvSpPr>
        <p:spPr>
          <a:xfrm>
            <a:off x="1769533" y="850588"/>
            <a:ext cx="5190067" cy="108827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K" sz="1600"/>
          </a:p>
        </p:txBody>
      </p:sp>
      <p:sp>
        <p:nvSpPr>
          <p:cNvPr id="7" name="TextBox 6">
            <a:extLst>
              <a:ext uri="{FF2B5EF4-FFF2-40B4-BE49-F238E27FC236}">
                <a16:creationId xmlns:a16="http://schemas.microsoft.com/office/drawing/2014/main" id="{2FEF55C5-FC19-7CC8-FC5E-183AAAD250F5}"/>
              </a:ext>
            </a:extLst>
          </p:cNvPr>
          <p:cNvSpPr txBox="1"/>
          <p:nvPr/>
        </p:nvSpPr>
        <p:spPr>
          <a:xfrm>
            <a:off x="530225" y="6507212"/>
            <a:ext cx="3241593" cy="338554"/>
          </a:xfrm>
          <a:prstGeom prst="rect">
            <a:avLst/>
          </a:prstGeom>
          <a:noFill/>
        </p:spPr>
        <p:txBody>
          <a:bodyPr wrap="none" rtlCol="0">
            <a:spAutoFit/>
          </a:bodyPr>
          <a:lstStyle/>
          <a:p>
            <a:r>
              <a:rPr lang="en-US" sz="1600" dirty="0"/>
              <a:t>DV Image Source: </a:t>
            </a:r>
            <a:r>
              <a:rPr lang="en-US" sz="1600" dirty="0">
                <a:hlinkClick r:id="rId4"/>
              </a:rPr>
              <a:t>Pratik Khedekar </a:t>
            </a:r>
            <a:endParaRPr lang="en-DK" sz="1600" dirty="0"/>
          </a:p>
        </p:txBody>
      </p:sp>
      <p:sp>
        <p:nvSpPr>
          <p:cNvPr id="8" name="Rectangle 7">
            <a:extLst>
              <a:ext uri="{FF2B5EF4-FFF2-40B4-BE49-F238E27FC236}">
                <a16:creationId xmlns:a16="http://schemas.microsoft.com/office/drawing/2014/main" id="{1623BD23-372D-E2F3-9E0A-D35B21BC4751}"/>
              </a:ext>
            </a:extLst>
          </p:cNvPr>
          <p:cNvSpPr/>
          <p:nvPr/>
        </p:nvSpPr>
        <p:spPr>
          <a:xfrm>
            <a:off x="9511748" y="4552122"/>
            <a:ext cx="1779104" cy="180167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K" sz="1600"/>
          </a:p>
        </p:txBody>
      </p:sp>
      <p:sp>
        <p:nvSpPr>
          <p:cNvPr id="9" name="Rectangle 8">
            <a:extLst>
              <a:ext uri="{FF2B5EF4-FFF2-40B4-BE49-F238E27FC236}">
                <a16:creationId xmlns:a16="http://schemas.microsoft.com/office/drawing/2014/main" id="{53365263-E6DE-D627-48FC-BAA2A644FBAE}"/>
              </a:ext>
            </a:extLst>
          </p:cNvPr>
          <p:cNvSpPr/>
          <p:nvPr/>
        </p:nvSpPr>
        <p:spPr>
          <a:xfrm>
            <a:off x="4177748" y="5056324"/>
            <a:ext cx="1779104" cy="180167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K" sz="1600"/>
          </a:p>
        </p:txBody>
      </p:sp>
      <p:sp>
        <p:nvSpPr>
          <p:cNvPr id="10" name="Rectangle 9">
            <a:extLst>
              <a:ext uri="{FF2B5EF4-FFF2-40B4-BE49-F238E27FC236}">
                <a16:creationId xmlns:a16="http://schemas.microsoft.com/office/drawing/2014/main" id="{C548B775-A17B-48B5-67C9-296241186F0F}"/>
              </a:ext>
            </a:extLst>
          </p:cNvPr>
          <p:cNvSpPr/>
          <p:nvPr/>
        </p:nvSpPr>
        <p:spPr>
          <a:xfrm>
            <a:off x="879981" y="1394727"/>
            <a:ext cx="1779104" cy="180167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K" sz="1600"/>
          </a:p>
        </p:txBody>
      </p:sp>
      <p:sp>
        <p:nvSpPr>
          <p:cNvPr id="4" name="Oval 3">
            <a:extLst>
              <a:ext uri="{FF2B5EF4-FFF2-40B4-BE49-F238E27FC236}">
                <a16:creationId xmlns:a16="http://schemas.microsoft.com/office/drawing/2014/main" id="{1ED67F86-EE8F-E913-C983-932082FB23DA}"/>
              </a:ext>
            </a:extLst>
          </p:cNvPr>
          <p:cNvSpPr/>
          <p:nvPr/>
        </p:nvSpPr>
        <p:spPr>
          <a:xfrm>
            <a:off x="4177748" y="3196403"/>
            <a:ext cx="556591" cy="560871"/>
          </a:xfrm>
          <a:prstGeom prst="ellipse">
            <a:avLst/>
          </a:prstGeom>
          <a:solidFill>
            <a:srgbClr val="126AF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ID</a:t>
            </a:r>
            <a:endParaRPr lang="en-DK" sz="1600" dirty="0"/>
          </a:p>
        </p:txBody>
      </p:sp>
      <p:sp>
        <p:nvSpPr>
          <p:cNvPr id="5" name="Rectangle: Rounded Corners 4">
            <a:extLst>
              <a:ext uri="{FF2B5EF4-FFF2-40B4-BE49-F238E27FC236}">
                <a16:creationId xmlns:a16="http://schemas.microsoft.com/office/drawing/2014/main" id="{80B67BE3-4A24-67A9-BDE6-FC9D6F4601F7}"/>
              </a:ext>
            </a:extLst>
          </p:cNvPr>
          <p:cNvSpPr/>
          <p:nvPr/>
        </p:nvSpPr>
        <p:spPr>
          <a:xfrm>
            <a:off x="1548846" y="1751980"/>
            <a:ext cx="3518454" cy="961866"/>
          </a:xfrm>
          <a:prstGeom prst="roundRect">
            <a:avLst/>
          </a:prstGeom>
          <a:solidFill>
            <a:srgbClr val="126AF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Name: Mikkel Brynildsen</a:t>
            </a:r>
          </a:p>
          <a:p>
            <a:pPr algn="ctr"/>
            <a:r>
              <a:rPr lang="en-US" sz="1600" dirty="0"/>
              <a:t>Interest: Quantum Computing</a:t>
            </a:r>
          </a:p>
          <a:p>
            <a:pPr algn="ctr"/>
            <a:r>
              <a:rPr lang="en-US" sz="1600" dirty="0" err="1"/>
              <a:t>Load_date_ts</a:t>
            </a:r>
            <a:r>
              <a:rPr lang="en-US" sz="1600" dirty="0"/>
              <a:t>: 20250910T12:23:20</a:t>
            </a:r>
            <a:endParaRPr lang="en-DK" sz="1600" dirty="0"/>
          </a:p>
        </p:txBody>
      </p:sp>
    </p:spTree>
    <p:extLst>
      <p:ext uri="{BB962C8B-B14F-4D97-AF65-F5344CB8AC3E}">
        <p14:creationId xmlns:p14="http://schemas.microsoft.com/office/powerpoint/2010/main" val="2381740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ppt_x"/>
                                          </p:val>
                                        </p:tav>
                                        <p:tav tm="100000">
                                          <p:val>
                                            <p:strVal val="#ppt_x"/>
                                          </p:val>
                                        </p:tav>
                                      </p:tavLst>
                                    </p:anim>
                                    <p:anim calcmode="lin" valueType="num">
                                      <p:cBhvr additive="base">
                                        <p:cTn id="1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ylinder 1">
            <a:extLst>
              <a:ext uri="{FF2B5EF4-FFF2-40B4-BE49-F238E27FC236}">
                <a16:creationId xmlns:a16="http://schemas.microsoft.com/office/drawing/2014/main" id="{C7FA583B-9133-627B-1514-92EB8FB46D5F}"/>
              </a:ext>
            </a:extLst>
          </p:cNvPr>
          <p:cNvSpPr/>
          <p:nvPr/>
        </p:nvSpPr>
        <p:spPr>
          <a:xfrm>
            <a:off x="1566057" y="2452341"/>
            <a:ext cx="696685" cy="783771"/>
          </a:xfrm>
          <a:prstGeom prst="can">
            <a:avLst/>
          </a:prstGeom>
          <a:solidFill>
            <a:srgbClr val="126AF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K" sz="1600"/>
          </a:p>
        </p:txBody>
      </p:sp>
      <p:sp>
        <p:nvSpPr>
          <p:cNvPr id="3" name="Cylinder 2">
            <a:extLst>
              <a:ext uri="{FF2B5EF4-FFF2-40B4-BE49-F238E27FC236}">
                <a16:creationId xmlns:a16="http://schemas.microsoft.com/office/drawing/2014/main" id="{CC6BB404-374C-81B2-C3EB-6BC2B60B4270}"/>
              </a:ext>
            </a:extLst>
          </p:cNvPr>
          <p:cNvSpPr/>
          <p:nvPr/>
        </p:nvSpPr>
        <p:spPr>
          <a:xfrm>
            <a:off x="1566056" y="3410283"/>
            <a:ext cx="696685" cy="783771"/>
          </a:xfrm>
          <a:prstGeom prst="can">
            <a:avLst/>
          </a:prstGeom>
          <a:solidFill>
            <a:srgbClr val="126AF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K" sz="1600"/>
          </a:p>
        </p:txBody>
      </p:sp>
      <p:sp>
        <p:nvSpPr>
          <p:cNvPr id="4" name="Cylinder 3">
            <a:extLst>
              <a:ext uri="{FF2B5EF4-FFF2-40B4-BE49-F238E27FC236}">
                <a16:creationId xmlns:a16="http://schemas.microsoft.com/office/drawing/2014/main" id="{6CCF571E-85F8-D9C8-3AA3-DB8D6E93D93B}"/>
              </a:ext>
            </a:extLst>
          </p:cNvPr>
          <p:cNvSpPr/>
          <p:nvPr/>
        </p:nvSpPr>
        <p:spPr>
          <a:xfrm>
            <a:off x="1566055" y="4346454"/>
            <a:ext cx="696685" cy="783771"/>
          </a:xfrm>
          <a:prstGeom prst="can">
            <a:avLst/>
          </a:prstGeom>
          <a:solidFill>
            <a:srgbClr val="126AF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K" sz="1600"/>
          </a:p>
        </p:txBody>
      </p:sp>
      <p:sp>
        <p:nvSpPr>
          <p:cNvPr id="5" name="TextBox 4">
            <a:extLst>
              <a:ext uri="{FF2B5EF4-FFF2-40B4-BE49-F238E27FC236}">
                <a16:creationId xmlns:a16="http://schemas.microsoft.com/office/drawing/2014/main" id="{D5C8FF3E-9A23-5EF2-15C4-E5F080DA3237}"/>
              </a:ext>
            </a:extLst>
          </p:cNvPr>
          <p:cNvSpPr txBox="1"/>
          <p:nvPr/>
        </p:nvSpPr>
        <p:spPr>
          <a:xfrm>
            <a:off x="1479021" y="5452129"/>
            <a:ext cx="870751" cy="338554"/>
          </a:xfrm>
          <a:prstGeom prst="rect">
            <a:avLst/>
          </a:prstGeom>
          <a:noFill/>
        </p:spPr>
        <p:txBody>
          <a:bodyPr wrap="none" rtlCol="0">
            <a:spAutoFit/>
          </a:bodyPr>
          <a:lstStyle/>
          <a:p>
            <a:pPr algn="l"/>
            <a:r>
              <a:rPr lang="en-US" sz="1600" dirty="0"/>
              <a:t>Sources</a:t>
            </a:r>
            <a:endParaRPr lang="en-DK" sz="1600" dirty="0"/>
          </a:p>
        </p:txBody>
      </p:sp>
      <p:sp>
        <p:nvSpPr>
          <p:cNvPr id="6" name="Rectangle 5">
            <a:extLst>
              <a:ext uri="{FF2B5EF4-FFF2-40B4-BE49-F238E27FC236}">
                <a16:creationId xmlns:a16="http://schemas.microsoft.com/office/drawing/2014/main" id="{7614DCD6-86E3-6039-3575-BD38EB0F4B9E}"/>
              </a:ext>
            </a:extLst>
          </p:cNvPr>
          <p:cNvSpPr/>
          <p:nvPr/>
        </p:nvSpPr>
        <p:spPr>
          <a:xfrm>
            <a:off x="3843064" y="1563027"/>
            <a:ext cx="2216426" cy="4084982"/>
          </a:xfrm>
          <a:prstGeom prst="rect">
            <a:avLst/>
          </a:prstGeom>
          <a:noFill/>
          <a:ln>
            <a:solidFill>
              <a:srgbClr val="09284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Raw data vault</a:t>
            </a:r>
            <a:endParaRPr lang="en-DK" sz="1600" dirty="0"/>
          </a:p>
        </p:txBody>
      </p:sp>
      <p:sp>
        <p:nvSpPr>
          <p:cNvPr id="7" name="Rectangle: Rounded Corners 6">
            <a:extLst>
              <a:ext uri="{FF2B5EF4-FFF2-40B4-BE49-F238E27FC236}">
                <a16:creationId xmlns:a16="http://schemas.microsoft.com/office/drawing/2014/main" id="{7FF25BC2-948B-8A68-05DE-BD581CCD6A0C}"/>
              </a:ext>
            </a:extLst>
          </p:cNvPr>
          <p:cNvSpPr/>
          <p:nvPr/>
        </p:nvSpPr>
        <p:spPr>
          <a:xfrm>
            <a:off x="4608378" y="2983549"/>
            <a:ext cx="216243" cy="134261"/>
          </a:xfrm>
          <a:prstGeom prst="roundRect">
            <a:avLst>
              <a:gd name="adj" fmla="val 36753"/>
            </a:avLst>
          </a:prstGeom>
          <a:noFill/>
          <a:ln w="476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K" sz="1600"/>
          </a:p>
        </p:txBody>
      </p:sp>
      <p:sp>
        <p:nvSpPr>
          <p:cNvPr id="8" name="Rectangle 7">
            <a:extLst>
              <a:ext uri="{FF2B5EF4-FFF2-40B4-BE49-F238E27FC236}">
                <a16:creationId xmlns:a16="http://schemas.microsoft.com/office/drawing/2014/main" id="{58055217-F836-62A7-E0BE-1C5927F605A2}"/>
              </a:ext>
            </a:extLst>
          </p:cNvPr>
          <p:cNvSpPr/>
          <p:nvPr/>
        </p:nvSpPr>
        <p:spPr>
          <a:xfrm>
            <a:off x="4340403" y="3532321"/>
            <a:ext cx="251790" cy="146393"/>
          </a:xfrm>
          <a:prstGeom prst="rect">
            <a:avLst/>
          </a:prstGeom>
          <a:noFill/>
          <a:ln w="50800">
            <a:solidFill>
              <a:srgbClr val="126AF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K" sz="1600"/>
          </a:p>
        </p:txBody>
      </p:sp>
      <p:sp>
        <p:nvSpPr>
          <p:cNvPr id="9" name="Rectangle: Rounded Corners 8">
            <a:extLst>
              <a:ext uri="{FF2B5EF4-FFF2-40B4-BE49-F238E27FC236}">
                <a16:creationId xmlns:a16="http://schemas.microsoft.com/office/drawing/2014/main" id="{38D94688-A804-CF00-EC77-39A2B9616307}"/>
              </a:ext>
            </a:extLst>
          </p:cNvPr>
          <p:cNvSpPr/>
          <p:nvPr/>
        </p:nvSpPr>
        <p:spPr>
          <a:xfrm>
            <a:off x="5341321" y="3639492"/>
            <a:ext cx="216243" cy="134261"/>
          </a:xfrm>
          <a:prstGeom prst="roundRect">
            <a:avLst>
              <a:gd name="adj" fmla="val 36753"/>
            </a:avLst>
          </a:prstGeom>
          <a:noFill/>
          <a:ln w="4762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K" sz="1600"/>
          </a:p>
        </p:txBody>
      </p:sp>
      <p:sp>
        <p:nvSpPr>
          <p:cNvPr id="10" name="Rectangle 9">
            <a:extLst>
              <a:ext uri="{FF2B5EF4-FFF2-40B4-BE49-F238E27FC236}">
                <a16:creationId xmlns:a16="http://schemas.microsoft.com/office/drawing/2014/main" id="{9443464E-3FB0-6A09-791A-E63721B51A9E}"/>
              </a:ext>
            </a:extLst>
          </p:cNvPr>
          <p:cNvSpPr/>
          <p:nvPr/>
        </p:nvSpPr>
        <p:spPr>
          <a:xfrm>
            <a:off x="4339609" y="2281335"/>
            <a:ext cx="251790" cy="146393"/>
          </a:xfrm>
          <a:prstGeom prst="rect">
            <a:avLst/>
          </a:prstGeom>
          <a:noFill/>
          <a:ln w="50800">
            <a:solidFill>
              <a:srgbClr val="126AF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K" sz="1600"/>
          </a:p>
        </p:txBody>
      </p:sp>
      <p:cxnSp>
        <p:nvCxnSpPr>
          <p:cNvPr id="12" name="Connector: Elbow 11">
            <a:extLst>
              <a:ext uri="{FF2B5EF4-FFF2-40B4-BE49-F238E27FC236}">
                <a16:creationId xmlns:a16="http://schemas.microsoft.com/office/drawing/2014/main" id="{8A717646-DB2A-502B-4A3F-B6422BA6B7F4}"/>
              </a:ext>
            </a:extLst>
          </p:cNvPr>
          <p:cNvCxnSpPr>
            <a:stCxn id="7" idx="0"/>
            <a:endCxn id="10" idx="2"/>
          </p:cNvCxnSpPr>
          <p:nvPr/>
        </p:nvCxnSpPr>
        <p:spPr>
          <a:xfrm rot="16200000" flipV="1">
            <a:off x="4313092" y="2580141"/>
            <a:ext cx="555821" cy="250996"/>
          </a:xfrm>
          <a:prstGeom prst="bentConnector3">
            <a:avLst/>
          </a:prstGeom>
          <a:ln>
            <a:solidFill>
              <a:schemeClr val="accent2"/>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16" name="Connector: Elbow 15">
            <a:extLst>
              <a:ext uri="{FF2B5EF4-FFF2-40B4-BE49-F238E27FC236}">
                <a16:creationId xmlns:a16="http://schemas.microsoft.com/office/drawing/2014/main" id="{D0A5685F-BD18-A36D-A897-A82958714C48}"/>
              </a:ext>
            </a:extLst>
          </p:cNvPr>
          <p:cNvCxnSpPr>
            <a:cxnSpLocks/>
            <a:stCxn id="7" idx="2"/>
            <a:endCxn id="8" idx="0"/>
          </p:cNvCxnSpPr>
          <p:nvPr/>
        </p:nvCxnSpPr>
        <p:spPr>
          <a:xfrm rot="5400000">
            <a:off x="4384144" y="3199964"/>
            <a:ext cx="414511" cy="250202"/>
          </a:xfrm>
          <a:prstGeom prst="bentConnector3">
            <a:avLst>
              <a:gd name="adj1" fmla="val 50000"/>
            </a:avLst>
          </a:prstGeom>
          <a:ln>
            <a:solidFill>
              <a:schemeClr val="accent2"/>
            </a:solidFill>
            <a:headEnd type="none" w="lg" len="med"/>
            <a:tailEnd type="triangle"/>
          </a:ln>
        </p:spPr>
        <p:style>
          <a:lnRef idx="1">
            <a:schemeClr val="accent1"/>
          </a:lnRef>
          <a:fillRef idx="0">
            <a:schemeClr val="accent1"/>
          </a:fillRef>
          <a:effectRef idx="0">
            <a:schemeClr val="accent1"/>
          </a:effectRef>
          <a:fontRef idx="minor">
            <a:schemeClr val="tx1"/>
          </a:fontRef>
        </p:style>
      </p:cxnSp>
      <p:sp>
        <p:nvSpPr>
          <p:cNvPr id="17" name="Rectangle: Rounded Corners 16">
            <a:extLst>
              <a:ext uri="{FF2B5EF4-FFF2-40B4-BE49-F238E27FC236}">
                <a16:creationId xmlns:a16="http://schemas.microsoft.com/office/drawing/2014/main" id="{5CBDFD05-3D32-7D0A-B8D2-0297E2715EE5}"/>
              </a:ext>
            </a:extLst>
          </p:cNvPr>
          <p:cNvSpPr/>
          <p:nvPr/>
        </p:nvSpPr>
        <p:spPr>
          <a:xfrm>
            <a:off x="4392135" y="4227485"/>
            <a:ext cx="216243" cy="134261"/>
          </a:xfrm>
          <a:prstGeom prst="roundRect">
            <a:avLst>
              <a:gd name="adj" fmla="val 36753"/>
            </a:avLst>
          </a:prstGeom>
          <a:noFill/>
          <a:ln w="476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K" sz="1600"/>
          </a:p>
        </p:txBody>
      </p:sp>
      <p:sp>
        <p:nvSpPr>
          <p:cNvPr id="18" name="Rectangle 17">
            <a:extLst>
              <a:ext uri="{FF2B5EF4-FFF2-40B4-BE49-F238E27FC236}">
                <a16:creationId xmlns:a16="http://schemas.microsoft.com/office/drawing/2014/main" id="{86F03EE7-FF47-A5AD-E6BC-4478B316FC85}"/>
              </a:ext>
            </a:extLst>
          </p:cNvPr>
          <p:cNvSpPr/>
          <p:nvPr/>
        </p:nvSpPr>
        <p:spPr>
          <a:xfrm>
            <a:off x="4340403" y="4738339"/>
            <a:ext cx="251790" cy="146393"/>
          </a:xfrm>
          <a:prstGeom prst="rect">
            <a:avLst/>
          </a:prstGeom>
          <a:noFill/>
          <a:ln w="50800">
            <a:solidFill>
              <a:srgbClr val="126AF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K" sz="1600"/>
          </a:p>
        </p:txBody>
      </p:sp>
      <p:cxnSp>
        <p:nvCxnSpPr>
          <p:cNvPr id="25" name="Connector: Elbow 24">
            <a:extLst>
              <a:ext uri="{FF2B5EF4-FFF2-40B4-BE49-F238E27FC236}">
                <a16:creationId xmlns:a16="http://schemas.microsoft.com/office/drawing/2014/main" id="{2D4979F3-CBBE-C273-D8B7-EA5E5A308D4A}"/>
              </a:ext>
            </a:extLst>
          </p:cNvPr>
          <p:cNvCxnSpPr>
            <a:stCxn id="7" idx="3"/>
            <a:endCxn id="9" idx="0"/>
          </p:cNvCxnSpPr>
          <p:nvPr/>
        </p:nvCxnSpPr>
        <p:spPr>
          <a:xfrm>
            <a:off x="4824621" y="3050680"/>
            <a:ext cx="624822" cy="588812"/>
          </a:xfrm>
          <a:prstGeom prst="bentConnector2">
            <a:avLst/>
          </a:prstGeom>
          <a:ln>
            <a:solidFill>
              <a:schemeClr val="accent2"/>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27" name="Connector: Elbow 26">
            <a:extLst>
              <a:ext uri="{FF2B5EF4-FFF2-40B4-BE49-F238E27FC236}">
                <a16:creationId xmlns:a16="http://schemas.microsoft.com/office/drawing/2014/main" id="{44C458CB-7FA5-AD80-975E-9A4196476938}"/>
              </a:ext>
            </a:extLst>
          </p:cNvPr>
          <p:cNvCxnSpPr>
            <a:stCxn id="17" idx="3"/>
            <a:endCxn id="9" idx="2"/>
          </p:cNvCxnSpPr>
          <p:nvPr/>
        </p:nvCxnSpPr>
        <p:spPr>
          <a:xfrm flipV="1">
            <a:off x="4608378" y="3773753"/>
            <a:ext cx="841065" cy="520863"/>
          </a:xfrm>
          <a:prstGeom prst="bentConnector2">
            <a:avLst/>
          </a:prstGeom>
          <a:ln>
            <a:solidFill>
              <a:schemeClr val="accent2"/>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29" name="Connector: Elbow 28">
            <a:extLst>
              <a:ext uri="{FF2B5EF4-FFF2-40B4-BE49-F238E27FC236}">
                <a16:creationId xmlns:a16="http://schemas.microsoft.com/office/drawing/2014/main" id="{C62EE078-E7E2-339C-973A-556D7F1D6170}"/>
              </a:ext>
            </a:extLst>
          </p:cNvPr>
          <p:cNvCxnSpPr>
            <a:stCxn id="17" idx="2"/>
            <a:endCxn id="18" idx="0"/>
          </p:cNvCxnSpPr>
          <p:nvPr/>
        </p:nvCxnSpPr>
        <p:spPr>
          <a:xfrm rot="5400000">
            <a:off x="4294982" y="4533063"/>
            <a:ext cx="376593" cy="33959"/>
          </a:xfrm>
          <a:prstGeom prst="bentConnector3">
            <a:avLst/>
          </a:prstGeom>
          <a:ln>
            <a:solidFill>
              <a:schemeClr val="accent2"/>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31" name="Connector: Elbow 30">
            <a:extLst>
              <a:ext uri="{FF2B5EF4-FFF2-40B4-BE49-F238E27FC236}">
                <a16:creationId xmlns:a16="http://schemas.microsoft.com/office/drawing/2014/main" id="{5E5B643D-47E4-AB0C-C74D-1DE7C4FBCA50}"/>
              </a:ext>
            </a:extLst>
          </p:cNvPr>
          <p:cNvCxnSpPr>
            <a:cxnSpLocks/>
            <a:endCxn id="10" idx="1"/>
          </p:cNvCxnSpPr>
          <p:nvPr/>
        </p:nvCxnSpPr>
        <p:spPr>
          <a:xfrm flipV="1">
            <a:off x="2262740" y="2354532"/>
            <a:ext cx="2076869" cy="332014"/>
          </a:xfrm>
          <a:prstGeom prst="bentConnector3">
            <a:avLst/>
          </a:prstGeom>
          <a:ln>
            <a:solidFill>
              <a:srgbClr val="FFC000"/>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36" name="Connector: Elbow 35">
            <a:extLst>
              <a:ext uri="{FF2B5EF4-FFF2-40B4-BE49-F238E27FC236}">
                <a16:creationId xmlns:a16="http://schemas.microsoft.com/office/drawing/2014/main" id="{408DA9F8-8F63-E0DF-5DE3-AB08E3AE5919}"/>
              </a:ext>
            </a:extLst>
          </p:cNvPr>
          <p:cNvCxnSpPr>
            <a:stCxn id="2" idx="4"/>
            <a:endCxn id="7" idx="1"/>
          </p:cNvCxnSpPr>
          <p:nvPr/>
        </p:nvCxnSpPr>
        <p:spPr>
          <a:xfrm>
            <a:off x="2262742" y="2844227"/>
            <a:ext cx="2345636" cy="206453"/>
          </a:xfrm>
          <a:prstGeom prst="bentConnector3">
            <a:avLst/>
          </a:prstGeom>
          <a:ln>
            <a:solidFill>
              <a:srgbClr val="FFC000"/>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38" name="Connector: Elbow 37">
            <a:extLst>
              <a:ext uri="{FF2B5EF4-FFF2-40B4-BE49-F238E27FC236}">
                <a16:creationId xmlns:a16="http://schemas.microsoft.com/office/drawing/2014/main" id="{0D191021-6AEB-35BC-D6AF-F32625F2FCB4}"/>
              </a:ext>
            </a:extLst>
          </p:cNvPr>
          <p:cNvCxnSpPr>
            <a:cxnSpLocks/>
            <a:endCxn id="7" idx="1"/>
          </p:cNvCxnSpPr>
          <p:nvPr/>
        </p:nvCxnSpPr>
        <p:spPr>
          <a:xfrm flipV="1">
            <a:off x="2262740" y="3050680"/>
            <a:ext cx="2345638" cy="574195"/>
          </a:xfrm>
          <a:prstGeom prst="bentConnector3">
            <a:avLst/>
          </a:prstGeom>
          <a:ln>
            <a:solidFill>
              <a:srgbClr val="FFC000"/>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42" name="Connector: Elbow 41">
            <a:extLst>
              <a:ext uri="{FF2B5EF4-FFF2-40B4-BE49-F238E27FC236}">
                <a16:creationId xmlns:a16="http://schemas.microsoft.com/office/drawing/2014/main" id="{92A3F749-7225-9EA1-9816-E05850483125}"/>
              </a:ext>
            </a:extLst>
          </p:cNvPr>
          <p:cNvCxnSpPr>
            <a:endCxn id="8" idx="1"/>
          </p:cNvCxnSpPr>
          <p:nvPr/>
        </p:nvCxnSpPr>
        <p:spPr>
          <a:xfrm flipV="1">
            <a:off x="2262742" y="3605518"/>
            <a:ext cx="2077661" cy="332961"/>
          </a:xfrm>
          <a:prstGeom prst="bentConnector3">
            <a:avLst>
              <a:gd name="adj1" fmla="val 83008"/>
            </a:avLst>
          </a:prstGeom>
          <a:ln>
            <a:solidFill>
              <a:srgbClr val="FFC000"/>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45" name="Connector: Elbow 44">
            <a:extLst>
              <a:ext uri="{FF2B5EF4-FFF2-40B4-BE49-F238E27FC236}">
                <a16:creationId xmlns:a16="http://schemas.microsoft.com/office/drawing/2014/main" id="{C6620B34-1C36-5381-2621-E8E304BD4558}"/>
              </a:ext>
            </a:extLst>
          </p:cNvPr>
          <p:cNvCxnSpPr>
            <a:endCxn id="17" idx="1"/>
          </p:cNvCxnSpPr>
          <p:nvPr/>
        </p:nvCxnSpPr>
        <p:spPr>
          <a:xfrm flipV="1">
            <a:off x="2262740" y="4294616"/>
            <a:ext cx="2129395" cy="255426"/>
          </a:xfrm>
          <a:prstGeom prst="bentConnector3">
            <a:avLst/>
          </a:prstGeom>
          <a:ln>
            <a:solidFill>
              <a:srgbClr val="FFC000"/>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47" name="Connector: Elbow 46">
            <a:extLst>
              <a:ext uri="{FF2B5EF4-FFF2-40B4-BE49-F238E27FC236}">
                <a16:creationId xmlns:a16="http://schemas.microsoft.com/office/drawing/2014/main" id="{2C63F123-F13A-A9A6-27B8-FAAE5BA8898F}"/>
              </a:ext>
            </a:extLst>
          </p:cNvPr>
          <p:cNvCxnSpPr>
            <a:endCxn id="18" idx="1"/>
          </p:cNvCxnSpPr>
          <p:nvPr/>
        </p:nvCxnSpPr>
        <p:spPr>
          <a:xfrm flipV="1">
            <a:off x="2262740" y="4811536"/>
            <a:ext cx="2077663" cy="73196"/>
          </a:xfrm>
          <a:prstGeom prst="bentConnector3">
            <a:avLst/>
          </a:prstGeom>
          <a:ln>
            <a:solidFill>
              <a:srgbClr val="FFC000"/>
            </a:solidFill>
            <a:headEnd type="none" w="lg" len="med"/>
            <a:tailEnd type="triangle"/>
          </a:ln>
        </p:spPr>
        <p:style>
          <a:lnRef idx="1">
            <a:schemeClr val="accent1"/>
          </a:lnRef>
          <a:fillRef idx="0">
            <a:schemeClr val="accent1"/>
          </a:fillRef>
          <a:effectRef idx="0">
            <a:schemeClr val="accent1"/>
          </a:effectRef>
          <a:fontRef idx="minor">
            <a:schemeClr val="tx1"/>
          </a:fontRef>
        </p:style>
      </p:cxnSp>
      <p:sp>
        <p:nvSpPr>
          <p:cNvPr id="48" name="TextBox 47">
            <a:extLst>
              <a:ext uri="{FF2B5EF4-FFF2-40B4-BE49-F238E27FC236}">
                <a16:creationId xmlns:a16="http://schemas.microsoft.com/office/drawing/2014/main" id="{24D1B345-1237-E522-251E-130DF854321E}"/>
              </a:ext>
            </a:extLst>
          </p:cNvPr>
          <p:cNvSpPr txBox="1"/>
          <p:nvPr/>
        </p:nvSpPr>
        <p:spPr>
          <a:xfrm>
            <a:off x="3911569" y="1145633"/>
            <a:ext cx="2079415" cy="338554"/>
          </a:xfrm>
          <a:prstGeom prst="rect">
            <a:avLst/>
          </a:prstGeom>
          <a:noFill/>
        </p:spPr>
        <p:txBody>
          <a:bodyPr wrap="none" rtlCol="0">
            <a:spAutoFit/>
          </a:bodyPr>
          <a:lstStyle/>
          <a:p>
            <a:pPr algn="l"/>
            <a:r>
              <a:rPr lang="en-US" sz="1600" dirty="0"/>
              <a:t>Raw Data Vault Layer</a:t>
            </a:r>
            <a:endParaRPr lang="en-DK" sz="1600" dirty="0"/>
          </a:p>
        </p:txBody>
      </p:sp>
      <p:sp>
        <p:nvSpPr>
          <p:cNvPr id="49" name="Rectangle 48">
            <a:extLst>
              <a:ext uri="{FF2B5EF4-FFF2-40B4-BE49-F238E27FC236}">
                <a16:creationId xmlns:a16="http://schemas.microsoft.com/office/drawing/2014/main" id="{C86CBE88-373C-BA7E-BEC8-92B6040CE486}"/>
              </a:ext>
            </a:extLst>
          </p:cNvPr>
          <p:cNvSpPr/>
          <p:nvPr/>
        </p:nvSpPr>
        <p:spPr>
          <a:xfrm>
            <a:off x="7856428" y="1563026"/>
            <a:ext cx="2216426" cy="4084982"/>
          </a:xfrm>
          <a:prstGeom prst="rect">
            <a:avLst/>
          </a:prstGeom>
          <a:noFill/>
          <a:ln>
            <a:solidFill>
              <a:srgbClr val="09284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Raw data vault</a:t>
            </a:r>
            <a:endParaRPr lang="en-DK" sz="1600" dirty="0"/>
          </a:p>
        </p:txBody>
      </p:sp>
      <p:sp>
        <p:nvSpPr>
          <p:cNvPr id="50" name="TextBox 49">
            <a:extLst>
              <a:ext uri="{FF2B5EF4-FFF2-40B4-BE49-F238E27FC236}">
                <a16:creationId xmlns:a16="http://schemas.microsoft.com/office/drawing/2014/main" id="{505BF430-708F-5CD1-D97D-F778D920E0BB}"/>
              </a:ext>
            </a:extLst>
          </p:cNvPr>
          <p:cNvSpPr txBox="1"/>
          <p:nvPr/>
        </p:nvSpPr>
        <p:spPr>
          <a:xfrm>
            <a:off x="7889466" y="1174777"/>
            <a:ext cx="1473480" cy="338554"/>
          </a:xfrm>
          <a:prstGeom prst="rect">
            <a:avLst/>
          </a:prstGeom>
          <a:noFill/>
        </p:spPr>
        <p:txBody>
          <a:bodyPr wrap="none" rtlCol="0">
            <a:spAutoFit/>
          </a:bodyPr>
          <a:lstStyle/>
          <a:p>
            <a:pPr algn="l"/>
            <a:r>
              <a:rPr lang="en-US" sz="1600" dirty="0"/>
              <a:t>Business Layer</a:t>
            </a:r>
            <a:endParaRPr lang="en-DK" sz="1600" dirty="0"/>
          </a:p>
        </p:txBody>
      </p:sp>
      <p:sp>
        <p:nvSpPr>
          <p:cNvPr id="54" name="Rectangle: Rounded Corners 53">
            <a:extLst>
              <a:ext uri="{FF2B5EF4-FFF2-40B4-BE49-F238E27FC236}">
                <a16:creationId xmlns:a16="http://schemas.microsoft.com/office/drawing/2014/main" id="{038411A4-B103-A41A-DD0A-8ADFDB8DB14A}"/>
              </a:ext>
            </a:extLst>
          </p:cNvPr>
          <p:cNvSpPr/>
          <p:nvPr/>
        </p:nvSpPr>
        <p:spPr>
          <a:xfrm>
            <a:off x="8696666" y="2966983"/>
            <a:ext cx="216243" cy="134261"/>
          </a:xfrm>
          <a:prstGeom prst="roundRect">
            <a:avLst>
              <a:gd name="adj" fmla="val 36753"/>
            </a:avLst>
          </a:prstGeom>
          <a:noFill/>
          <a:ln w="476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K" sz="1600"/>
          </a:p>
        </p:txBody>
      </p:sp>
      <p:sp>
        <p:nvSpPr>
          <p:cNvPr id="55" name="Rectangle: Rounded Corners 54">
            <a:extLst>
              <a:ext uri="{FF2B5EF4-FFF2-40B4-BE49-F238E27FC236}">
                <a16:creationId xmlns:a16="http://schemas.microsoft.com/office/drawing/2014/main" id="{829C863D-FBC2-1FAB-FF16-0A443ACBEF6D}"/>
              </a:ext>
            </a:extLst>
          </p:cNvPr>
          <p:cNvSpPr/>
          <p:nvPr/>
        </p:nvSpPr>
        <p:spPr>
          <a:xfrm>
            <a:off x="9429609" y="3622926"/>
            <a:ext cx="216243" cy="134261"/>
          </a:xfrm>
          <a:prstGeom prst="roundRect">
            <a:avLst>
              <a:gd name="adj" fmla="val 36753"/>
            </a:avLst>
          </a:prstGeom>
          <a:noFill/>
          <a:ln w="4762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K" sz="1600"/>
          </a:p>
        </p:txBody>
      </p:sp>
      <p:sp>
        <p:nvSpPr>
          <p:cNvPr id="56" name="Rectangle: Rounded Corners 55">
            <a:extLst>
              <a:ext uri="{FF2B5EF4-FFF2-40B4-BE49-F238E27FC236}">
                <a16:creationId xmlns:a16="http://schemas.microsoft.com/office/drawing/2014/main" id="{D04CDFB4-C420-D3AD-C836-AF4038692256}"/>
              </a:ext>
            </a:extLst>
          </p:cNvPr>
          <p:cNvSpPr/>
          <p:nvPr/>
        </p:nvSpPr>
        <p:spPr>
          <a:xfrm>
            <a:off x="8480423" y="4210919"/>
            <a:ext cx="216243" cy="134261"/>
          </a:xfrm>
          <a:prstGeom prst="roundRect">
            <a:avLst>
              <a:gd name="adj" fmla="val 36753"/>
            </a:avLst>
          </a:prstGeom>
          <a:noFill/>
          <a:ln w="476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K" sz="1600"/>
          </a:p>
        </p:txBody>
      </p:sp>
      <p:cxnSp>
        <p:nvCxnSpPr>
          <p:cNvPr id="57" name="Connector: Elbow 56">
            <a:extLst>
              <a:ext uri="{FF2B5EF4-FFF2-40B4-BE49-F238E27FC236}">
                <a16:creationId xmlns:a16="http://schemas.microsoft.com/office/drawing/2014/main" id="{9758D1D1-655D-4C37-6764-F68B37F51430}"/>
              </a:ext>
            </a:extLst>
          </p:cNvPr>
          <p:cNvCxnSpPr>
            <a:stCxn id="54" idx="3"/>
            <a:endCxn id="55" idx="0"/>
          </p:cNvCxnSpPr>
          <p:nvPr/>
        </p:nvCxnSpPr>
        <p:spPr>
          <a:xfrm>
            <a:off x="8912909" y="3034114"/>
            <a:ext cx="624822" cy="588812"/>
          </a:xfrm>
          <a:prstGeom prst="bentConnector2">
            <a:avLst/>
          </a:prstGeom>
          <a:ln>
            <a:solidFill>
              <a:schemeClr val="accent2"/>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58" name="Connector: Elbow 57">
            <a:extLst>
              <a:ext uri="{FF2B5EF4-FFF2-40B4-BE49-F238E27FC236}">
                <a16:creationId xmlns:a16="http://schemas.microsoft.com/office/drawing/2014/main" id="{A9CBC056-7207-9DCD-A30B-E1FF1B5C5C50}"/>
              </a:ext>
            </a:extLst>
          </p:cNvPr>
          <p:cNvCxnSpPr>
            <a:stCxn id="56" idx="3"/>
            <a:endCxn id="55" idx="2"/>
          </p:cNvCxnSpPr>
          <p:nvPr/>
        </p:nvCxnSpPr>
        <p:spPr>
          <a:xfrm flipV="1">
            <a:off x="8696666" y="3757187"/>
            <a:ext cx="841065" cy="520863"/>
          </a:xfrm>
          <a:prstGeom prst="bentConnector2">
            <a:avLst/>
          </a:prstGeom>
          <a:ln>
            <a:solidFill>
              <a:schemeClr val="accent2"/>
            </a:solidFill>
            <a:headEnd type="none" w="lg" len="med"/>
            <a:tailEnd type="triangle"/>
          </a:ln>
        </p:spPr>
        <p:style>
          <a:lnRef idx="1">
            <a:schemeClr val="accent1"/>
          </a:lnRef>
          <a:fillRef idx="0">
            <a:schemeClr val="accent1"/>
          </a:fillRef>
          <a:effectRef idx="0">
            <a:schemeClr val="accent1"/>
          </a:effectRef>
          <a:fontRef idx="minor">
            <a:schemeClr val="tx1"/>
          </a:fontRef>
        </p:style>
      </p:cxnSp>
      <p:sp>
        <p:nvSpPr>
          <p:cNvPr id="59" name="Rectangle 58">
            <a:extLst>
              <a:ext uri="{FF2B5EF4-FFF2-40B4-BE49-F238E27FC236}">
                <a16:creationId xmlns:a16="http://schemas.microsoft.com/office/drawing/2014/main" id="{D1373C83-8788-567F-6EEB-055617C5F7FB}"/>
              </a:ext>
            </a:extLst>
          </p:cNvPr>
          <p:cNvSpPr/>
          <p:nvPr/>
        </p:nvSpPr>
        <p:spPr>
          <a:xfrm>
            <a:off x="8696666" y="2366746"/>
            <a:ext cx="251790" cy="146393"/>
          </a:xfrm>
          <a:prstGeom prst="rect">
            <a:avLst/>
          </a:prstGeom>
          <a:noFill/>
          <a:ln w="50800">
            <a:solidFill>
              <a:srgbClr val="126AF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K" sz="1600"/>
          </a:p>
        </p:txBody>
      </p:sp>
      <p:cxnSp>
        <p:nvCxnSpPr>
          <p:cNvPr id="61" name="Connector: Elbow 60">
            <a:extLst>
              <a:ext uri="{FF2B5EF4-FFF2-40B4-BE49-F238E27FC236}">
                <a16:creationId xmlns:a16="http://schemas.microsoft.com/office/drawing/2014/main" id="{FF1810D3-0D2F-2CAB-2FB1-1D6B9275F3F8}"/>
              </a:ext>
            </a:extLst>
          </p:cNvPr>
          <p:cNvCxnSpPr>
            <a:stCxn id="10" idx="3"/>
            <a:endCxn id="59" idx="1"/>
          </p:cNvCxnSpPr>
          <p:nvPr/>
        </p:nvCxnSpPr>
        <p:spPr>
          <a:xfrm>
            <a:off x="4591399" y="2354532"/>
            <a:ext cx="4105267" cy="85411"/>
          </a:xfrm>
          <a:prstGeom prst="bentConnector3">
            <a:avLst/>
          </a:prstGeom>
          <a:ln>
            <a:solidFill>
              <a:srgbClr val="FFC000"/>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63" name="Connector: Elbow 62">
            <a:extLst>
              <a:ext uri="{FF2B5EF4-FFF2-40B4-BE49-F238E27FC236}">
                <a16:creationId xmlns:a16="http://schemas.microsoft.com/office/drawing/2014/main" id="{D83327CC-F2C3-5838-B667-8C35566DAD38}"/>
              </a:ext>
            </a:extLst>
          </p:cNvPr>
          <p:cNvCxnSpPr>
            <a:cxnSpLocks/>
          </p:cNvCxnSpPr>
          <p:nvPr/>
        </p:nvCxnSpPr>
        <p:spPr>
          <a:xfrm flipV="1">
            <a:off x="4592193" y="2400761"/>
            <a:ext cx="4104473" cy="1165575"/>
          </a:xfrm>
          <a:prstGeom prst="bentConnector3">
            <a:avLst>
              <a:gd name="adj1" fmla="val 11982"/>
            </a:avLst>
          </a:prstGeom>
          <a:ln>
            <a:solidFill>
              <a:srgbClr val="FFC000"/>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66" name="Straight Arrow Connector 65">
            <a:extLst>
              <a:ext uri="{FF2B5EF4-FFF2-40B4-BE49-F238E27FC236}">
                <a16:creationId xmlns:a16="http://schemas.microsoft.com/office/drawing/2014/main" id="{46FD1EA1-8B71-6A9F-7EB7-3239D784C898}"/>
              </a:ext>
            </a:extLst>
          </p:cNvPr>
          <p:cNvCxnSpPr>
            <a:stCxn id="54" idx="0"/>
            <a:endCxn id="59" idx="2"/>
          </p:cNvCxnSpPr>
          <p:nvPr/>
        </p:nvCxnSpPr>
        <p:spPr>
          <a:xfrm flipV="1">
            <a:off x="8804788" y="2513139"/>
            <a:ext cx="17773" cy="453844"/>
          </a:xfrm>
          <a:prstGeom prst="straightConnector1">
            <a:avLst/>
          </a:prstGeom>
          <a:ln>
            <a:solidFill>
              <a:schemeClr val="accent2"/>
            </a:solidFill>
            <a:headEnd type="none" w="lg" len="med"/>
            <a:tailEnd type="triangle"/>
          </a:ln>
        </p:spPr>
        <p:style>
          <a:lnRef idx="1">
            <a:schemeClr val="accent1"/>
          </a:lnRef>
          <a:fillRef idx="0">
            <a:schemeClr val="accent1"/>
          </a:fillRef>
          <a:effectRef idx="0">
            <a:schemeClr val="accent1"/>
          </a:effectRef>
          <a:fontRef idx="minor">
            <a:schemeClr val="tx1"/>
          </a:fontRef>
        </p:style>
      </p:cxnSp>
      <p:sp>
        <p:nvSpPr>
          <p:cNvPr id="67" name="Rectangle 66">
            <a:extLst>
              <a:ext uri="{FF2B5EF4-FFF2-40B4-BE49-F238E27FC236}">
                <a16:creationId xmlns:a16="http://schemas.microsoft.com/office/drawing/2014/main" id="{8BD61AA4-6065-89CE-FF3C-7641F80EBB04}"/>
              </a:ext>
            </a:extLst>
          </p:cNvPr>
          <p:cNvSpPr/>
          <p:nvPr/>
        </p:nvSpPr>
        <p:spPr>
          <a:xfrm>
            <a:off x="8462649" y="4774937"/>
            <a:ext cx="251790" cy="146393"/>
          </a:xfrm>
          <a:prstGeom prst="rect">
            <a:avLst/>
          </a:prstGeom>
          <a:noFill/>
          <a:ln w="50800">
            <a:solidFill>
              <a:srgbClr val="126AF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K" sz="1600"/>
          </a:p>
        </p:txBody>
      </p:sp>
      <p:cxnSp>
        <p:nvCxnSpPr>
          <p:cNvPr id="69" name="Connector: Elbow 68">
            <a:extLst>
              <a:ext uri="{FF2B5EF4-FFF2-40B4-BE49-F238E27FC236}">
                <a16:creationId xmlns:a16="http://schemas.microsoft.com/office/drawing/2014/main" id="{F4F5C0C2-A0F9-D67B-6BBE-0571B74DDDCB}"/>
              </a:ext>
            </a:extLst>
          </p:cNvPr>
          <p:cNvCxnSpPr>
            <a:stCxn id="56" idx="2"/>
            <a:endCxn id="67" idx="0"/>
          </p:cNvCxnSpPr>
          <p:nvPr/>
        </p:nvCxnSpPr>
        <p:spPr>
          <a:xfrm rot="5400000">
            <a:off x="8373667" y="4560058"/>
            <a:ext cx="429757" cy="1"/>
          </a:xfrm>
          <a:prstGeom prst="bentConnector3">
            <a:avLst/>
          </a:prstGeom>
          <a:ln>
            <a:solidFill>
              <a:schemeClr val="accent2"/>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71" name="Connector: Elbow 70">
            <a:extLst>
              <a:ext uri="{FF2B5EF4-FFF2-40B4-BE49-F238E27FC236}">
                <a16:creationId xmlns:a16="http://schemas.microsoft.com/office/drawing/2014/main" id="{3F57C732-F095-EB2F-AE86-4BA96F603EA0}"/>
              </a:ext>
            </a:extLst>
          </p:cNvPr>
          <p:cNvCxnSpPr>
            <a:stCxn id="18" idx="3"/>
            <a:endCxn id="67" idx="1"/>
          </p:cNvCxnSpPr>
          <p:nvPr/>
        </p:nvCxnSpPr>
        <p:spPr>
          <a:xfrm>
            <a:off x="4592193" y="4811536"/>
            <a:ext cx="3870456" cy="36598"/>
          </a:xfrm>
          <a:prstGeom prst="bentConnector3">
            <a:avLst/>
          </a:prstGeom>
          <a:ln>
            <a:solidFill>
              <a:srgbClr val="FFC000"/>
            </a:solidFill>
            <a:headEnd type="none" w="lg" len="med"/>
            <a:tailEnd type="triangle"/>
          </a:ln>
        </p:spPr>
        <p:style>
          <a:lnRef idx="1">
            <a:schemeClr val="accent1"/>
          </a:lnRef>
          <a:fillRef idx="0">
            <a:schemeClr val="accent1"/>
          </a:fillRef>
          <a:effectRef idx="0">
            <a:schemeClr val="accent1"/>
          </a:effectRef>
          <a:fontRef idx="minor">
            <a:schemeClr val="tx1"/>
          </a:fontRef>
        </p:style>
      </p:cxnSp>
      <p:sp>
        <p:nvSpPr>
          <p:cNvPr id="72" name="TextBox 71">
            <a:extLst>
              <a:ext uri="{FF2B5EF4-FFF2-40B4-BE49-F238E27FC236}">
                <a16:creationId xmlns:a16="http://schemas.microsoft.com/office/drawing/2014/main" id="{49C1430B-EA7A-1F5F-3BDC-4013BB13BC76}"/>
              </a:ext>
            </a:extLst>
          </p:cNvPr>
          <p:cNvSpPr txBox="1"/>
          <p:nvPr/>
        </p:nvSpPr>
        <p:spPr>
          <a:xfrm>
            <a:off x="7461665" y="5934159"/>
            <a:ext cx="3005951" cy="338554"/>
          </a:xfrm>
          <a:prstGeom prst="rect">
            <a:avLst/>
          </a:prstGeom>
          <a:noFill/>
        </p:spPr>
        <p:txBody>
          <a:bodyPr wrap="none" rtlCol="0">
            <a:spAutoFit/>
          </a:bodyPr>
          <a:lstStyle/>
          <a:p>
            <a:pPr algn="l"/>
            <a:r>
              <a:rPr lang="en-US" sz="1600" dirty="0"/>
              <a:t>“Data Mesh” of “Data Products”</a:t>
            </a:r>
            <a:endParaRPr lang="en-DK" sz="1600" dirty="0"/>
          </a:p>
        </p:txBody>
      </p:sp>
      <p:sp>
        <p:nvSpPr>
          <p:cNvPr id="73" name="Title 1">
            <a:extLst>
              <a:ext uri="{FF2B5EF4-FFF2-40B4-BE49-F238E27FC236}">
                <a16:creationId xmlns:a16="http://schemas.microsoft.com/office/drawing/2014/main" id="{1C953478-EB95-773B-CE99-77DF32281586}"/>
              </a:ext>
            </a:extLst>
          </p:cNvPr>
          <p:cNvSpPr txBox="1">
            <a:spLocks/>
          </p:cNvSpPr>
          <p:nvPr/>
        </p:nvSpPr>
        <p:spPr>
          <a:xfrm>
            <a:off x="360000" y="360201"/>
            <a:ext cx="11472000" cy="814685"/>
          </a:xfrm>
          <a:prstGeom prst="rect">
            <a:avLst/>
          </a:prstGeom>
        </p:spPr>
        <p:txBody>
          <a:bodyPr/>
          <a:lstStyle>
            <a:lvl1pPr algn="l" defTabSz="914400" rtl="0" eaLnBrk="1" latinLnBrk="0" hangingPunct="1">
              <a:lnSpc>
                <a:spcPct val="90000"/>
              </a:lnSpc>
              <a:spcBef>
                <a:spcPct val="0"/>
              </a:spcBef>
              <a:buNone/>
              <a:defRPr sz="2600" b="0" kern="1200">
                <a:solidFill>
                  <a:srgbClr val="126AF3"/>
                </a:solidFill>
                <a:latin typeface="+mj-lt"/>
                <a:ea typeface="+mj-ea"/>
                <a:cs typeface="+mj-cs"/>
              </a:defRPr>
            </a:lvl1pPr>
          </a:lstStyle>
          <a:p>
            <a:r>
              <a:rPr lang="en-US" dirty="0"/>
              <a:t>Value Proposition of Data Vault 2.0</a:t>
            </a:r>
            <a:endParaRPr lang="en-DK" dirty="0"/>
          </a:p>
        </p:txBody>
      </p:sp>
      <p:grpSp>
        <p:nvGrpSpPr>
          <p:cNvPr id="80" name="Group 79">
            <a:extLst>
              <a:ext uri="{FF2B5EF4-FFF2-40B4-BE49-F238E27FC236}">
                <a16:creationId xmlns:a16="http://schemas.microsoft.com/office/drawing/2014/main" id="{E17C1980-51ED-2870-E882-AF0A78767A59}"/>
              </a:ext>
            </a:extLst>
          </p:cNvPr>
          <p:cNvGrpSpPr/>
          <p:nvPr/>
        </p:nvGrpSpPr>
        <p:grpSpPr>
          <a:xfrm>
            <a:off x="8480423" y="6542347"/>
            <a:ext cx="3619247" cy="338554"/>
            <a:chOff x="907701" y="6395652"/>
            <a:chExt cx="3619247" cy="338554"/>
          </a:xfrm>
        </p:grpSpPr>
        <p:sp>
          <p:nvSpPr>
            <p:cNvPr id="74" name="Rectangle 73">
              <a:extLst>
                <a:ext uri="{FF2B5EF4-FFF2-40B4-BE49-F238E27FC236}">
                  <a16:creationId xmlns:a16="http://schemas.microsoft.com/office/drawing/2014/main" id="{D6F1BD26-EB75-33B6-16E5-F5F35B930DE7}"/>
                </a:ext>
              </a:extLst>
            </p:cNvPr>
            <p:cNvSpPr/>
            <p:nvPr/>
          </p:nvSpPr>
          <p:spPr>
            <a:xfrm>
              <a:off x="2311937" y="6491733"/>
              <a:ext cx="251790" cy="146393"/>
            </a:xfrm>
            <a:prstGeom prst="rect">
              <a:avLst/>
            </a:prstGeom>
            <a:noFill/>
            <a:ln w="50800">
              <a:solidFill>
                <a:srgbClr val="126AF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K" sz="1600"/>
            </a:p>
          </p:txBody>
        </p:sp>
        <p:sp>
          <p:nvSpPr>
            <p:cNvPr id="75" name="Rectangle: Rounded Corners 74">
              <a:extLst>
                <a:ext uri="{FF2B5EF4-FFF2-40B4-BE49-F238E27FC236}">
                  <a16:creationId xmlns:a16="http://schemas.microsoft.com/office/drawing/2014/main" id="{D65C1A1B-92B1-210A-2789-B42BE8EFFCC5}"/>
                </a:ext>
              </a:extLst>
            </p:cNvPr>
            <p:cNvSpPr/>
            <p:nvPr/>
          </p:nvSpPr>
          <p:spPr>
            <a:xfrm>
              <a:off x="907701" y="6497799"/>
              <a:ext cx="216243" cy="134261"/>
            </a:xfrm>
            <a:prstGeom prst="roundRect">
              <a:avLst>
                <a:gd name="adj" fmla="val 36753"/>
              </a:avLst>
            </a:prstGeom>
            <a:noFill/>
            <a:ln w="476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K" sz="1600"/>
            </a:p>
          </p:txBody>
        </p:sp>
        <p:sp>
          <p:nvSpPr>
            <p:cNvPr id="76" name="Rectangle: Rounded Corners 75">
              <a:extLst>
                <a:ext uri="{FF2B5EF4-FFF2-40B4-BE49-F238E27FC236}">
                  <a16:creationId xmlns:a16="http://schemas.microsoft.com/office/drawing/2014/main" id="{0C32A4F6-4367-B91A-F31A-B902DC8C16BF}"/>
                </a:ext>
              </a:extLst>
            </p:cNvPr>
            <p:cNvSpPr/>
            <p:nvPr/>
          </p:nvSpPr>
          <p:spPr>
            <a:xfrm>
              <a:off x="3843064" y="6497799"/>
              <a:ext cx="216243" cy="134261"/>
            </a:xfrm>
            <a:prstGeom prst="roundRect">
              <a:avLst>
                <a:gd name="adj" fmla="val 36753"/>
              </a:avLst>
            </a:prstGeom>
            <a:noFill/>
            <a:ln w="4762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K" sz="1600"/>
            </a:p>
          </p:txBody>
        </p:sp>
        <p:sp>
          <p:nvSpPr>
            <p:cNvPr id="77" name="TextBox 76">
              <a:extLst>
                <a:ext uri="{FF2B5EF4-FFF2-40B4-BE49-F238E27FC236}">
                  <a16:creationId xmlns:a16="http://schemas.microsoft.com/office/drawing/2014/main" id="{DEC54883-3582-D583-AF56-9E3D57C7C0A0}"/>
                </a:ext>
              </a:extLst>
            </p:cNvPr>
            <p:cNvSpPr txBox="1"/>
            <p:nvPr/>
          </p:nvSpPr>
          <p:spPr>
            <a:xfrm>
              <a:off x="2563727" y="6395652"/>
              <a:ext cx="920445" cy="338554"/>
            </a:xfrm>
            <a:prstGeom prst="rect">
              <a:avLst/>
            </a:prstGeom>
            <a:noFill/>
          </p:spPr>
          <p:txBody>
            <a:bodyPr wrap="none" rtlCol="0">
              <a:spAutoFit/>
            </a:bodyPr>
            <a:lstStyle/>
            <a:p>
              <a:pPr algn="l"/>
              <a:r>
                <a:rPr lang="en-US" sz="1600" dirty="0"/>
                <a:t>satellite</a:t>
              </a:r>
              <a:endParaRPr lang="en-DK" sz="1600" dirty="0"/>
            </a:p>
          </p:txBody>
        </p:sp>
        <p:sp>
          <p:nvSpPr>
            <p:cNvPr id="78" name="TextBox 77">
              <a:extLst>
                <a:ext uri="{FF2B5EF4-FFF2-40B4-BE49-F238E27FC236}">
                  <a16:creationId xmlns:a16="http://schemas.microsoft.com/office/drawing/2014/main" id="{5B27E3DF-6CD1-2BBE-60C9-076D2105FDED}"/>
                </a:ext>
              </a:extLst>
            </p:cNvPr>
            <p:cNvSpPr txBox="1"/>
            <p:nvPr/>
          </p:nvSpPr>
          <p:spPr>
            <a:xfrm>
              <a:off x="1123944" y="6395652"/>
              <a:ext cx="747320" cy="338554"/>
            </a:xfrm>
            <a:prstGeom prst="rect">
              <a:avLst/>
            </a:prstGeom>
            <a:noFill/>
          </p:spPr>
          <p:txBody>
            <a:bodyPr wrap="none" rtlCol="0">
              <a:spAutoFit/>
            </a:bodyPr>
            <a:lstStyle/>
            <a:p>
              <a:pPr algn="l"/>
              <a:r>
                <a:rPr lang="en-US" sz="1600" dirty="0"/>
                <a:t>Id hub</a:t>
              </a:r>
              <a:endParaRPr lang="en-DK" sz="1600" dirty="0"/>
            </a:p>
          </p:txBody>
        </p:sp>
        <p:sp>
          <p:nvSpPr>
            <p:cNvPr id="79" name="TextBox 78">
              <a:extLst>
                <a:ext uri="{FF2B5EF4-FFF2-40B4-BE49-F238E27FC236}">
                  <a16:creationId xmlns:a16="http://schemas.microsoft.com/office/drawing/2014/main" id="{42299260-C829-7386-2A2D-6EBA58C25775}"/>
                </a:ext>
              </a:extLst>
            </p:cNvPr>
            <p:cNvSpPr txBox="1"/>
            <p:nvPr/>
          </p:nvSpPr>
          <p:spPr>
            <a:xfrm>
              <a:off x="4018475" y="6395652"/>
              <a:ext cx="508473" cy="338554"/>
            </a:xfrm>
            <a:prstGeom prst="rect">
              <a:avLst/>
            </a:prstGeom>
            <a:noFill/>
          </p:spPr>
          <p:txBody>
            <a:bodyPr wrap="none" rtlCol="0">
              <a:spAutoFit/>
            </a:bodyPr>
            <a:lstStyle/>
            <a:p>
              <a:pPr algn="l"/>
              <a:r>
                <a:rPr lang="en-US" sz="1600" dirty="0"/>
                <a:t>link</a:t>
              </a:r>
              <a:endParaRPr lang="en-DK" sz="1600" dirty="0"/>
            </a:p>
          </p:txBody>
        </p:sp>
      </p:grpSp>
    </p:spTree>
    <p:extLst>
      <p:ext uri="{BB962C8B-B14F-4D97-AF65-F5344CB8AC3E}">
        <p14:creationId xmlns:p14="http://schemas.microsoft.com/office/powerpoint/2010/main" val="426988547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EB2F64-A702-17FA-7072-7EA5BF0E013A}"/>
            </a:ext>
          </a:extLst>
        </p:cNvPr>
        <p:cNvGrpSpPr/>
        <p:nvPr/>
      </p:nvGrpSpPr>
      <p:grpSpPr>
        <a:xfrm>
          <a:off x="0" y="0"/>
          <a:ext cx="0" cy="0"/>
          <a:chOff x="0" y="0"/>
          <a:chExt cx="0" cy="0"/>
        </a:xfrm>
      </p:grpSpPr>
      <p:sp>
        <p:nvSpPr>
          <p:cNvPr id="2" name="Cylinder 1">
            <a:extLst>
              <a:ext uri="{FF2B5EF4-FFF2-40B4-BE49-F238E27FC236}">
                <a16:creationId xmlns:a16="http://schemas.microsoft.com/office/drawing/2014/main" id="{9111E97D-3915-AECA-34DF-8F0C5A243891}"/>
              </a:ext>
            </a:extLst>
          </p:cNvPr>
          <p:cNvSpPr/>
          <p:nvPr/>
        </p:nvSpPr>
        <p:spPr>
          <a:xfrm>
            <a:off x="1566057" y="2452341"/>
            <a:ext cx="696685" cy="783771"/>
          </a:xfrm>
          <a:prstGeom prst="can">
            <a:avLst/>
          </a:prstGeom>
          <a:solidFill>
            <a:srgbClr val="126AF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K" sz="1600"/>
          </a:p>
        </p:txBody>
      </p:sp>
      <p:sp>
        <p:nvSpPr>
          <p:cNvPr id="3" name="Cylinder 2">
            <a:extLst>
              <a:ext uri="{FF2B5EF4-FFF2-40B4-BE49-F238E27FC236}">
                <a16:creationId xmlns:a16="http://schemas.microsoft.com/office/drawing/2014/main" id="{68B60359-1B99-3CC7-4E27-85046D225CB1}"/>
              </a:ext>
            </a:extLst>
          </p:cNvPr>
          <p:cNvSpPr/>
          <p:nvPr/>
        </p:nvSpPr>
        <p:spPr>
          <a:xfrm>
            <a:off x="1566056" y="3410283"/>
            <a:ext cx="696685" cy="783771"/>
          </a:xfrm>
          <a:prstGeom prst="can">
            <a:avLst/>
          </a:prstGeom>
          <a:solidFill>
            <a:srgbClr val="126AF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K" sz="1600"/>
          </a:p>
        </p:txBody>
      </p:sp>
      <p:sp>
        <p:nvSpPr>
          <p:cNvPr id="4" name="Cylinder 3">
            <a:extLst>
              <a:ext uri="{FF2B5EF4-FFF2-40B4-BE49-F238E27FC236}">
                <a16:creationId xmlns:a16="http://schemas.microsoft.com/office/drawing/2014/main" id="{A78441DF-5716-FACD-E1F6-FC9CB1AC0C20}"/>
              </a:ext>
            </a:extLst>
          </p:cNvPr>
          <p:cNvSpPr/>
          <p:nvPr/>
        </p:nvSpPr>
        <p:spPr>
          <a:xfrm>
            <a:off x="1566055" y="4346454"/>
            <a:ext cx="696685" cy="783771"/>
          </a:xfrm>
          <a:prstGeom prst="can">
            <a:avLst/>
          </a:prstGeom>
          <a:solidFill>
            <a:srgbClr val="126AF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K" sz="1600"/>
          </a:p>
        </p:txBody>
      </p:sp>
      <p:sp>
        <p:nvSpPr>
          <p:cNvPr id="5" name="TextBox 4">
            <a:extLst>
              <a:ext uri="{FF2B5EF4-FFF2-40B4-BE49-F238E27FC236}">
                <a16:creationId xmlns:a16="http://schemas.microsoft.com/office/drawing/2014/main" id="{FB2D71AB-2D51-7048-B986-8C34F7C4F2A4}"/>
              </a:ext>
            </a:extLst>
          </p:cNvPr>
          <p:cNvSpPr txBox="1"/>
          <p:nvPr/>
        </p:nvSpPr>
        <p:spPr>
          <a:xfrm>
            <a:off x="1457650" y="6285235"/>
            <a:ext cx="870751" cy="338554"/>
          </a:xfrm>
          <a:prstGeom prst="rect">
            <a:avLst/>
          </a:prstGeom>
          <a:noFill/>
        </p:spPr>
        <p:txBody>
          <a:bodyPr wrap="none" rtlCol="0">
            <a:spAutoFit/>
          </a:bodyPr>
          <a:lstStyle/>
          <a:p>
            <a:pPr algn="l"/>
            <a:r>
              <a:rPr lang="en-US" sz="1600" dirty="0"/>
              <a:t>Sources</a:t>
            </a:r>
            <a:endParaRPr lang="en-DK" sz="1600" dirty="0"/>
          </a:p>
        </p:txBody>
      </p:sp>
      <p:sp>
        <p:nvSpPr>
          <p:cNvPr id="6" name="Rectangle 5">
            <a:extLst>
              <a:ext uri="{FF2B5EF4-FFF2-40B4-BE49-F238E27FC236}">
                <a16:creationId xmlns:a16="http://schemas.microsoft.com/office/drawing/2014/main" id="{F90FEBAB-5EFB-7B7A-AED9-A7A9E6498503}"/>
              </a:ext>
            </a:extLst>
          </p:cNvPr>
          <p:cNvSpPr/>
          <p:nvPr/>
        </p:nvSpPr>
        <p:spPr>
          <a:xfrm>
            <a:off x="3843064" y="1563027"/>
            <a:ext cx="2216426" cy="4084982"/>
          </a:xfrm>
          <a:prstGeom prst="rect">
            <a:avLst/>
          </a:prstGeom>
          <a:noFill/>
          <a:ln>
            <a:solidFill>
              <a:srgbClr val="09284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Raw data vault</a:t>
            </a:r>
            <a:endParaRPr lang="en-DK" sz="1600" dirty="0"/>
          </a:p>
        </p:txBody>
      </p:sp>
      <p:sp>
        <p:nvSpPr>
          <p:cNvPr id="7" name="Rectangle: Rounded Corners 6">
            <a:extLst>
              <a:ext uri="{FF2B5EF4-FFF2-40B4-BE49-F238E27FC236}">
                <a16:creationId xmlns:a16="http://schemas.microsoft.com/office/drawing/2014/main" id="{59F3FF3C-209B-B37D-4F2C-EE8181EADF27}"/>
              </a:ext>
            </a:extLst>
          </p:cNvPr>
          <p:cNvSpPr/>
          <p:nvPr/>
        </p:nvSpPr>
        <p:spPr>
          <a:xfrm>
            <a:off x="4608378" y="2983549"/>
            <a:ext cx="216243" cy="134261"/>
          </a:xfrm>
          <a:prstGeom prst="roundRect">
            <a:avLst>
              <a:gd name="adj" fmla="val 36753"/>
            </a:avLst>
          </a:prstGeom>
          <a:noFill/>
          <a:ln w="476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K" sz="1600"/>
          </a:p>
        </p:txBody>
      </p:sp>
      <p:sp>
        <p:nvSpPr>
          <p:cNvPr id="8" name="Rectangle 7">
            <a:extLst>
              <a:ext uri="{FF2B5EF4-FFF2-40B4-BE49-F238E27FC236}">
                <a16:creationId xmlns:a16="http://schemas.microsoft.com/office/drawing/2014/main" id="{1E0E757E-7207-280A-6094-67EA315AFD66}"/>
              </a:ext>
            </a:extLst>
          </p:cNvPr>
          <p:cNvSpPr/>
          <p:nvPr/>
        </p:nvSpPr>
        <p:spPr>
          <a:xfrm>
            <a:off x="4340403" y="3532321"/>
            <a:ext cx="251790" cy="146393"/>
          </a:xfrm>
          <a:prstGeom prst="rect">
            <a:avLst/>
          </a:prstGeom>
          <a:noFill/>
          <a:ln w="50800">
            <a:solidFill>
              <a:srgbClr val="126AF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K" sz="1600"/>
          </a:p>
        </p:txBody>
      </p:sp>
      <p:sp>
        <p:nvSpPr>
          <p:cNvPr id="9" name="Rectangle: Rounded Corners 8">
            <a:extLst>
              <a:ext uri="{FF2B5EF4-FFF2-40B4-BE49-F238E27FC236}">
                <a16:creationId xmlns:a16="http://schemas.microsoft.com/office/drawing/2014/main" id="{0531414C-32DE-76A6-CDBE-474CDF9404A3}"/>
              </a:ext>
            </a:extLst>
          </p:cNvPr>
          <p:cNvSpPr/>
          <p:nvPr/>
        </p:nvSpPr>
        <p:spPr>
          <a:xfrm>
            <a:off x="5341321" y="3639492"/>
            <a:ext cx="216243" cy="134261"/>
          </a:xfrm>
          <a:prstGeom prst="roundRect">
            <a:avLst>
              <a:gd name="adj" fmla="val 36753"/>
            </a:avLst>
          </a:prstGeom>
          <a:noFill/>
          <a:ln w="4762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K" sz="1600"/>
          </a:p>
        </p:txBody>
      </p:sp>
      <p:sp>
        <p:nvSpPr>
          <p:cNvPr id="10" name="Rectangle 9">
            <a:extLst>
              <a:ext uri="{FF2B5EF4-FFF2-40B4-BE49-F238E27FC236}">
                <a16:creationId xmlns:a16="http://schemas.microsoft.com/office/drawing/2014/main" id="{75FE70E1-A0B5-38A3-E9D0-74100087AB82}"/>
              </a:ext>
            </a:extLst>
          </p:cNvPr>
          <p:cNvSpPr/>
          <p:nvPr/>
        </p:nvSpPr>
        <p:spPr>
          <a:xfrm>
            <a:off x="4339609" y="2281335"/>
            <a:ext cx="251790" cy="146393"/>
          </a:xfrm>
          <a:prstGeom prst="rect">
            <a:avLst/>
          </a:prstGeom>
          <a:noFill/>
          <a:ln w="50800">
            <a:solidFill>
              <a:srgbClr val="126AF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K" sz="1600"/>
          </a:p>
        </p:txBody>
      </p:sp>
      <p:cxnSp>
        <p:nvCxnSpPr>
          <p:cNvPr id="12" name="Connector: Elbow 11">
            <a:extLst>
              <a:ext uri="{FF2B5EF4-FFF2-40B4-BE49-F238E27FC236}">
                <a16:creationId xmlns:a16="http://schemas.microsoft.com/office/drawing/2014/main" id="{D11DFC6A-B144-024C-D6F9-0CB6D51CE24B}"/>
              </a:ext>
            </a:extLst>
          </p:cNvPr>
          <p:cNvCxnSpPr>
            <a:stCxn id="7" idx="0"/>
            <a:endCxn id="10" idx="2"/>
          </p:cNvCxnSpPr>
          <p:nvPr/>
        </p:nvCxnSpPr>
        <p:spPr>
          <a:xfrm rot="16200000" flipV="1">
            <a:off x="4313092" y="2580141"/>
            <a:ext cx="555821" cy="250996"/>
          </a:xfrm>
          <a:prstGeom prst="bentConnector3">
            <a:avLst/>
          </a:prstGeom>
          <a:ln>
            <a:solidFill>
              <a:schemeClr val="accent2"/>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16" name="Connector: Elbow 15">
            <a:extLst>
              <a:ext uri="{FF2B5EF4-FFF2-40B4-BE49-F238E27FC236}">
                <a16:creationId xmlns:a16="http://schemas.microsoft.com/office/drawing/2014/main" id="{9ADF95D6-2D41-AE10-FF81-E85EFE57FD0B}"/>
              </a:ext>
            </a:extLst>
          </p:cNvPr>
          <p:cNvCxnSpPr>
            <a:cxnSpLocks/>
            <a:stCxn id="7" idx="2"/>
            <a:endCxn id="8" idx="0"/>
          </p:cNvCxnSpPr>
          <p:nvPr/>
        </p:nvCxnSpPr>
        <p:spPr>
          <a:xfrm rot="5400000">
            <a:off x="4384144" y="3199964"/>
            <a:ext cx="414511" cy="250202"/>
          </a:xfrm>
          <a:prstGeom prst="bentConnector3">
            <a:avLst>
              <a:gd name="adj1" fmla="val 50000"/>
            </a:avLst>
          </a:prstGeom>
          <a:ln>
            <a:solidFill>
              <a:schemeClr val="accent2"/>
            </a:solidFill>
            <a:headEnd type="none" w="lg" len="med"/>
            <a:tailEnd type="triangle"/>
          </a:ln>
        </p:spPr>
        <p:style>
          <a:lnRef idx="1">
            <a:schemeClr val="accent1"/>
          </a:lnRef>
          <a:fillRef idx="0">
            <a:schemeClr val="accent1"/>
          </a:fillRef>
          <a:effectRef idx="0">
            <a:schemeClr val="accent1"/>
          </a:effectRef>
          <a:fontRef idx="minor">
            <a:schemeClr val="tx1"/>
          </a:fontRef>
        </p:style>
      </p:cxnSp>
      <p:sp>
        <p:nvSpPr>
          <p:cNvPr id="17" name="Rectangle: Rounded Corners 16">
            <a:extLst>
              <a:ext uri="{FF2B5EF4-FFF2-40B4-BE49-F238E27FC236}">
                <a16:creationId xmlns:a16="http://schemas.microsoft.com/office/drawing/2014/main" id="{56292520-84D0-4082-703B-808A3AD813FF}"/>
              </a:ext>
            </a:extLst>
          </p:cNvPr>
          <p:cNvSpPr/>
          <p:nvPr/>
        </p:nvSpPr>
        <p:spPr>
          <a:xfrm>
            <a:off x="4392135" y="4227485"/>
            <a:ext cx="216243" cy="134261"/>
          </a:xfrm>
          <a:prstGeom prst="roundRect">
            <a:avLst>
              <a:gd name="adj" fmla="val 36753"/>
            </a:avLst>
          </a:prstGeom>
          <a:noFill/>
          <a:ln w="476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K" sz="1600"/>
          </a:p>
        </p:txBody>
      </p:sp>
      <p:sp>
        <p:nvSpPr>
          <p:cNvPr id="18" name="Rectangle 17">
            <a:extLst>
              <a:ext uri="{FF2B5EF4-FFF2-40B4-BE49-F238E27FC236}">
                <a16:creationId xmlns:a16="http://schemas.microsoft.com/office/drawing/2014/main" id="{4B3A3942-7AEA-F8A7-3DDE-EE7CC362A0C6}"/>
              </a:ext>
            </a:extLst>
          </p:cNvPr>
          <p:cNvSpPr/>
          <p:nvPr/>
        </p:nvSpPr>
        <p:spPr>
          <a:xfrm>
            <a:off x="4340403" y="4738339"/>
            <a:ext cx="251790" cy="146393"/>
          </a:xfrm>
          <a:prstGeom prst="rect">
            <a:avLst/>
          </a:prstGeom>
          <a:noFill/>
          <a:ln w="50800">
            <a:solidFill>
              <a:srgbClr val="126AF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K" sz="1600"/>
          </a:p>
        </p:txBody>
      </p:sp>
      <p:cxnSp>
        <p:nvCxnSpPr>
          <p:cNvPr id="25" name="Connector: Elbow 24">
            <a:extLst>
              <a:ext uri="{FF2B5EF4-FFF2-40B4-BE49-F238E27FC236}">
                <a16:creationId xmlns:a16="http://schemas.microsoft.com/office/drawing/2014/main" id="{3D0B4368-48C1-3DAF-3017-C733D135F6EB}"/>
              </a:ext>
            </a:extLst>
          </p:cNvPr>
          <p:cNvCxnSpPr>
            <a:stCxn id="7" idx="3"/>
            <a:endCxn id="9" idx="0"/>
          </p:cNvCxnSpPr>
          <p:nvPr/>
        </p:nvCxnSpPr>
        <p:spPr>
          <a:xfrm>
            <a:off x="4824621" y="3050680"/>
            <a:ext cx="624822" cy="588812"/>
          </a:xfrm>
          <a:prstGeom prst="bentConnector2">
            <a:avLst/>
          </a:prstGeom>
          <a:ln>
            <a:solidFill>
              <a:schemeClr val="accent2"/>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27" name="Connector: Elbow 26">
            <a:extLst>
              <a:ext uri="{FF2B5EF4-FFF2-40B4-BE49-F238E27FC236}">
                <a16:creationId xmlns:a16="http://schemas.microsoft.com/office/drawing/2014/main" id="{3950E6AE-0529-B738-0F0B-DDC5E57D8D20}"/>
              </a:ext>
            </a:extLst>
          </p:cNvPr>
          <p:cNvCxnSpPr>
            <a:stCxn id="17" idx="3"/>
            <a:endCxn id="9" idx="2"/>
          </p:cNvCxnSpPr>
          <p:nvPr/>
        </p:nvCxnSpPr>
        <p:spPr>
          <a:xfrm flipV="1">
            <a:off x="4608378" y="3773753"/>
            <a:ext cx="841065" cy="520863"/>
          </a:xfrm>
          <a:prstGeom prst="bentConnector2">
            <a:avLst/>
          </a:prstGeom>
          <a:ln>
            <a:solidFill>
              <a:schemeClr val="accent2"/>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29" name="Connector: Elbow 28">
            <a:extLst>
              <a:ext uri="{FF2B5EF4-FFF2-40B4-BE49-F238E27FC236}">
                <a16:creationId xmlns:a16="http://schemas.microsoft.com/office/drawing/2014/main" id="{D1318E29-7814-45E9-C710-80081ECFA3CD}"/>
              </a:ext>
            </a:extLst>
          </p:cNvPr>
          <p:cNvCxnSpPr>
            <a:stCxn id="17" idx="2"/>
            <a:endCxn id="18" idx="0"/>
          </p:cNvCxnSpPr>
          <p:nvPr/>
        </p:nvCxnSpPr>
        <p:spPr>
          <a:xfrm rot="5400000">
            <a:off x="4294982" y="4533063"/>
            <a:ext cx="376593" cy="33959"/>
          </a:xfrm>
          <a:prstGeom prst="bentConnector3">
            <a:avLst/>
          </a:prstGeom>
          <a:ln>
            <a:solidFill>
              <a:schemeClr val="accent2"/>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31" name="Connector: Elbow 30">
            <a:extLst>
              <a:ext uri="{FF2B5EF4-FFF2-40B4-BE49-F238E27FC236}">
                <a16:creationId xmlns:a16="http://schemas.microsoft.com/office/drawing/2014/main" id="{49C974AC-08EF-0001-6430-40CD9E05EAF4}"/>
              </a:ext>
            </a:extLst>
          </p:cNvPr>
          <p:cNvCxnSpPr>
            <a:cxnSpLocks/>
            <a:endCxn id="10" idx="1"/>
          </p:cNvCxnSpPr>
          <p:nvPr/>
        </p:nvCxnSpPr>
        <p:spPr>
          <a:xfrm flipV="1">
            <a:off x="2262740" y="2354532"/>
            <a:ext cx="2076869" cy="332014"/>
          </a:xfrm>
          <a:prstGeom prst="bentConnector3">
            <a:avLst/>
          </a:prstGeom>
          <a:ln>
            <a:solidFill>
              <a:srgbClr val="FFC000"/>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36" name="Connector: Elbow 35">
            <a:extLst>
              <a:ext uri="{FF2B5EF4-FFF2-40B4-BE49-F238E27FC236}">
                <a16:creationId xmlns:a16="http://schemas.microsoft.com/office/drawing/2014/main" id="{6278EA5C-8209-2D07-AA5F-7C21C370DB52}"/>
              </a:ext>
            </a:extLst>
          </p:cNvPr>
          <p:cNvCxnSpPr>
            <a:stCxn id="2" idx="4"/>
            <a:endCxn id="7" idx="1"/>
          </p:cNvCxnSpPr>
          <p:nvPr/>
        </p:nvCxnSpPr>
        <p:spPr>
          <a:xfrm>
            <a:off x="2262742" y="2844227"/>
            <a:ext cx="2345636" cy="206453"/>
          </a:xfrm>
          <a:prstGeom prst="bentConnector3">
            <a:avLst/>
          </a:prstGeom>
          <a:ln>
            <a:solidFill>
              <a:srgbClr val="FFC000"/>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38" name="Connector: Elbow 37">
            <a:extLst>
              <a:ext uri="{FF2B5EF4-FFF2-40B4-BE49-F238E27FC236}">
                <a16:creationId xmlns:a16="http://schemas.microsoft.com/office/drawing/2014/main" id="{DC946B2D-014A-D123-ABA8-64247CFC3501}"/>
              </a:ext>
            </a:extLst>
          </p:cNvPr>
          <p:cNvCxnSpPr>
            <a:cxnSpLocks/>
            <a:endCxn id="7" idx="1"/>
          </p:cNvCxnSpPr>
          <p:nvPr/>
        </p:nvCxnSpPr>
        <p:spPr>
          <a:xfrm flipV="1">
            <a:off x="2262740" y="3050680"/>
            <a:ext cx="2345638" cy="574195"/>
          </a:xfrm>
          <a:prstGeom prst="bentConnector3">
            <a:avLst/>
          </a:prstGeom>
          <a:ln>
            <a:solidFill>
              <a:srgbClr val="FFC000"/>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42" name="Connector: Elbow 41">
            <a:extLst>
              <a:ext uri="{FF2B5EF4-FFF2-40B4-BE49-F238E27FC236}">
                <a16:creationId xmlns:a16="http://schemas.microsoft.com/office/drawing/2014/main" id="{696CA4B4-A1D2-AF50-5F58-C9595532148D}"/>
              </a:ext>
            </a:extLst>
          </p:cNvPr>
          <p:cNvCxnSpPr>
            <a:endCxn id="8" idx="1"/>
          </p:cNvCxnSpPr>
          <p:nvPr/>
        </p:nvCxnSpPr>
        <p:spPr>
          <a:xfrm flipV="1">
            <a:off x="2262742" y="3605518"/>
            <a:ext cx="2077661" cy="332961"/>
          </a:xfrm>
          <a:prstGeom prst="bentConnector3">
            <a:avLst>
              <a:gd name="adj1" fmla="val 83008"/>
            </a:avLst>
          </a:prstGeom>
          <a:ln>
            <a:solidFill>
              <a:srgbClr val="FFC000"/>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45" name="Connector: Elbow 44">
            <a:extLst>
              <a:ext uri="{FF2B5EF4-FFF2-40B4-BE49-F238E27FC236}">
                <a16:creationId xmlns:a16="http://schemas.microsoft.com/office/drawing/2014/main" id="{23D4FB49-31F2-FFA6-4809-8BB8CF1444BE}"/>
              </a:ext>
            </a:extLst>
          </p:cNvPr>
          <p:cNvCxnSpPr>
            <a:endCxn id="17" idx="1"/>
          </p:cNvCxnSpPr>
          <p:nvPr/>
        </p:nvCxnSpPr>
        <p:spPr>
          <a:xfrm flipV="1">
            <a:off x="2262740" y="4294616"/>
            <a:ext cx="2129395" cy="255426"/>
          </a:xfrm>
          <a:prstGeom prst="bentConnector3">
            <a:avLst/>
          </a:prstGeom>
          <a:ln>
            <a:solidFill>
              <a:srgbClr val="FFC000"/>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47" name="Connector: Elbow 46">
            <a:extLst>
              <a:ext uri="{FF2B5EF4-FFF2-40B4-BE49-F238E27FC236}">
                <a16:creationId xmlns:a16="http://schemas.microsoft.com/office/drawing/2014/main" id="{3CB35DAF-FC94-6A1B-E1C5-5CEA47D4481F}"/>
              </a:ext>
            </a:extLst>
          </p:cNvPr>
          <p:cNvCxnSpPr>
            <a:endCxn id="18" idx="1"/>
          </p:cNvCxnSpPr>
          <p:nvPr/>
        </p:nvCxnSpPr>
        <p:spPr>
          <a:xfrm flipV="1">
            <a:off x="2262740" y="4811536"/>
            <a:ext cx="2077663" cy="73196"/>
          </a:xfrm>
          <a:prstGeom prst="bentConnector3">
            <a:avLst/>
          </a:prstGeom>
          <a:ln>
            <a:solidFill>
              <a:srgbClr val="FFC000"/>
            </a:solidFill>
            <a:headEnd type="none" w="lg" len="med"/>
            <a:tailEnd type="triangle"/>
          </a:ln>
        </p:spPr>
        <p:style>
          <a:lnRef idx="1">
            <a:schemeClr val="accent1"/>
          </a:lnRef>
          <a:fillRef idx="0">
            <a:schemeClr val="accent1"/>
          </a:fillRef>
          <a:effectRef idx="0">
            <a:schemeClr val="accent1"/>
          </a:effectRef>
          <a:fontRef idx="minor">
            <a:schemeClr val="tx1"/>
          </a:fontRef>
        </p:style>
      </p:cxnSp>
      <p:sp>
        <p:nvSpPr>
          <p:cNvPr id="48" name="TextBox 47">
            <a:extLst>
              <a:ext uri="{FF2B5EF4-FFF2-40B4-BE49-F238E27FC236}">
                <a16:creationId xmlns:a16="http://schemas.microsoft.com/office/drawing/2014/main" id="{76E5F39C-758F-00A8-1611-C69F3FC9FD0C}"/>
              </a:ext>
            </a:extLst>
          </p:cNvPr>
          <p:cNvSpPr txBox="1"/>
          <p:nvPr/>
        </p:nvSpPr>
        <p:spPr>
          <a:xfrm>
            <a:off x="3911569" y="1145633"/>
            <a:ext cx="2079415" cy="338554"/>
          </a:xfrm>
          <a:prstGeom prst="rect">
            <a:avLst/>
          </a:prstGeom>
          <a:noFill/>
        </p:spPr>
        <p:txBody>
          <a:bodyPr wrap="none" rtlCol="0">
            <a:spAutoFit/>
          </a:bodyPr>
          <a:lstStyle/>
          <a:p>
            <a:pPr algn="l"/>
            <a:r>
              <a:rPr lang="en-US" sz="1600" dirty="0"/>
              <a:t>Raw Data Vault Layer</a:t>
            </a:r>
            <a:endParaRPr lang="en-DK" sz="1600" dirty="0"/>
          </a:p>
        </p:txBody>
      </p:sp>
      <p:sp>
        <p:nvSpPr>
          <p:cNvPr id="49" name="Rectangle 48">
            <a:extLst>
              <a:ext uri="{FF2B5EF4-FFF2-40B4-BE49-F238E27FC236}">
                <a16:creationId xmlns:a16="http://schemas.microsoft.com/office/drawing/2014/main" id="{802FA606-087B-BFFB-4389-B8018B8BBFF3}"/>
              </a:ext>
            </a:extLst>
          </p:cNvPr>
          <p:cNvSpPr/>
          <p:nvPr/>
        </p:nvSpPr>
        <p:spPr>
          <a:xfrm>
            <a:off x="7856428" y="1563026"/>
            <a:ext cx="2216426" cy="4084982"/>
          </a:xfrm>
          <a:prstGeom prst="rect">
            <a:avLst/>
          </a:prstGeom>
          <a:noFill/>
          <a:ln>
            <a:solidFill>
              <a:srgbClr val="09284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Raw data vault</a:t>
            </a:r>
            <a:endParaRPr lang="en-DK" sz="1600" dirty="0"/>
          </a:p>
        </p:txBody>
      </p:sp>
      <p:sp>
        <p:nvSpPr>
          <p:cNvPr id="50" name="TextBox 49">
            <a:extLst>
              <a:ext uri="{FF2B5EF4-FFF2-40B4-BE49-F238E27FC236}">
                <a16:creationId xmlns:a16="http://schemas.microsoft.com/office/drawing/2014/main" id="{0B8CF89F-7593-3495-1C3F-7DBB8CDDAA33}"/>
              </a:ext>
            </a:extLst>
          </p:cNvPr>
          <p:cNvSpPr txBox="1"/>
          <p:nvPr/>
        </p:nvSpPr>
        <p:spPr>
          <a:xfrm>
            <a:off x="7889466" y="1174777"/>
            <a:ext cx="1473480" cy="338554"/>
          </a:xfrm>
          <a:prstGeom prst="rect">
            <a:avLst/>
          </a:prstGeom>
          <a:noFill/>
        </p:spPr>
        <p:txBody>
          <a:bodyPr wrap="none" rtlCol="0">
            <a:spAutoFit/>
          </a:bodyPr>
          <a:lstStyle/>
          <a:p>
            <a:pPr algn="l"/>
            <a:r>
              <a:rPr lang="en-US" sz="1600" dirty="0"/>
              <a:t>Business Layer</a:t>
            </a:r>
            <a:endParaRPr lang="en-DK" sz="1600" dirty="0"/>
          </a:p>
        </p:txBody>
      </p:sp>
      <p:sp>
        <p:nvSpPr>
          <p:cNvPr id="54" name="Rectangle: Rounded Corners 53">
            <a:extLst>
              <a:ext uri="{FF2B5EF4-FFF2-40B4-BE49-F238E27FC236}">
                <a16:creationId xmlns:a16="http://schemas.microsoft.com/office/drawing/2014/main" id="{43CF6CE9-0A69-DA4A-F612-241C69130BCF}"/>
              </a:ext>
            </a:extLst>
          </p:cNvPr>
          <p:cNvSpPr/>
          <p:nvPr/>
        </p:nvSpPr>
        <p:spPr>
          <a:xfrm>
            <a:off x="8696666" y="2966983"/>
            <a:ext cx="216243" cy="134261"/>
          </a:xfrm>
          <a:prstGeom prst="roundRect">
            <a:avLst>
              <a:gd name="adj" fmla="val 36753"/>
            </a:avLst>
          </a:prstGeom>
          <a:noFill/>
          <a:ln w="476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K" sz="1600"/>
          </a:p>
        </p:txBody>
      </p:sp>
      <p:sp>
        <p:nvSpPr>
          <p:cNvPr id="55" name="Rectangle: Rounded Corners 54">
            <a:extLst>
              <a:ext uri="{FF2B5EF4-FFF2-40B4-BE49-F238E27FC236}">
                <a16:creationId xmlns:a16="http://schemas.microsoft.com/office/drawing/2014/main" id="{284B482A-5EBF-86F1-3533-2B9B80C942B4}"/>
              </a:ext>
            </a:extLst>
          </p:cNvPr>
          <p:cNvSpPr/>
          <p:nvPr/>
        </p:nvSpPr>
        <p:spPr>
          <a:xfrm>
            <a:off x="9429609" y="3622926"/>
            <a:ext cx="216243" cy="134261"/>
          </a:xfrm>
          <a:prstGeom prst="roundRect">
            <a:avLst>
              <a:gd name="adj" fmla="val 36753"/>
            </a:avLst>
          </a:prstGeom>
          <a:noFill/>
          <a:ln w="4762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K" sz="1600"/>
          </a:p>
        </p:txBody>
      </p:sp>
      <p:sp>
        <p:nvSpPr>
          <p:cNvPr id="56" name="Rectangle: Rounded Corners 55">
            <a:extLst>
              <a:ext uri="{FF2B5EF4-FFF2-40B4-BE49-F238E27FC236}">
                <a16:creationId xmlns:a16="http://schemas.microsoft.com/office/drawing/2014/main" id="{21B53B02-6675-7BD8-132A-6359164A0F7E}"/>
              </a:ext>
            </a:extLst>
          </p:cNvPr>
          <p:cNvSpPr/>
          <p:nvPr/>
        </p:nvSpPr>
        <p:spPr>
          <a:xfrm>
            <a:off x="8480423" y="4210919"/>
            <a:ext cx="216243" cy="134261"/>
          </a:xfrm>
          <a:prstGeom prst="roundRect">
            <a:avLst>
              <a:gd name="adj" fmla="val 36753"/>
            </a:avLst>
          </a:prstGeom>
          <a:noFill/>
          <a:ln w="476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K" sz="1600"/>
          </a:p>
        </p:txBody>
      </p:sp>
      <p:cxnSp>
        <p:nvCxnSpPr>
          <p:cNvPr id="57" name="Connector: Elbow 56">
            <a:extLst>
              <a:ext uri="{FF2B5EF4-FFF2-40B4-BE49-F238E27FC236}">
                <a16:creationId xmlns:a16="http://schemas.microsoft.com/office/drawing/2014/main" id="{D06BA4F3-F234-EFA0-AE09-3E5A0F35715A}"/>
              </a:ext>
            </a:extLst>
          </p:cNvPr>
          <p:cNvCxnSpPr>
            <a:stCxn id="54" idx="3"/>
            <a:endCxn id="55" idx="0"/>
          </p:cNvCxnSpPr>
          <p:nvPr/>
        </p:nvCxnSpPr>
        <p:spPr>
          <a:xfrm>
            <a:off x="8912909" y="3034114"/>
            <a:ext cx="624822" cy="588812"/>
          </a:xfrm>
          <a:prstGeom prst="bentConnector2">
            <a:avLst/>
          </a:prstGeom>
          <a:ln>
            <a:solidFill>
              <a:schemeClr val="accent2"/>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58" name="Connector: Elbow 57">
            <a:extLst>
              <a:ext uri="{FF2B5EF4-FFF2-40B4-BE49-F238E27FC236}">
                <a16:creationId xmlns:a16="http://schemas.microsoft.com/office/drawing/2014/main" id="{F1650F17-063C-4331-2BEE-BA524A96E9CA}"/>
              </a:ext>
            </a:extLst>
          </p:cNvPr>
          <p:cNvCxnSpPr>
            <a:stCxn id="56" idx="3"/>
            <a:endCxn id="55" idx="2"/>
          </p:cNvCxnSpPr>
          <p:nvPr/>
        </p:nvCxnSpPr>
        <p:spPr>
          <a:xfrm flipV="1">
            <a:off x="8696666" y="3757187"/>
            <a:ext cx="841065" cy="520863"/>
          </a:xfrm>
          <a:prstGeom prst="bentConnector2">
            <a:avLst/>
          </a:prstGeom>
          <a:ln>
            <a:solidFill>
              <a:schemeClr val="accent2"/>
            </a:solidFill>
            <a:headEnd type="none" w="lg" len="med"/>
            <a:tailEnd type="triangle"/>
          </a:ln>
        </p:spPr>
        <p:style>
          <a:lnRef idx="1">
            <a:schemeClr val="accent1"/>
          </a:lnRef>
          <a:fillRef idx="0">
            <a:schemeClr val="accent1"/>
          </a:fillRef>
          <a:effectRef idx="0">
            <a:schemeClr val="accent1"/>
          </a:effectRef>
          <a:fontRef idx="minor">
            <a:schemeClr val="tx1"/>
          </a:fontRef>
        </p:style>
      </p:cxnSp>
      <p:sp>
        <p:nvSpPr>
          <p:cNvPr id="59" name="Rectangle 58">
            <a:extLst>
              <a:ext uri="{FF2B5EF4-FFF2-40B4-BE49-F238E27FC236}">
                <a16:creationId xmlns:a16="http://schemas.microsoft.com/office/drawing/2014/main" id="{35D0E734-141B-A70F-4C68-FCA1D3E35ECE}"/>
              </a:ext>
            </a:extLst>
          </p:cNvPr>
          <p:cNvSpPr/>
          <p:nvPr/>
        </p:nvSpPr>
        <p:spPr>
          <a:xfrm>
            <a:off x="8696666" y="2366746"/>
            <a:ext cx="251790" cy="146393"/>
          </a:xfrm>
          <a:prstGeom prst="rect">
            <a:avLst/>
          </a:prstGeom>
          <a:noFill/>
          <a:ln w="50800">
            <a:solidFill>
              <a:srgbClr val="126AF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K" sz="1600"/>
          </a:p>
        </p:txBody>
      </p:sp>
      <p:cxnSp>
        <p:nvCxnSpPr>
          <p:cNvPr id="61" name="Connector: Elbow 60">
            <a:extLst>
              <a:ext uri="{FF2B5EF4-FFF2-40B4-BE49-F238E27FC236}">
                <a16:creationId xmlns:a16="http://schemas.microsoft.com/office/drawing/2014/main" id="{1D475996-60FA-689B-55C9-82F290B2A3A0}"/>
              </a:ext>
            </a:extLst>
          </p:cNvPr>
          <p:cNvCxnSpPr>
            <a:stCxn id="10" idx="3"/>
            <a:endCxn id="59" idx="1"/>
          </p:cNvCxnSpPr>
          <p:nvPr/>
        </p:nvCxnSpPr>
        <p:spPr>
          <a:xfrm>
            <a:off x="4591399" y="2354532"/>
            <a:ext cx="4105267" cy="85411"/>
          </a:xfrm>
          <a:prstGeom prst="bentConnector3">
            <a:avLst/>
          </a:prstGeom>
          <a:ln>
            <a:solidFill>
              <a:srgbClr val="FFC000"/>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63" name="Connector: Elbow 62">
            <a:extLst>
              <a:ext uri="{FF2B5EF4-FFF2-40B4-BE49-F238E27FC236}">
                <a16:creationId xmlns:a16="http://schemas.microsoft.com/office/drawing/2014/main" id="{2B65F66C-6FA0-9F35-6406-639A8951A2C5}"/>
              </a:ext>
            </a:extLst>
          </p:cNvPr>
          <p:cNvCxnSpPr>
            <a:cxnSpLocks/>
          </p:cNvCxnSpPr>
          <p:nvPr/>
        </p:nvCxnSpPr>
        <p:spPr>
          <a:xfrm flipV="1">
            <a:off x="4592193" y="2400761"/>
            <a:ext cx="4104473" cy="1165575"/>
          </a:xfrm>
          <a:prstGeom prst="bentConnector3">
            <a:avLst>
              <a:gd name="adj1" fmla="val 11982"/>
            </a:avLst>
          </a:prstGeom>
          <a:ln>
            <a:solidFill>
              <a:srgbClr val="FFC000"/>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66" name="Straight Arrow Connector 65">
            <a:extLst>
              <a:ext uri="{FF2B5EF4-FFF2-40B4-BE49-F238E27FC236}">
                <a16:creationId xmlns:a16="http://schemas.microsoft.com/office/drawing/2014/main" id="{097F7EB8-74EF-AD0F-C522-2DEBDF69E50D}"/>
              </a:ext>
            </a:extLst>
          </p:cNvPr>
          <p:cNvCxnSpPr>
            <a:stCxn id="54" idx="0"/>
            <a:endCxn id="59" idx="2"/>
          </p:cNvCxnSpPr>
          <p:nvPr/>
        </p:nvCxnSpPr>
        <p:spPr>
          <a:xfrm flipV="1">
            <a:off x="8804788" y="2513139"/>
            <a:ext cx="17773" cy="453844"/>
          </a:xfrm>
          <a:prstGeom prst="straightConnector1">
            <a:avLst/>
          </a:prstGeom>
          <a:ln>
            <a:solidFill>
              <a:schemeClr val="accent2"/>
            </a:solidFill>
            <a:headEnd type="none" w="lg" len="med"/>
            <a:tailEnd type="triangle"/>
          </a:ln>
        </p:spPr>
        <p:style>
          <a:lnRef idx="1">
            <a:schemeClr val="accent1"/>
          </a:lnRef>
          <a:fillRef idx="0">
            <a:schemeClr val="accent1"/>
          </a:fillRef>
          <a:effectRef idx="0">
            <a:schemeClr val="accent1"/>
          </a:effectRef>
          <a:fontRef idx="minor">
            <a:schemeClr val="tx1"/>
          </a:fontRef>
        </p:style>
      </p:cxnSp>
      <p:sp>
        <p:nvSpPr>
          <p:cNvPr id="67" name="Rectangle 66">
            <a:extLst>
              <a:ext uri="{FF2B5EF4-FFF2-40B4-BE49-F238E27FC236}">
                <a16:creationId xmlns:a16="http://schemas.microsoft.com/office/drawing/2014/main" id="{BD83949A-F836-F5B1-7546-E60E34B8C9D8}"/>
              </a:ext>
            </a:extLst>
          </p:cNvPr>
          <p:cNvSpPr/>
          <p:nvPr/>
        </p:nvSpPr>
        <p:spPr>
          <a:xfrm>
            <a:off x="8462649" y="4774937"/>
            <a:ext cx="251790" cy="146393"/>
          </a:xfrm>
          <a:prstGeom prst="rect">
            <a:avLst/>
          </a:prstGeom>
          <a:noFill/>
          <a:ln w="50800">
            <a:solidFill>
              <a:srgbClr val="126AF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K" sz="1600"/>
          </a:p>
        </p:txBody>
      </p:sp>
      <p:cxnSp>
        <p:nvCxnSpPr>
          <p:cNvPr id="69" name="Connector: Elbow 68">
            <a:extLst>
              <a:ext uri="{FF2B5EF4-FFF2-40B4-BE49-F238E27FC236}">
                <a16:creationId xmlns:a16="http://schemas.microsoft.com/office/drawing/2014/main" id="{44B58C50-6613-EEA7-9D36-161F7E8FFA60}"/>
              </a:ext>
            </a:extLst>
          </p:cNvPr>
          <p:cNvCxnSpPr>
            <a:stCxn id="56" idx="2"/>
            <a:endCxn id="67" idx="0"/>
          </p:cNvCxnSpPr>
          <p:nvPr/>
        </p:nvCxnSpPr>
        <p:spPr>
          <a:xfrm rot="5400000">
            <a:off x="8373667" y="4560058"/>
            <a:ext cx="429757" cy="1"/>
          </a:xfrm>
          <a:prstGeom prst="bentConnector3">
            <a:avLst/>
          </a:prstGeom>
          <a:ln>
            <a:solidFill>
              <a:schemeClr val="accent2"/>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71" name="Connector: Elbow 70">
            <a:extLst>
              <a:ext uri="{FF2B5EF4-FFF2-40B4-BE49-F238E27FC236}">
                <a16:creationId xmlns:a16="http://schemas.microsoft.com/office/drawing/2014/main" id="{B596F8E0-A56E-6534-CE42-1705483190B3}"/>
              </a:ext>
            </a:extLst>
          </p:cNvPr>
          <p:cNvCxnSpPr>
            <a:stCxn id="18" idx="3"/>
            <a:endCxn id="67" idx="1"/>
          </p:cNvCxnSpPr>
          <p:nvPr/>
        </p:nvCxnSpPr>
        <p:spPr>
          <a:xfrm>
            <a:off x="4592193" y="4811536"/>
            <a:ext cx="3870456" cy="36598"/>
          </a:xfrm>
          <a:prstGeom prst="bentConnector3">
            <a:avLst/>
          </a:prstGeom>
          <a:ln>
            <a:solidFill>
              <a:srgbClr val="FFC000"/>
            </a:solidFill>
            <a:headEnd type="none" w="lg" len="med"/>
            <a:tailEnd type="triangle"/>
          </a:ln>
        </p:spPr>
        <p:style>
          <a:lnRef idx="1">
            <a:schemeClr val="accent1"/>
          </a:lnRef>
          <a:fillRef idx="0">
            <a:schemeClr val="accent1"/>
          </a:fillRef>
          <a:effectRef idx="0">
            <a:schemeClr val="accent1"/>
          </a:effectRef>
          <a:fontRef idx="minor">
            <a:schemeClr val="tx1"/>
          </a:fontRef>
        </p:style>
      </p:cxnSp>
      <p:sp>
        <p:nvSpPr>
          <p:cNvPr id="72" name="TextBox 71">
            <a:extLst>
              <a:ext uri="{FF2B5EF4-FFF2-40B4-BE49-F238E27FC236}">
                <a16:creationId xmlns:a16="http://schemas.microsoft.com/office/drawing/2014/main" id="{5F7514D3-EDCA-B0B3-65A1-0950270B63C5}"/>
              </a:ext>
            </a:extLst>
          </p:cNvPr>
          <p:cNvSpPr txBox="1"/>
          <p:nvPr/>
        </p:nvSpPr>
        <p:spPr>
          <a:xfrm>
            <a:off x="7461665" y="5934159"/>
            <a:ext cx="3005951" cy="338554"/>
          </a:xfrm>
          <a:prstGeom prst="rect">
            <a:avLst/>
          </a:prstGeom>
          <a:noFill/>
        </p:spPr>
        <p:txBody>
          <a:bodyPr wrap="none" rtlCol="0">
            <a:spAutoFit/>
          </a:bodyPr>
          <a:lstStyle/>
          <a:p>
            <a:pPr algn="l"/>
            <a:r>
              <a:rPr lang="en-US" sz="1600" dirty="0"/>
              <a:t>“Data Mesh” of “Data Products”</a:t>
            </a:r>
            <a:endParaRPr lang="en-DK" sz="1600" dirty="0"/>
          </a:p>
        </p:txBody>
      </p:sp>
      <p:sp>
        <p:nvSpPr>
          <p:cNvPr id="73" name="Title 1">
            <a:extLst>
              <a:ext uri="{FF2B5EF4-FFF2-40B4-BE49-F238E27FC236}">
                <a16:creationId xmlns:a16="http://schemas.microsoft.com/office/drawing/2014/main" id="{EF563836-A914-0411-02E4-0A9C062F6A80}"/>
              </a:ext>
            </a:extLst>
          </p:cNvPr>
          <p:cNvSpPr txBox="1">
            <a:spLocks/>
          </p:cNvSpPr>
          <p:nvPr/>
        </p:nvSpPr>
        <p:spPr>
          <a:xfrm>
            <a:off x="360000" y="360201"/>
            <a:ext cx="11472000" cy="814685"/>
          </a:xfrm>
          <a:prstGeom prst="rect">
            <a:avLst/>
          </a:prstGeom>
        </p:spPr>
        <p:txBody>
          <a:bodyPr/>
          <a:lstStyle>
            <a:lvl1pPr algn="l" defTabSz="914400" rtl="0" eaLnBrk="1" latinLnBrk="0" hangingPunct="1">
              <a:lnSpc>
                <a:spcPct val="90000"/>
              </a:lnSpc>
              <a:spcBef>
                <a:spcPct val="0"/>
              </a:spcBef>
              <a:buNone/>
              <a:defRPr sz="2600" b="0" kern="1200">
                <a:solidFill>
                  <a:srgbClr val="126AF3"/>
                </a:solidFill>
                <a:latin typeface="+mj-lt"/>
                <a:ea typeface="+mj-ea"/>
                <a:cs typeface="+mj-cs"/>
              </a:defRPr>
            </a:lvl1pPr>
          </a:lstStyle>
          <a:p>
            <a:r>
              <a:rPr lang="en-US" dirty="0"/>
              <a:t>Value Proposition of Data Vault 2.0, </a:t>
            </a:r>
          </a:p>
          <a:p>
            <a:r>
              <a:rPr lang="en-US" dirty="0"/>
              <a:t>“Survive new sources”</a:t>
            </a:r>
            <a:endParaRPr lang="en-DK" dirty="0"/>
          </a:p>
        </p:txBody>
      </p:sp>
      <p:sp>
        <p:nvSpPr>
          <p:cNvPr id="11" name="Cylinder 10">
            <a:extLst>
              <a:ext uri="{FF2B5EF4-FFF2-40B4-BE49-F238E27FC236}">
                <a16:creationId xmlns:a16="http://schemas.microsoft.com/office/drawing/2014/main" id="{5822E7AA-C672-AE22-F3DE-4DCB91DF4614}"/>
              </a:ext>
            </a:extLst>
          </p:cNvPr>
          <p:cNvSpPr/>
          <p:nvPr/>
        </p:nvSpPr>
        <p:spPr>
          <a:xfrm>
            <a:off x="1566057" y="5324170"/>
            <a:ext cx="696685" cy="783771"/>
          </a:xfrm>
          <a:prstGeom prst="can">
            <a:avLst/>
          </a:prstGeom>
          <a:solidFill>
            <a:srgbClr val="126AF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K" sz="1600"/>
          </a:p>
        </p:txBody>
      </p:sp>
      <p:grpSp>
        <p:nvGrpSpPr>
          <p:cNvPr id="23" name="Group 22">
            <a:extLst>
              <a:ext uri="{FF2B5EF4-FFF2-40B4-BE49-F238E27FC236}">
                <a16:creationId xmlns:a16="http://schemas.microsoft.com/office/drawing/2014/main" id="{141C0280-9228-F52E-FC08-48E864804DC5}"/>
              </a:ext>
            </a:extLst>
          </p:cNvPr>
          <p:cNvGrpSpPr/>
          <p:nvPr/>
        </p:nvGrpSpPr>
        <p:grpSpPr>
          <a:xfrm>
            <a:off x="2262742" y="4361745"/>
            <a:ext cx="6199907" cy="1354311"/>
            <a:chOff x="2262742" y="4361745"/>
            <a:chExt cx="6199907" cy="1354311"/>
          </a:xfrm>
        </p:grpSpPr>
        <p:sp>
          <p:nvSpPr>
            <p:cNvPr id="13" name="Rectangle 12">
              <a:extLst>
                <a:ext uri="{FF2B5EF4-FFF2-40B4-BE49-F238E27FC236}">
                  <a16:creationId xmlns:a16="http://schemas.microsoft.com/office/drawing/2014/main" id="{09B630CB-E2B1-A067-2A4B-709007687451}"/>
                </a:ext>
              </a:extLst>
            </p:cNvPr>
            <p:cNvSpPr/>
            <p:nvPr/>
          </p:nvSpPr>
          <p:spPr>
            <a:xfrm>
              <a:off x="4722990" y="5291857"/>
              <a:ext cx="251790" cy="146393"/>
            </a:xfrm>
            <a:prstGeom prst="rect">
              <a:avLst/>
            </a:prstGeom>
            <a:noFill/>
            <a:ln w="50800">
              <a:solidFill>
                <a:srgbClr val="126AF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K" sz="1600"/>
            </a:p>
          </p:txBody>
        </p:sp>
        <p:cxnSp>
          <p:nvCxnSpPr>
            <p:cNvPr id="15" name="Connector: Elbow 14">
              <a:extLst>
                <a:ext uri="{FF2B5EF4-FFF2-40B4-BE49-F238E27FC236}">
                  <a16:creationId xmlns:a16="http://schemas.microsoft.com/office/drawing/2014/main" id="{4CBDF59A-5889-2A25-1DA5-2D358AA070E0}"/>
                </a:ext>
              </a:extLst>
            </p:cNvPr>
            <p:cNvCxnSpPr>
              <a:stCxn id="17" idx="2"/>
              <a:endCxn id="13" idx="0"/>
            </p:cNvCxnSpPr>
            <p:nvPr/>
          </p:nvCxnSpPr>
          <p:spPr>
            <a:xfrm rot="16200000" flipH="1">
              <a:off x="4209516" y="4652487"/>
              <a:ext cx="930111" cy="348628"/>
            </a:xfrm>
            <a:prstGeom prst="bentConnector3">
              <a:avLst>
                <a:gd name="adj1" fmla="val 16874"/>
              </a:avLst>
            </a:prstGeom>
            <a:ln>
              <a:solidFill>
                <a:schemeClr val="accent2"/>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20" name="Connector: Elbow 19">
              <a:extLst>
                <a:ext uri="{FF2B5EF4-FFF2-40B4-BE49-F238E27FC236}">
                  <a16:creationId xmlns:a16="http://schemas.microsoft.com/office/drawing/2014/main" id="{22AEF589-F68A-A658-5F00-A331A5D9C24D}"/>
                </a:ext>
              </a:extLst>
            </p:cNvPr>
            <p:cNvCxnSpPr>
              <a:stCxn id="11" idx="4"/>
              <a:endCxn id="13" idx="1"/>
            </p:cNvCxnSpPr>
            <p:nvPr/>
          </p:nvCxnSpPr>
          <p:spPr>
            <a:xfrm flipV="1">
              <a:off x="2262742" y="5365054"/>
              <a:ext cx="2460248" cy="351002"/>
            </a:xfrm>
            <a:prstGeom prst="bentConnector3">
              <a:avLst/>
            </a:prstGeom>
            <a:ln>
              <a:solidFill>
                <a:srgbClr val="FFC000"/>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22" name="Connector: Elbow 21">
              <a:extLst>
                <a:ext uri="{FF2B5EF4-FFF2-40B4-BE49-F238E27FC236}">
                  <a16:creationId xmlns:a16="http://schemas.microsoft.com/office/drawing/2014/main" id="{B27013BB-EA0A-1E4B-10B3-A0F7939A2E70}"/>
                </a:ext>
              </a:extLst>
            </p:cNvPr>
            <p:cNvCxnSpPr>
              <a:stCxn id="13" idx="3"/>
              <a:endCxn id="67" idx="1"/>
            </p:cNvCxnSpPr>
            <p:nvPr/>
          </p:nvCxnSpPr>
          <p:spPr>
            <a:xfrm flipV="1">
              <a:off x="4974780" y="4848134"/>
              <a:ext cx="3487869" cy="516920"/>
            </a:xfrm>
            <a:prstGeom prst="bentConnector3">
              <a:avLst/>
            </a:prstGeom>
            <a:ln>
              <a:solidFill>
                <a:srgbClr val="FFC000"/>
              </a:solidFill>
              <a:headEnd type="none" w="lg" len="med"/>
              <a:tailEnd type="triangle"/>
            </a:ln>
          </p:spPr>
          <p:style>
            <a:lnRef idx="1">
              <a:schemeClr val="accent1"/>
            </a:lnRef>
            <a:fillRef idx="0">
              <a:schemeClr val="accent1"/>
            </a:fillRef>
            <a:effectRef idx="0">
              <a:schemeClr val="accent1"/>
            </a:effectRef>
            <a:fontRef idx="minor">
              <a:schemeClr val="tx1"/>
            </a:fontRef>
          </p:style>
        </p:cxnSp>
      </p:grpSp>
      <p:grpSp>
        <p:nvGrpSpPr>
          <p:cNvPr id="26" name="Group 25">
            <a:extLst>
              <a:ext uri="{FF2B5EF4-FFF2-40B4-BE49-F238E27FC236}">
                <a16:creationId xmlns:a16="http://schemas.microsoft.com/office/drawing/2014/main" id="{A91CAFCC-F29C-3C27-B055-CDBDF7077C69}"/>
              </a:ext>
            </a:extLst>
          </p:cNvPr>
          <p:cNvGrpSpPr/>
          <p:nvPr/>
        </p:nvGrpSpPr>
        <p:grpSpPr>
          <a:xfrm>
            <a:off x="8480423" y="6542347"/>
            <a:ext cx="3619247" cy="338554"/>
            <a:chOff x="907701" y="6395652"/>
            <a:chExt cx="3619247" cy="338554"/>
          </a:xfrm>
        </p:grpSpPr>
        <p:sp>
          <p:nvSpPr>
            <p:cNvPr id="28" name="Rectangle 27">
              <a:extLst>
                <a:ext uri="{FF2B5EF4-FFF2-40B4-BE49-F238E27FC236}">
                  <a16:creationId xmlns:a16="http://schemas.microsoft.com/office/drawing/2014/main" id="{FA2000E4-0A93-D49C-3CB8-708A4F8D8179}"/>
                </a:ext>
              </a:extLst>
            </p:cNvPr>
            <p:cNvSpPr/>
            <p:nvPr/>
          </p:nvSpPr>
          <p:spPr>
            <a:xfrm>
              <a:off x="2311937" y="6491733"/>
              <a:ext cx="251790" cy="146393"/>
            </a:xfrm>
            <a:prstGeom prst="rect">
              <a:avLst/>
            </a:prstGeom>
            <a:noFill/>
            <a:ln w="50800">
              <a:solidFill>
                <a:srgbClr val="126AF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K" sz="1600"/>
            </a:p>
          </p:txBody>
        </p:sp>
        <p:sp>
          <p:nvSpPr>
            <p:cNvPr id="30" name="Rectangle: Rounded Corners 29">
              <a:extLst>
                <a:ext uri="{FF2B5EF4-FFF2-40B4-BE49-F238E27FC236}">
                  <a16:creationId xmlns:a16="http://schemas.microsoft.com/office/drawing/2014/main" id="{1E235582-0583-5E6E-A6A0-6270A35C8B30}"/>
                </a:ext>
              </a:extLst>
            </p:cNvPr>
            <p:cNvSpPr/>
            <p:nvPr/>
          </p:nvSpPr>
          <p:spPr>
            <a:xfrm>
              <a:off x="907701" y="6497799"/>
              <a:ext cx="216243" cy="134261"/>
            </a:xfrm>
            <a:prstGeom prst="roundRect">
              <a:avLst>
                <a:gd name="adj" fmla="val 36753"/>
              </a:avLst>
            </a:prstGeom>
            <a:noFill/>
            <a:ln w="476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K" sz="1600"/>
            </a:p>
          </p:txBody>
        </p:sp>
        <p:sp>
          <p:nvSpPr>
            <p:cNvPr id="32" name="Rectangle: Rounded Corners 31">
              <a:extLst>
                <a:ext uri="{FF2B5EF4-FFF2-40B4-BE49-F238E27FC236}">
                  <a16:creationId xmlns:a16="http://schemas.microsoft.com/office/drawing/2014/main" id="{FFF60C95-FE96-5E3F-D01B-6D4E10AC819B}"/>
                </a:ext>
              </a:extLst>
            </p:cNvPr>
            <p:cNvSpPr/>
            <p:nvPr/>
          </p:nvSpPr>
          <p:spPr>
            <a:xfrm>
              <a:off x="3843064" y="6497799"/>
              <a:ext cx="216243" cy="134261"/>
            </a:xfrm>
            <a:prstGeom prst="roundRect">
              <a:avLst>
                <a:gd name="adj" fmla="val 36753"/>
              </a:avLst>
            </a:prstGeom>
            <a:noFill/>
            <a:ln w="4762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K" sz="1600"/>
            </a:p>
          </p:txBody>
        </p:sp>
        <p:sp>
          <p:nvSpPr>
            <p:cNvPr id="33" name="TextBox 32">
              <a:extLst>
                <a:ext uri="{FF2B5EF4-FFF2-40B4-BE49-F238E27FC236}">
                  <a16:creationId xmlns:a16="http://schemas.microsoft.com/office/drawing/2014/main" id="{AB35FFC8-42C4-77B6-5E72-3883D9CB7514}"/>
                </a:ext>
              </a:extLst>
            </p:cNvPr>
            <p:cNvSpPr txBox="1"/>
            <p:nvPr/>
          </p:nvSpPr>
          <p:spPr>
            <a:xfrm>
              <a:off x="2563727" y="6395652"/>
              <a:ext cx="920445" cy="338554"/>
            </a:xfrm>
            <a:prstGeom prst="rect">
              <a:avLst/>
            </a:prstGeom>
            <a:noFill/>
          </p:spPr>
          <p:txBody>
            <a:bodyPr wrap="none" rtlCol="0">
              <a:spAutoFit/>
            </a:bodyPr>
            <a:lstStyle/>
            <a:p>
              <a:pPr algn="l"/>
              <a:r>
                <a:rPr lang="en-US" sz="1600" dirty="0"/>
                <a:t>satellite</a:t>
              </a:r>
              <a:endParaRPr lang="en-DK" sz="1600" dirty="0"/>
            </a:p>
          </p:txBody>
        </p:sp>
        <p:sp>
          <p:nvSpPr>
            <p:cNvPr id="34" name="TextBox 33">
              <a:extLst>
                <a:ext uri="{FF2B5EF4-FFF2-40B4-BE49-F238E27FC236}">
                  <a16:creationId xmlns:a16="http://schemas.microsoft.com/office/drawing/2014/main" id="{1535276E-E493-04B6-6FDE-FCC4B535EE4E}"/>
                </a:ext>
              </a:extLst>
            </p:cNvPr>
            <p:cNvSpPr txBox="1"/>
            <p:nvPr/>
          </p:nvSpPr>
          <p:spPr>
            <a:xfrm>
              <a:off x="1123944" y="6395652"/>
              <a:ext cx="747320" cy="338554"/>
            </a:xfrm>
            <a:prstGeom prst="rect">
              <a:avLst/>
            </a:prstGeom>
            <a:noFill/>
          </p:spPr>
          <p:txBody>
            <a:bodyPr wrap="none" rtlCol="0">
              <a:spAutoFit/>
            </a:bodyPr>
            <a:lstStyle/>
            <a:p>
              <a:pPr algn="l"/>
              <a:r>
                <a:rPr lang="en-US" sz="1600" dirty="0"/>
                <a:t>Id hub</a:t>
              </a:r>
              <a:endParaRPr lang="en-DK" sz="1600" dirty="0"/>
            </a:p>
          </p:txBody>
        </p:sp>
        <p:sp>
          <p:nvSpPr>
            <p:cNvPr id="35" name="TextBox 34">
              <a:extLst>
                <a:ext uri="{FF2B5EF4-FFF2-40B4-BE49-F238E27FC236}">
                  <a16:creationId xmlns:a16="http://schemas.microsoft.com/office/drawing/2014/main" id="{9CBBE608-0518-911E-B453-338DDCC17785}"/>
                </a:ext>
              </a:extLst>
            </p:cNvPr>
            <p:cNvSpPr txBox="1"/>
            <p:nvPr/>
          </p:nvSpPr>
          <p:spPr>
            <a:xfrm>
              <a:off x="4018475" y="6395652"/>
              <a:ext cx="508473" cy="338554"/>
            </a:xfrm>
            <a:prstGeom prst="rect">
              <a:avLst/>
            </a:prstGeom>
            <a:noFill/>
          </p:spPr>
          <p:txBody>
            <a:bodyPr wrap="none" rtlCol="0">
              <a:spAutoFit/>
            </a:bodyPr>
            <a:lstStyle/>
            <a:p>
              <a:pPr algn="l"/>
              <a:r>
                <a:rPr lang="en-US" sz="1600" dirty="0"/>
                <a:t>link</a:t>
              </a:r>
              <a:endParaRPr lang="en-DK" sz="1600" dirty="0"/>
            </a:p>
          </p:txBody>
        </p:sp>
      </p:grpSp>
    </p:spTree>
    <p:extLst>
      <p:ext uri="{BB962C8B-B14F-4D97-AF65-F5344CB8AC3E}">
        <p14:creationId xmlns:p14="http://schemas.microsoft.com/office/powerpoint/2010/main" val="14741881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ppt_x"/>
                                          </p:val>
                                        </p:tav>
                                        <p:tav tm="100000">
                                          <p:val>
                                            <p:strVal val="#ppt_x"/>
                                          </p:val>
                                        </p:tav>
                                      </p:tavLst>
                                    </p:anim>
                                    <p:anim calcmode="lin" valueType="num">
                                      <p:cBhvr additive="base">
                                        <p:cTn id="8"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3"/>
                                        </p:tgtEl>
                                        <p:attrNameLst>
                                          <p:attrName>style.visibility</p:attrName>
                                        </p:attrNameLst>
                                      </p:cBhvr>
                                      <p:to>
                                        <p:strVal val="visible"/>
                                      </p:to>
                                    </p:set>
                                    <p:anim calcmode="lin" valueType="num">
                                      <p:cBhvr additive="base">
                                        <p:cTn id="13" dur="500" fill="hold"/>
                                        <p:tgtEl>
                                          <p:spTgt spid="23"/>
                                        </p:tgtEl>
                                        <p:attrNameLst>
                                          <p:attrName>ppt_x</p:attrName>
                                        </p:attrNameLst>
                                      </p:cBhvr>
                                      <p:tavLst>
                                        <p:tav tm="0">
                                          <p:val>
                                            <p:strVal val="#ppt_x"/>
                                          </p:val>
                                        </p:tav>
                                        <p:tav tm="100000">
                                          <p:val>
                                            <p:strVal val="#ppt_x"/>
                                          </p:val>
                                        </p:tav>
                                      </p:tavLst>
                                    </p:anim>
                                    <p:anim calcmode="lin" valueType="num">
                                      <p:cBhvr additive="base">
                                        <p:cTn id="14" dur="500" fill="hold"/>
                                        <p:tgtEl>
                                          <p:spTgt spid="2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651F6F50-976B-03DA-1626-4EC79C2264C0}"/>
              </a:ext>
            </a:extLst>
          </p:cNvPr>
          <p:cNvSpPr/>
          <p:nvPr/>
        </p:nvSpPr>
        <p:spPr>
          <a:xfrm>
            <a:off x="3225799" y="2408766"/>
            <a:ext cx="846667" cy="423334"/>
          </a:xfrm>
          <a:prstGeom prst="roundRect">
            <a:avLst/>
          </a:prstGeom>
          <a:solidFill>
            <a:schemeClr val="bg1"/>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Party</a:t>
            </a:r>
            <a:endParaRPr lang="en-DK" sz="1600" dirty="0">
              <a:solidFill>
                <a:schemeClr val="tx1"/>
              </a:solidFill>
            </a:endParaRPr>
          </a:p>
        </p:txBody>
      </p:sp>
      <p:sp>
        <p:nvSpPr>
          <p:cNvPr id="3" name="Rectangle: Rounded Corners 2">
            <a:extLst>
              <a:ext uri="{FF2B5EF4-FFF2-40B4-BE49-F238E27FC236}">
                <a16:creationId xmlns:a16="http://schemas.microsoft.com/office/drawing/2014/main" id="{770337E8-22A5-2AFE-3C36-63827461E92D}"/>
              </a:ext>
            </a:extLst>
          </p:cNvPr>
          <p:cNvSpPr/>
          <p:nvPr/>
        </p:nvSpPr>
        <p:spPr>
          <a:xfrm>
            <a:off x="3069165" y="1388533"/>
            <a:ext cx="1159934" cy="423334"/>
          </a:xfrm>
          <a:prstGeom prst="roundRect">
            <a:avLst/>
          </a:prstGeom>
          <a:solidFill>
            <a:schemeClr val="bg1"/>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Party Role</a:t>
            </a:r>
            <a:endParaRPr lang="en-DK" sz="1600" dirty="0">
              <a:solidFill>
                <a:schemeClr val="tx1"/>
              </a:solidFill>
            </a:endParaRPr>
          </a:p>
        </p:txBody>
      </p:sp>
      <p:sp>
        <p:nvSpPr>
          <p:cNvPr id="4" name="Rectangle: Rounded Corners 3">
            <a:extLst>
              <a:ext uri="{FF2B5EF4-FFF2-40B4-BE49-F238E27FC236}">
                <a16:creationId xmlns:a16="http://schemas.microsoft.com/office/drawing/2014/main" id="{85E8BBE2-5153-0197-FDD1-E4C9F86959C2}"/>
              </a:ext>
            </a:extLst>
          </p:cNvPr>
          <p:cNvSpPr/>
          <p:nvPr/>
        </p:nvSpPr>
        <p:spPr>
          <a:xfrm>
            <a:off x="2976032" y="3429000"/>
            <a:ext cx="1346201" cy="550335"/>
          </a:xfrm>
          <a:prstGeom prst="roundRect">
            <a:avLst/>
          </a:prstGeom>
          <a:solidFill>
            <a:schemeClr val="bg1"/>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Financial Account</a:t>
            </a:r>
            <a:endParaRPr lang="en-DK" sz="1600" dirty="0">
              <a:solidFill>
                <a:schemeClr val="tx1"/>
              </a:solidFill>
            </a:endParaRPr>
          </a:p>
        </p:txBody>
      </p:sp>
      <p:cxnSp>
        <p:nvCxnSpPr>
          <p:cNvPr id="6" name="Straight Arrow Connector 5">
            <a:extLst>
              <a:ext uri="{FF2B5EF4-FFF2-40B4-BE49-F238E27FC236}">
                <a16:creationId xmlns:a16="http://schemas.microsoft.com/office/drawing/2014/main" id="{61DA83BF-FDDF-0118-8BAD-63C011F9EE5C}"/>
              </a:ext>
            </a:extLst>
          </p:cNvPr>
          <p:cNvCxnSpPr>
            <a:stCxn id="2" idx="0"/>
            <a:endCxn id="3" idx="2"/>
          </p:cNvCxnSpPr>
          <p:nvPr/>
        </p:nvCxnSpPr>
        <p:spPr>
          <a:xfrm flipH="1" flipV="1">
            <a:off x="3649132" y="1811867"/>
            <a:ext cx="1" cy="596899"/>
          </a:xfrm>
          <a:prstGeom prst="straightConnector1">
            <a:avLst/>
          </a:prstGeom>
          <a:ln>
            <a:solidFill>
              <a:schemeClr val="accent2"/>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A46C074A-B915-F5AD-476B-DCF6AE0D8E54}"/>
              </a:ext>
            </a:extLst>
          </p:cNvPr>
          <p:cNvCxnSpPr>
            <a:stCxn id="2" idx="2"/>
            <a:endCxn id="4" idx="0"/>
          </p:cNvCxnSpPr>
          <p:nvPr/>
        </p:nvCxnSpPr>
        <p:spPr>
          <a:xfrm>
            <a:off x="3649133" y="2832100"/>
            <a:ext cx="0" cy="596900"/>
          </a:xfrm>
          <a:prstGeom prst="straightConnector1">
            <a:avLst/>
          </a:prstGeom>
          <a:ln>
            <a:solidFill>
              <a:schemeClr val="accent2"/>
            </a:solidFill>
            <a:headEnd type="none" w="lg" len="med"/>
            <a:tailEnd type="triangle"/>
          </a:ln>
        </p:spPr>
        <p:style>
          <a:lnRef idx="1">
            <a:schemeClr val="accent1"/>
          </a:lnRef>
          <a:fillRef idx="0">
            <a:schemeClr val="accent1"/>
          </a:fillRef>
          <a:effectRef idx="0">
            <a:schemeClr val="accent1"/>
          </a:effectRef>
          <a:fontRef idx="minor">
            <a:schemeClr val="tx1"/>
          </a:fontRef>
        </p:style>
      </p:cxnSp>
      <p:sp>
        <p:nvSpPr>
          <p:cNvPr id="10" name="Rectangle: Rounded Corners 9">
            <a:extLst>
              <a:ext uri="{FF2B5EF4-FFF2-40B4-BE49-F238E27FC236}">
                <a16:creationId xmlns:a16="http://schemas.microsoft.com/office/drawing/2014/main" id="{ED6A63BE-198D-5C03-EEE9-48E4B8A652CF}"/>
              </a:ext>
            </a:extLst>
          </p:cNvPr>
          <p:cNvSpPr/>
          <p:nvPr/>
        </p:nvSpPr>
        <p:spPr>
          <a:xfrm>
            <a:off x="888999" y="2321983"/>
            <a:ext cx="1549401" cy="596900"/>
          </a:xfrm>
          <a:prstGeom prst="roundRect">
            <a:avLst/>
          </a:prstGeom>
          <a:solidFill>
            <a:schemeClr val="bg1"/>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Classification Scheme</a:t>
            </a:r>
            <a:endParaRPr lang="en-DK" sz="1600" dirty="0">
              <a:solidFill>
                <a:schemeClr val="tx1"/>
              </a:solidFill>
            </a:endParaRPr>
          </a:p>
        </p:txBody>
      </p:sp>
      <p:cxnSp>
        <p:nvCxnSpPr>
          <p:cNvPr id="12" name="Straight Arrow Connector 11">
            <a:extLst>
              <a:ext uri="{FF2B5EF4-FFF2-40B4-BE49-F238E27FC236}">
                <a16:creationId xmlns:a16="http://schemas.microsoft.com/office/drawing/2014/main" id="{18FB7DA9-FE0E-383D-70F4-C1A47E9DEBA9}"/>
              </a:ext>
            </a:extLst>
          </p:cNvPr>
          <p:cNvCxnSpPr>
            <a:stCxn id="2" idx="1"/>
            <a:endCxn id="10" idx="3"/>
          </p:cNvCxnSpPr>
          <p:nvPr/>
        </p:nvCxnSpPr>
        <p:spPr>
          <a:xfrm flipH="1">
            <a:off x="2438400" y="2620433"/>
            <a:ext cx="787399" cy="0"/>
          </a:xfrm>
          <a:prstGeom prst="straightConnector1">
            <a:avLst/>
          </a:prstGeom>
          <a:ln>
            <a:solidFill>
              <a:schemeClr val="accent2"/>
            </a:solidFill>
            <a:headEnd type="none" w="lg" len="med"/>
            <a:tailEnd type="triangle"/>
          </a:ln>
        </p:spPr>
        <p:style>
          <a:lnRef idx="1">
            <a:schemeClr val="accent1"/>
          </a:lnRef>
          <a:fillRef idx="0">
            <a:schemeClr val="accent1"/>
          </a:fillRef>
          <a:effectRef idx="0">
            <a:schemeClr val="accent1"/>
          </a:effectRef>
          <a:fontRef idx="minor">
            <a:schemeClr val="tx1"/>
          </a:fontRef>
        </p:style>
      </p:cxnSp>
      <p:sp>
        <p:nvSpPr>
          <p:cNvPr id="13" name="Rectangle: Rounded Corners 12">
            <a:extLst>
              <a:ext uri="{FF2B5EF4-FFF2-40B4-BE49-F238E27FC236}">
                <a16:creationId xmlns:a16="http://schemas.microsoft.com/office/drawing/2014/main" id="{FBBAC7FD-743B-407C-9EA9-F8FC357B28FF}"/>
              </a:ext>
            </a:extLst>
          </p:cNvPr>
          <p:cNvSpPr/>
          <p:nvPr/>
        </p:nvSpPr>
        <p:spPr>
          <a:xfrm>
            <a:off x="4775200" y="2408766"/>
            <a:ext cx="1253067" cy="423334"/>
          </a:xfrm>
          <a:prstGeom prst="roundRect">
            <a:avLst/>
          </a:prstGeom>
          <a:solidFill>
            <a:schemeClr val="bg1"/>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Agreement</a:t>
            </a:r>
            <a:endParaRPr lang="en-DK" sz="1600" dirty="0">
              <a:solidFill>
                <a:schemeClr val="tx1"/>
              </a:solidFill>
            </a:endParaRPr>
          </a:p>
        </p:txBody>
      </p:sp>
      <p:cxnSp>
        <p:nvCxnSpPr>
          <p:cNvPr id="15" name="Straight Arrow Connector 14">
            <a:extLst>
              <a:ext uri="{FF2B5EF4-FFF2-40B4-BE49-F238E27FC236}">
                <a16:creationId xmlns:a16="http://schemas.microsoft.com/office/drawing/2014/main" id="{0B697D5F-E0DE-A1E6-2A8D-3C95DFF7D353}"/>
              </a:ext>
            </a:extLst>
          </p:cNvPr>
          <p:cNvCxnSpPr>
            <a:stCxn id="2" idx="3"/>
            <a:endCxn id="13" idx="1"/>
          </p:cNvCxnSpPr>
          <p:nvPr/>
        </p:nvCxnSpPr>
        <p:spPr>
          <a:xfrm>
            <a:off x="4072466" y="2620433"/>
            <a:ext cx="702734" cy="0"/>
          </a:xfrm>
          <a:prstGeom prst="straightConnector1">
            <a:avLst/>
          </a:prstGeom>
          <a:ln>
            <a:solidFill>
              <a:schemeClr val="accent2"/>
            </a:solidFill>
            <a:headEnd type="none" w="lg" len="med"/>
            <a:tailEnd type="triangle"/>
          </a:ln>
        </p:spPr>
        <p:style>
          <a:lnRef idx="1">
            <a:schemeClr val="accent1"/>
          </a:lnRef>
          <a:fillRef idx="0">
            <a:schemeClr val="accent1"/>
          </a:fillRef>
          <a:effectRef idx="0">
            <a:schemeClr val="accent1"/>
          </a:effectRef>
          <a:fontRef idx="minor">
            <a:schemeClr val="tx1"/>
          </a:fontRef>
        </p:style>
      </p:cxnSp>
      <p:sp>
        <p:nvSpPr>
          <p:cNvPr id="16" name="Rectangle: Rounded Corners 15">
            <a:extLst>
              <a:ext uri="{FF2B5EF4-FFF2-40B4-BE49-F238E27FC236}">
                <a16:creationId xmlns:a16="http://schemas.microsoft.com/office/drawing/2014/main" id="{AE4AF1D1-9B82-035B-AFCD-23ECFB626176}"/>
              </a:ext>
            </a:extLst>
          </p:cNvPr>
          <p:cNvSpPr/>
          <p:nvPr/>
        </p:nvSpPr>
        <p:spPr>
          <a:xfrm>
            <a:off x="4775200" y="3401483"/>
            <a:ext cx="1253067" cy="423334"/>
          </a:xfrm>
          <a:prstGeom prst="roundRect">
            <a:avLst/>
          </a:prstGeom>
          <a:solidFill>
            <a:schemeClr val="bg1"/>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Document</a:t>
            </a:r>
            <a:endParaRPr lang="en-DK" sz="1600" dirty="0">
              <a:solidFill>
                <a:schemeClr val="tx1"/>
              </a:solidFill>
            </a:endParaRPr>
          </a:p>
        </p:txBody>
      </p:sp>
      <p:cxnSp>
        <p:nvCxnSpPr>
          <p:cNvPr id="18" name="Straight Arrow Connector 17">
            <a:extLst>
              <a:ext uri="{FF2B5EF4-FFF2-40B4-BE49-F238E27FC236}">
                <a16:creationId xmlns:a16="http://schemas.microsoft.com/office/drawing/2014/main" id="{3BE64964-323E-F110-DF7D-745458D68057}"/>
              </a:ext>
            </a:extLst>
          </p:cNvPr>
          <p:cNvCxnSpPr>
            <a:stCxn id="16" idx="0"/>
            <a:endCxn id="13" idx="2"/>
          </p:cNvCxnSpPr>
          <p:nvPr/>
        </p:nvCxnSpPr>
        <p:spPr>
          <a:xfrm flipV="1">
            <a:off x="5401734" y="2832100"/>
            <a:ext cx="0" cy="569383"/>
          </a:xfrm>
          <a:prstGeom prst="straightConnector1">
            <a:avLst/>
          </a:prstGeom>
          <a:ln>
            <a:solidFill>
              <a:schemeClr val="accent2"/>
            </a:solidFill>
            <a:headEnd type="none" w="lg" len="med"/>
            <a:tailEnd type="triangle"/>
          </a:ln>
        </p:spPr>
        <p:style>
          <a:lnRef idx="1">
            <a:schemeClr val="accent1"/>
          </a:lnRef>
          <a:fillRef idx="0">
            <a:schemeClr val="accent1"/>
          </a:fillRef>
          <a:effectRef idx="0">
            <a:schemeClr val="accent1"/>
          </a:effectRef>
          <a:fontRef idx="minor">
            <a:schemeClr val="tx1"/>
          </a:fontRef>
        </p:style>
      </p:cxnSp>
      <p:sp>
        <p:nvSpPr>
          <p:cNvPr id="20" name="Rectangle: Rounded Corners 19">
            <a:extLst>
              <a:ext uri="{FF2B5EF4-FFF2-40B4-BE49-F238E27FC236}">
                <a16:creationId xmlns:a16="http://schemas.microsoft.com/office/drawing/2014/main" id="{7B19116D-E91A-EB59-C64D-582CA8E2A5AB}"/>
              </a:ext>
            </a:extLst>
          </p:cNvPr>
          <p:cNvSpPr/>
          <p:nvPr/>
        </p:nvSpPr>
        <p:spPr>
          <a:xfrm>
            <a:off x="6866468" y="3401483"/>
            <a:ext cx="1253067" cy="423334"/>
          </a:xfrm>
          <a:prstGeom prst="roundRect">
            <a:avLst/>
          </a:prstGeom>
          <a:solidFill>
            <a:schemeClr val="bg1"/>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Artefact</a:t>
            </a:r>
            <a:endParaRPr lang="en-DK" sz="1600" dirty="0">
              <a:solidFill>
                <a:schemeClr val="tx1"/>
              </a:solidFill>
            </a:endParaRPr>
          </a:p>
        </p:txBody>
      </p:sp>
      <p:cxnSp>
        <p:nvCxnSpPr>
          <p:cNvPr id="22" name="Straight Arrow Connector 21">
            <a:extLst>
              <a:ext uri="{FF2B5EF4-FFF2-40B4-BE49-F238E27FC236}">
                <a16:creationId xmlns:a16="http://schemas.microsoft.com/office/drawing/2014/main" id="{C54E063D-3833-C4FF-A6A9-21D2CF4A5F47}"/>
              </a:ext>
            </a:extLst>
          </p:cNvPr>
          <p:cNvCxnSpPr>
            <a:stCxn id="16" idx="3"/>
            <a:endCxn id="20" idx="1"/>
          </p:cNvCxnSpPr>
          <p:nvPr/>
        </p:nvCxnSpPr>
        <p:spPr>
          <a:xfrm>
            <a:off x="6028267" y="3613150"/>
            <a:ext cx="838201" cy="0"/>
          </a:xfrm>
          <a:prstGeom prst="straightConnector1">
            <a:avLst/>
          </a:prstGeom>
          <a:ln>
            <a:solidFill>
              <a:schemeClr val="accent2"/>
            </a:solidFill>
            <a:headEnd type="none" w="lg" len="med"/>
            <a:tailEnd type="triangle"/>
          </a:ln>
        </p:spPr>
        <p:style>
          <a:lnRef idx="1">
            <a:schemeClr val="accent1"/>
          </a:lnRef>
          <a:fillRef idx="0">
            <a:schemeClr val="accent1"/>
          </a:fillRef>
          <a:effectRef idx="0">
            <a:schemeClr val="accent1"/>
          </a:effectRef>
          <a:fontRef idx="minor">
            <a:schemeClr val="tx1"/>
          </a:fontRef>
        </p:style>
      </p:cxnSp>
      <p:sp>
        <p:nvSpPr>
          <p:cNvPr id="23" name="Rectangle: Rounded Corners 22">
            <a:extLst>
              <a:ext uri="{FF2B5EF4-FFF2-40B4-BE49-F238E27FC236}">
                <a16:creationId xmlns:a16="http://schemas.microsoft.com/office/drawing/2014/main" id="{6FC1E513-0B3E-69E7-5DE2-FEB156D5D369}"/>
              </a:ext>
            </a:extLst>
          </p:cNvPr>
          <p:cNvSpPr/>
          <p:nvPr/>
        </p:nvSpPr>
        <p:spPr>
          <a:xfrm>
            <a:off x="6794502" y="4406901"/>
            <a:ext cx="1396999" cy="423334"/>
          </a:xfrm>
          <a:prstGeom prst="roundRect">
            <a:avLst/>
          </a:prstGeom>
          <a:solidFill>
            <a:schemeClr val="bg1"/>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Artefact Role</a:t>
            </a:r>
            <a:endParaRPr lang="en-DK" sz="1600" dirty="0">
              <a:solidFill>
                <a:schemeClr val="tx1"/>
              </a:solidFill>
            </a:endParaRPr>
          </a:p>
        </p:txBody>
      </p:sp>
      <p:cxnSp>
        <p:nvCxnSpPr>
          <p:cNvPr id="25" name="Straight Arrow Connector 24">
            <a:extLst>
              <a:ext uri="{FF2B5EF4-FFF2-40B4-BE49-F238E27FC236}">
                <a16:creationId xmlns:a16="http://schemas.microsoft.com/office/drawing/2014/main" id="{BDF10961-C29C-4D27-C590-8203F2A2F464}"/>
              </a:ext>
            </a:extLst>
          </p:cNvPr>
          <p:cNvCxnSpPr>
            <a:cxnSpLocks/>
            <a:stCxn id="20" idx="2"/>
            <a:endCxn id="23" idx="0"/>
          </p:cNvCxnSpPr>
          <p:nvPr/>
        </p:nvCxnSpPr>
        <p:spPr>
          <a:xfrm>
            <a:off x="7493002" y="3824817"/>
            <a:ext cx="0" cy="582084"/>
          </a:xfrm>
          <a:prstGeom prst="straightConnector1">
            <a:avLst/>
          </a:prstGeom>
          <a:ln>
            <a:solidFill>
              <a:schemeClr val="accent2"/>
            </a:solidFill>
            <a:headEnd type="none" w="lg" len="med"/>
            <a:tailEnd type="triangle"/>
          </a:ln>
        </p:spPr>
        <p:style>
          <a:lnRef idx="1">
            <a:schemeClr val="accent1"/>
          </a:lnRef>
          <a:fillRef idx="0">
            <a:schemeClr val="accent1"/>
          </a:fillRef>
          <a:effectRef idx="0">
            <a:schemeClr val="accent1"/>
          </a:effectRef>
          <a:fontRef idx="minor">
            <a:schemeClr val="tx1"/>
          </a:fontRef>
        </p:style>
      </p:cxnSp>
      <p:sp>
        <p:nvSpPr>
          <p:cNvPr id="27" name="Rectangle: Rounded Corners 26">
            <a:extLst>
              <a:ext uri="{FF2B5EF4-FFF2-40B4-BE49-F238E27FC236}">
                <a16:creationId xmlns:a16="http://schemas.microsoft.com/office/drawing/2014/main" id="{583C282B-AE17-146F-0CB0-77CE73DB5B64}"/>
              </a:ext>
            </a:extLst>
          </p:cNvPr>
          <p:cNvSpPr/>
          <p:nvPr/>
        </p:nvSpPr>
        <p:spPr>
          <a:xfrm>
            <a:off x="6866467" y="2447923"/>
            <a:ext cx="1253067" cy="423334"/>
          </a:xfrm>
          <a:prstGeom prst="roundRect">
            <a:avLst/>
          </a:prstGeom>
          <a:solidFill>
            <a:schemeClr val="bg1"/>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Task</a:t>
            </a:r>
            <a:endParaRPr lang="en-DK" sz="1600" dirty="0">
              <a:solidFill>
                <a:schemeClr val="tx1"/>
              </a:solidFill>
            </a:endParaRPr>
          </a:p>
        </p:txBody>
      </p:sp>
      <p:cxnSp>
        <p:nvCxnSpPr>
          <p:cNvPr id="31" name="Straight Arrow Connector 30">
            <a:extLst>
              <a:ext uri="{FF2B5EF4-FFF2-40B4-BE49-F238E27FC236}">
                <a16:creationId xmlns:a16="http://schemas.microsoft.com/office/drawing/2014/main" id="{B381CA51-4F4F-5B71-68D3-85374D58EAE5}"/>
              </a:ext>
            </a:extLst>
          </p:cNvPr>
          <p:cNvCxnSpPr>
            <a:stCxn id="20" idx="0"/>
            <a:endCxn id="27" idx="2"/>
          </p:cNvCxnSpPr>
          <p:nvPr/>
        </p:nvCxnSpPr>
        <p:spPr>
          <a:xfrm flipH="1" flipV="1">
            <a:off x="7493001" y="2871257"/>
            <a:ext cx="1" cy="530226"/>
          </a:xfrm>
          <a:prstGeom prst="straightConnector1">
            <a:avLst/>
          </a:prstGeom>
          <a:ln>
            <a:solidFill>
              <a:schemeClr val="accent2"/>
            </a:solidFill>
            <a:headEnd type="none" w="lg" len="med"/>
            <a:tailEnd type="triangle"/>
          </a:ln>
        </p:spPr>
        <p:style>
          <a:lnRef idx="1">
            <a:schemeClr val="accent1"/>
          </a:lnRef>
          <a:fillRef idx="0">
            <a:schemeClr val="accent1"/>
          </a:fillRef>
          <a:effectRef idx="0">
            <a:schemeClr val="accent1"/>
          </a:effectRef>
          <a:fontRef idx="minor">
            <a:schemeClr val="tx1"/>
          </a:fontRef>
        </p:style>
      </p:cxnSp>
      <p:sp>
        <p:nvSpPr>
          <p:cNvPr id="32" name="Rectangle: Rounded Corners 31">
            <a:extLst>
              <a:ext uri="{FF2B5EF4-FFF2-40B4-BE49-F238E27FC236}">
                <a16:creationId xmlns:a16="http://schemas.microsoft.com/office/drawing/2014/main" id="{388C3CC7-ED75-4A4B-C55A-3FF808AC4E9B}"/>
              </a:ext>
            </a:extLst>
          </p:cNvPr>
          <p:cNvSpPr/>
          <p:nvPr/>
        </p:nvSpPr>
        <p:spPr>
          <a:xfrm>
            <a:off x="6866466" y="1388533"/>
            <a:ext cx="1253067" cy="423334"/>
          </a:xfrm>
          <a:prstGeom prst="roundRect">
            <a:avLst/>
          </a:prstGeom>
          <a:solidFill>
            <a:schemeClr val="bg1"/>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Resource</a:t>
            </a:r>
            <a:endParaRPr lang="en-DK" sz="1600" dirty="0">
              <a:solidFill>
                <a:schemeClr val="tx1"/>
              </a:solidFill>
            </a:endParaRPr>
          </a:p>
        </p:txBody>
      </p:sp>
      <p:cxnSp>
        <p:nvCxnSpPr>
          <p:cNvPr id="33" name="Straight Arrow Connector 32">
            <a:extLst>
              <a:ext uri="{FF2B5EF4-FFF2-40B4-BE49-F238E27FC236}">
                <a16:creationId xmlns:a16="http://schemas.microsoft.com/office/drawing/2014/main" id="{2E6A2CAB-5F03-7BC8-870B-6ACF8F9875B5}"/>
              </a:ext>
            </a:extLst>
          </p:cNvPr>
          <p:cNvCxnSpPr>
            <a:cxnSpLocks/>
            <a:stCxn id="32" idx="2"/>
            <a:endCxn id="27" idx="0"/>
          </p:cNvCxnSpPr>
          <p:nvPr/>
        </p:nvCxnSpPr>
        <p:spPr>
          <a:xfrm>
            <a:off x="7493000" y="1811867"/>
            <a:ext cx="1" cy="636056"/>
          </a:xfrm>
          <a:prstGeom prst="straightConnector1">
            <a:avLst/>
          </a:prstGeom>
          <a:ln>
            <a:solidFill>
              <a:schemeClr val="accent2"/>
            </a:solidFill>
            <a:headEnd type="none" w="lg" len="med"/>
            <a:tailEnd type="triangle"/>
          </a:ln>
        </p:spPr>
        <p:style>
          <a:lnRef idx="1">
            <a:schemeClr val="accent1"/>
          </a:lnRef>
          <a:fillRef idx="0">
            <a:schemeClr val="accent1"/>
          </a:fillRef>
          <a:effectRef idx="0">
            <a:schemeClr val="accent1"/>
          </a:effectRef>
          <a:fontRef idx="minor">
            <a:schemeClr val="tx1"/>
          </a:fontRef>
        </p:style>
      </p:cxnSp>
      <p:sp>
        <p:nvSpPr>
          <p:cNvPr id="36" name="Rectangle: Rounded Corners 35">
            <a:extLst>
              <a:ext uri="{FF2B5EF4-FFF2-40B4-BE49-F238E27FC236}">
                <a16:creationId xmlns:a16="http://schemas.microsoft.com/office/drawing/2014/main" id="{EAD63F45-741B-F3FF-0C7D-A6C662930090}"/>
              </a:ext>
            </a:extLst>
          </p:cNvPr>
          <p:cNvSpPr/>
          <p:nvPr/>
        </p:nvSpPr>
        <p:spPr>
          <a:xfrm>
            <a:off x="8822267" y="2447923"/>
            <a:ext cx="1253067" cy="423334"/>
          </a:xfrm>
          <a:prstGeom prst="roundRect">
            <a:avLst/>
          </a:prstGeom>
          <a:solidFill>
            <a:schemeClr val="bg1"/>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Event</a:t>
            </a:r>
            <a:endParaRPr lang="en-DK" sz="1600" dirty="0">
              <a:solidFill>
                <a:schemeClr val="tx1"/>
              </a:solidFill>
            </a:endParaRPr>
          </a:p>
        </p:txBody>
      </p:sp>
      <p:cxnSp>
        <p:nvCxnSpPr>
          <p:cNvPr id="40" name="Straight Arrow Connector 39">
            <a:extLst>
              <a:ext uri="{FF2B5EF4-FFF2-40B4-BE49-F238E27FC236}">
                <a16:creationId xmlns:a16="http://schemas.microsoft.com/office/drawing/2014/main" id="{14EEEE1A-CD8D-7B11-53BB-63C884F88D28}"/>
              </a:ext>
            </a:extLst>
          </p:cNvPr>
          <p:cNvCxnSpPr>
            <a:stCxn id="27" idx="3"/>
            <a:endCxn id="36" idx="1"/>
          </p:cNvCxnSpPr>
          <p:nvPr/>
        </p:nvCxnSpPr>
        <p:spPr>
          <a:xfrm>
            <a:off x="8119534" y="2659590"/>
            <a:ext cx="702733" cy="0"/>
          </a:xfrm>
          <a:prstGeom prst="straightConnector1">
            <a:avLst/>
          </a:prstGeom>
          <a:ln>
            <a:solidFill>
              <a:schemeClr val="accent2"/>
            </a:solidFill>
            <a:headEnd type="none" w="lg" len="med"/>
            <a:tailEnd type="triangle"/>
          </a:ln>
        </p:spPr>
        <p:style>
          <a:lnRef idx="1">
            <a:schemeClr val="accent1"/>
          </a:lnRef>
          <a:fillRef idx="0">
            <a:schemeClr val="accent1"/>
          </a:fillRef>
          <a:effectRef idx="0">
            <a:schemeClr val="accent1"/>
          </a:effectRef>
          <a:fontRef idx="minor">
            <a:schemeClr val="tx1"/>
          </a:fontRef>
        </p:style>
      </p:cxnSp>
      <p:sp>
        <p:nvSpPr>
          <p:cNvPr id="41" name="Rectangle: Rounded Corners 40">
            <a:extLst>
              <a:ext uri="{FF2B5EF4-FFF2-40B4-BE49-F238E27FC236}">
                <a16:creationId xmlns:a16="http://schemas.microsoft.com/office/drawing/2014/main" id="{371C201A-CEC8-38A1-8514-C22D2828BD12}"/>
              </a:ext>
            </a:extLst>
          </p:cNvPr>
          <p:cNvSpPr/>
          <p:nvPr/>
        </p:nvSpPr>
        <p:spPr>
          <a:xfrm>
            <a:off x="4775199" y="1388533"/>
            <a:ext cx="1253067" cy="423334"/>
          </a:xfrm>
          <a:prstGeom prst="roundRect">
            <a:avLst/>
          </a:prstGeom>
          <a:solidFill>
            <a:schemeClr val="bg1"/>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Location</a:t>
            </a:r>
            <a:endParaRPr lang="en-DK" sz="1600" dirty="0">
              <a:solidFill>
                <a:schemeClr val="tx1"/>
              </a:solidFill>
            </a:endParaRPr>
          </a:p>
        </p:txBody>
      </p:sp>
      <p:cxnSp>
        <p:nvCxnSpPr>
          <p:cNvPr id="43" name="Straight Arrow Connector 42">
            <a:extLst>
              <a:ext uri="{FF2B5EF4-FFF2-40B4-BE49-F238E27FC236}">
                <a16:creationId xmlns:a16="http://schemas.microsoft.com/office/drawing/2014/main" id="{074A8130-0903-27BE-D54E-FDED84754364}"/>
              </a:ext>
            </a:extLst>
          </p:cNvPr>
          <p:cNvCxnSpPr>
            <a:stCxn id="32" idx="1"/>
            <a:endCxn id="41" idx="3"/>
          </p:cNvCxnSpPr>
          <p:nvPr/>
        </p:nvCxnSpPr>
        <p:spPr>
          <a:xfrm flipH="1">
            <a:off x="6028266" y="1600200"/>
            <a:ext cx="838200" cy="0"/>
          </a:xfrm>
          <a:prstGeom prst="straightConnector1">
            <a:avLst/>
          </a:prstGeom>
          <a:ln>
            <a:solidFill>
              <a:schemeClr val="accent2"/>
            </a:solidFill>
            <a:headEnd type="none" w="lg" len="med"/>
            <a:tailEnd type="triangle"/>
          </a:ln>
        </p:spPr>
        <p:style>
          <a:lnRef idx="1">
            <a:schemeClr val="accent1"/>
          </a:lnRef>
          <a:fillRef idx="0">
            <a:schemeClr val="accent1"/>
          </a:fillRef>
          <a:effectRef idx="0">
            <a:schemeClr val="accent1"/>
          </a:effectRef>
          <a:fontRef idx="minor">
            <a:schemeClr val="tx1"/>
          </a:fontRef>
        </p:style>
      </p:cxnSp>
      <p:sp>
        <p:nvSpPr>
          <p:cNvPr id="47" name="Rectangle: Rounded Corners 46">
            <a:extLst>
              <a:ext uri="{FF2B5EF4-FFF2-40B4-BE49-F238E27FC236}">
                <a16:creationId xmlns:a16="http://schemas.microsoft.com/office/drawing/2014/main" id="{E261523B-B7F8-5965-E070-44FFFC0A94ED}"/>
              </a:ext>
            </a:extLst>
          </p:cNvPr>
          <p:cNvSpPr/>
          <p:nvPr/>
        </p:nvSpPr>
        <p:spPr>
          <a:xfrm>
            <a:off x="8822267" y="3401483"/>
            <a:ext cx="1841504" cy="423334"/>
          </a:xfrm>
          <a:prstGeom prst="roundRect">
            <a:avLst/>
          </a:prstGeom>
          <a:solidFill>
            <a:schemeClr val="bg1"/>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Artefact Relation</a:t>
            </a:r>
            <a:endParaRPr lang="en-DK" sz="1600" dirty="0">
              <a:solidFill>
                <a:schemeClr val="tx1"/>
              </a:solidFill>
            </a:endParaRPr>
          </a:p>
        </p:txBody>
      </p:sp>
      <p:cxnSp>
        <p:nvCxnSpPr>
          <p:cNvPr id="49" name="Straight Arrow Connector 48">
            <a:extLst>
              <a:ext uri="{FF2B5EF4-FFF2-40B4-BE49-F238E27FC236}">
                <a16:creationId xmlns:a16="http://schemas.microsoft.com/office/drawing/2014/main" id="{83AD1CB8-58F9-AE91-FD0A-44EC85643748}"/>
              </a:ext>
            </a:extLst>
          </p:cNvPr>
          <p:cNvCxnSpPr>
            <a:cxnSpLocks/>
          </p:cNvCxnSpPr>
          <p:nvPr/>
        </p:nvCxnSpPr>
        <p:spPr>
          <a:xfrm>
            <a:off x="8119535" y="3528480"/>
            <a:ext cx="702732" cy="0"/>
          </a:xfrm>
          <a:prstGeom prst="straightConnector1">
            <a:avLst/>
          </a:prstGeom>
          <a:ln>
            <a:solidFill>
              <a:schemeClr val="accent2"/>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50" name="Straight Arrow Connector 49">
            <a:extLst>
              <a:ext uri="{FF2B5EF4-FFF2-40B4-BE49-F238E27FC236}">
                <a16:creationId xmlns:a16="http://schemas.microsoft.com/office/drawing/2014/main" id="{BBD30259-3479-1630-2713-395494300EAB}"/>
              </a:ext>
            </a:extLst>
          </p:cNvPr>
          <p:cNvCxnSpPr>
            <a:cxnSpLocks/>
          </p:cNvCxnSpPr>
          <p:nvPr/>
        </p:nvCxnSpPr>
        <p:spPr>
          <a:xfrm flipH="1">
            <a:off x="8119533" y="3706279"/>
            <a:ext cx="702734" cy="0"/>
          </a:xfrm>
          <a:prstGeom prst="straightConnector1">
            <a:avLst/>
          </a:prstGeom>
          <a:ln>
            <a:solidFill>
              <a:schemeClr val="accent2"/>
            </a:solidFill>
            <a:headEnd type="none" w="lg" len="med"/>
            <a:tailEnd type="triangle"/>
          </a:ln>
        </p:spPr>
        <p:style>
          <a:lnRef idx="1">
            <a:schemeClr val="accent1"/>
          </a:lnRef>
          <a:fillRef idx="0">
            <a:schemeClr val="accent1"/>
          </a:fillRef>
          <a:effectRef idx="0">
            <a:schemeClr val="accent1"/>
          </a:effectRef>
          <a:fontRef idx="minor">
            <a:schemeClr val="tx1"/>
          </a:fontRef>
        </p:style>
      </p:cxnSp>
      <p:sp>
        <p:nvSpPr>
          <p:cNvPr id="54" name="TextBox 53">
            <a:extLst>
              <a:ext uri="{FF2B5EF4-FFF2-40B4-BE49-F238E27FC236}">
                <a16:creationId xmlns:a16="http://schemas.microsoft.com/office/drawing/2014/main" id="{CECACFA3-376E-BA50-8F80-2AB3FC0F85B2}"/>
              </a:ext>
            </a:extLst>
          </p:cNvPr>
          <p:cNvSpPr txBox="1"/>
          <p:nvPr/>
        </p:nvSpPr>
        <p:spPr>
          <a:xfrm>
            <a:off x="406006" y="329290"/>
            <a:ext cx="10668394" cy="677108"/>
          </a:xfrm>
          <a:prstGeom prst="rect">
            <a:avLst/>
          </a:prstGeom>
          <a:noFill/>
        </p:spPr>
        <p:txBody>
          <a:bodyPr wrap="square" rtlCol="0">
            <a:spAutoFit/>
          </a:bodyPr>
          <a:lstStyle/>
          <a:p>
            <a:pPr algn="l"/>
            <a:r>
              <a:rPr lang="en-US" dirty="0">
                <a:latin typeface="+mj-lt"/>
              </a:rPr>
              <a:t>Enterprise Warehouse Top level data plan / id guide – </a:t>
            </a:r>
          </a:p>
          <a:p>
            <a:pPr algn="l"/>
            <a:r>
              <a:rPr lang="en-US" sz="1400" dirty="0">
                <a:latin typeface="+mj-lt"/>
              </a:rPr>
              <a:t>very close to an ontology! Plan for maximal integration flexibility</a:t>
            </a:r>
            <a:endParaRPr lang="en-DK" sz="1400" dirty="0">
              <a:latin typeface="+mj-lt"/>
            </a:endParaRPr>
          </a:p>
        </p:txBody>
      </p:sp>
      <p:pic>
        <p:nvPicPr>
          <p:cNvPr id="56" name="Picture 55">
            <a:extLst>
              <a:ext uri="{FF2B5EF4-FFF2-40B4-BE49-F238E27FC236}">
                <a16:creationId xmlns:a16="http://schemas.microsoft.com/office/drawing/2014/main" id="{D933C0F3-A64A-FCD5-F867-7DFD76998187}"/>
              </a:ext>
            </a:extLst>
          </p:cNvPr>
          <p:cNvPicPr>
            <a:picLocks noChangeAspect="1"/>
          </p:cNvPicPr>
          <p:nvPr/>
        </p:nvPicPr>
        <p:blipFill>
          <a:blip r:embed="rId3"/>
          <a:stretch>
            <a:fillRect/>
          </a:stretch>
        </p:blipFill>
        <p:spPr>
          <a:xfrm>
            <a:off x="450733" y="4406900"/>
            <a:ext cx="1816038" cy="2302021"/>
          </a:xfrm>
          <a:prstGeom prst="rect">
            <a:avLst/>
          </a:prstGeom>
        </p:spPr>
      </p:pic>
      <p:sp>
        <p:nvSpPr>
          <p:cNvPr id="57" name="TextBox 56">
            <a:extLst>
              <a:ext uri="{FF2B5EF4-FFF2-40B4-BE49-F238E27FC236}">
                <a16:creationId xmlns:a16="http://schemas.microsoft.com/office/drawing/2014/main" id="{57A5A633-4E15-D1C2-7126-F20E384CB9AD}"/>
              </a:ext>
            </a:extLst>
          </p:cNvPr>
          <p:cNvSpPr txBox="1"/>
          <p:nvPr/>
        </p:nvSpPr>
        <p:spPr>
          <a:xfrm>
            <a:off x="4562220" y="6387302"/>
            <a:ext cx="4089581" cy="338554"/>
          </a:xfrm>
          <a:prstGeom prst="rect">
            <a:avLst/>
          </a:prstGeom>
          <a:noFill/>
        </p:spPr>
        <p:txBody>
          <a:bodyPr wrap="none" rtlCol="0">
            <a:spAutoFit/>
          </a:bodyPr>
          <a:lstStyle/>
          <a:p>
            <a:pPr algn="l"/>
            <a:r>
              <a:rPr lang="en-US" sz="1600" dirty="0"/>
              <a:t>Source: John Giles &amp; Grundfos Data Experts.</a:t>
            </a:r>
            <a:endParaRPr lang="en-DK" sz="1600" dirty="0"/>
          </a:p>
        </p:txBody>
      </p:sp>
      <p:sp>
        <p:nvSpPr>
          <p:cNvPr id="7" name="Rectangle 6">
            <a:extLst>
              <a:ext uri="{FF2B5EF4-FFF2-40B4-BE49-F238E27FC236}">
                <a16:creationId xmlns:a16="http://schemas.microsoft.com/office/drawing/2014/main" id="{A19FD1A3-9A6A-FF1C-6B22-80846C2A8652}"/>
              </a:ext>
            </a:extLst>
          </p:cNvPr>
          <p:cNvSpPr/>
          <p:nvPr/>
        </p:nvSpPr>
        <p:spPr>
          <a:xfrm>
            <a:off x="2571571" y="4406901"/>
            <a:ext cx="1816038" cy="2302020"/>
          </a:xfrm>
          <a:prstGeom prst="rect">
            <a:avLst/>
          </a:prstGeom>
          <a:solidFill>
            <a:srgbClr val="126AF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a:t>? </a:t>
            </a:r>
          </a:p>
          <a:p>
            <a:pPr algn="ctr"/>
            <a:endParaRPr lang="en-US" sz="1000" dirty="0"/>
          </a:p>
          <a:p>
            <a:pPr algn="ctr"/>
            <a:r>
              <a:rPr lang="en-US" sz="1000" dirty="0"/>
              <a:t>… Data Town Plan …</a:t>
            </a:r>
          </a:p>
          <a:p>
            <a:pPr algn="ctr"/>
            <a:endParaRPr lang="en-US" sz="1000" dirty="0"/>
          </a:p>
          <a:p>
            <a:pPr algn="ctr"/>
            <a:r>
              <a:rPr lang="en-US" sz="1000" dirty="0"/>
              <a:t>By John Giles</a:t>
            </a:r>
            <a:endParaRPr lang="en-DK" sz="1000" dirty="0"/>
          </a:p>
        </p:txBody>
      </p:sp>
    </p:spTree>
    <p:extLst>
      <p:ext uri="{BB962C8B-B14F-4D97-AF65-F5344CB8AC3E}">
        <p14:creationId xmlns:p14="http://schemas.microsoft.com/office/powerpoint/2010/main" val="117773936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E3A3CC00-D7D3-894C-8ABA-1BCA0D51CBF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17104" y="1269780"/>
            <a:ext cx="10157791" cy="4691366"/>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75E42ECE-B3AA-C0CF-788F-B942CA6B73E9}"/>
              </a:ext>
            </a:extLst>
          </p:cNvPr>
          <p:cNvSpPr txBox="1"/>
          <p:nvPr/>
        </p:nvSpPr>
        <p:spPr>
          <a:xfrm>
            <a:off x="187739" y="6443428"/>
            <a:ext cx="6817892" cy="338554"/>
          </a:xfrm>
          <a:prstGeom prst="rect">
            <a:avLst/>
          </a:prstGeom>
          <a:noFill/>
        </p:spPr>
        <p:txBody>
          <a:bodyPr wrap="none" rtlCol="0">
            <a:spAutoFit/>
          </a:bodyPr>
          <a:lstStyle/>
          <a:p>
            <a:r>
              <a:rPr lang="en-US" sz="1600" dirty="0"/>
              <a:t>Source: https://www.ellie.ai/blogs/john-giles-data-model-patterns-in-ellie</a:t>
            </a:r>
            <a:endParaRPr lang="en-DK" sz="1600" dirty="0"/>
          </a:p>
        </p:txBody>
      </p:sp>
      <p:sp>
        <p:nvSpPr>
          <p:cNvPr id="3" name="TextBox 2">
            <a:extLst>
              <a:ext uri="{FF2B5EF4-FFF2-40B4-BE49-F238E27FC236}">
                <a16:creationId xmlns:a16="http://schemas.microsoft.com/office/drawing/2014/main" id="{B5A169FD-3D29-83F8-0503-367FD280AC43}"/>
              </a:ext>
            </a:extLst>
          </p:cNvPr>
          <p:cNvSpPr txBox="1"/>
          <p:nvPr/>
        </p:nvSpPr>
        <p:spPr>
          <a:xfrm>
            <a:off x="367748" y="448944"/>
            <a:ext cx="6607899" cy="338554"/>
          </a:xfrm>
          <a:prstGeom prst="rect">
            <a:avLst/>
          </a:prstGeom>
          <a:noFill/>
        </p:spPr>
        <p:txBody>
          <a:bodyPr wrap="none" rtlCol="0">
            <a:spAutoFit/>
          </a:bodyPr>
          <a:lstStyle/>
          <a:p>
            <a:pPr algn="l"/>
            <a:r>
              <a:rPr lang="en-US" sz="1600" dirty="0"/>
              <a:t>The nodes in the plan unfolds to proven Data Vault modelling patterns.</a:t>
            </a:r>
            <a:endParaRPr lang="en-DK" sz="1600" dirty="0"/>
          </a:p>
        </p:txBody>
      </p:sp>
    </p:spTree>
    <p:extLst>
      <p:ext uri="{BB962C8B-B14F-4D97-AF65-F5344CB8AC3E}">
        <p14:creationId xmlns:p14="http://schemas.microsoft.com/office/powerpoint/2010/main" val="326050681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F35110-8A12-8F3D-C3A1-5A056A471BAB}"/>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F403F8F1-0DFA-E02F-E646-5B99A37D7F75}"/>
              </a:ext>
            </a:extLst>
          </p:cNvPr>
          <p:cNvSpPr txBox="1"/>
          <p:nvPr/>
        </p:nvSpPr>
        <p:spPr>
          <a:xfrm>
            <a:off x="1412142" y="3136612"/>
            <a:ext cx="9367715" cy="584775"/>
          </a:xfrm>
          <a:prstGeom prst="rect">
            <a:avLst/>
          </a:prstGeom>
          <a:noFill/>
        </p:spPr>
        <p:txBody>
          <a:bodyPr wrap="square" rtlCol="0">
            <a:spAutoFit/>
          </a:bodyPr>
          <a:lstStyle/>
          <a:p>
            <a:pPr algn="ctr"/>
            <a:r>
              <a:rPr lang="en-US" sz="3200" b="1" dirty="0"/>
              <a:t>3. Modelling Contexts </a:t>
            </a:r>
          </a:p>
        </p:txBody>
      </p:sp>
    </p:spTree>
    <p:extLst>
      <p:ext uri="{BB962C8B-B14F-4D97-AF65-F5344CB8AC3E}">
        <p14:creationId xmlns:p14="http://schemas.microsoft.com/office/powerpoint/2010/main" val="63080715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Freeform: Shape 20">
            <a:extLst>
              <a:ext uri="{FF2B5EF4-FFF2-40B4-BE49-F238E27FC236}">
                <a16:creationId xmlns:a16="http://schemas.microsoft.com/office/drawing/2014/main" id="{90255C9C-E686-30FD-BF2A-A036673B152C}"/>
              </a:ext>
            </a:extLst>
          </p:cNvPr>
          <p:cNvSpPr/>
          <p:nvPr/>
        </p:nvSpPr>
        <p:spPr>
          <a:xfrm>
            <a:off x="1636807" y="2429808"/>
            <a:ext cx="8285223" cy="3745677"/>
          </a:xfrm>
          <a:custGeom>
            <a:avLst/>
            <a:gdLst>
              <a:gd name="connsiteX0" fmla="*/ 282269 w 8285223"/>
              <a:gd name="connsiteY0" fmla="*/ 1563077 h 3745677"/>
              <a:gd name="connsiteX1" fmla="*/ 282269 w 8285223"/>
              <a:gd name="connsiteY1" fmla="*/ 1563077 h 3745677"/>
              <a:gd name="connsiteX2" fmla="*/ 290084 w 8285223"/>
              <a:gd name="connsiteY2" fmla="*/ 1477108 h 3745677"/>
              <a:gd name="connsiteX3" fmla="*/ 805900 w 8285223"/>
              <a:gd name="connsiteY3" fmla="*/ 492369 h 3745677"/>
              <a:gd name="connsiteX4" fmla="*/ 876238 w 8285223"/>
              <a:gd name="connsiteY4" fmla="*/ 429846 h 3745677"/>
              <a:gd name="connsiteX5" fmla="*/ 993469 w 8285223"/>
              <a:gd name="connsiteY5" fmla="*/ 359508 h 3745677"/>
              <a:gd name="connsiteX6" fmla="*/ 1290453 w 8285223"/>
              <a:gd name="connsiteY6" fmla="*/ 289169 h 3745677"/>
              <a:gd name="connsiteX7" fmla="*/ 1587438 w 8285223"/>
              <a:gd name="connsiteY7" fmla="*/ 226646 h 3745677"/>
              <a:gd name="connsiteX8" fmla="*/ 1892238 w 8285223"/>
              <a:gd name="connsiteY8" fmla="*/ 211015 h 3745677"/>
              <a:gd name="connsiteX9" fmla="*/ 2595623 w 8285223"/>
              <a:gd name="connsiteY9" fmla="*/ 234461 h 3745677"/>
              <a:gd name="connsiteX10" fmla="*/ 2822269 w 8285223"/>
              <a:gd name="connsiteY10" fmla="*/ 273538 h 3745677"/>
              <a:gd name="connsiteX11" fmla="*/ 3275561 w 8285223"/>
              <a:gd name="connsiteY11" fmla="*/ 304800 h 3745677"/>
              <a:gd name="connsiteX12" fmla="*/ 3525653 w 8285223"/>
              <a:gd name="connsiteY12" fmla="*/ 312615 h 3745677"/>
              <a:gd name="connsiteX13" fmla="*/ 4572915 w 8285223"/>
              <a:gd name="connsiteY13" fmla="*/ 375138 h 3745677"/>
              <a:gd name="connsiteX14" fmla="*/ 5299746 w 8285223"/>
              <a:gd name="connsiteY14" fmla="*/ 422031 h 3745677"/>
              <a:gd name="connsiteX15" fmla="*/ 5542023 w 8285223"/>
              <a:gd name="connsiteY15" fmla="*/ 461108 h 3745677"/>
              <a:gd name="connsiteX16" fmla="*/ 6261038 w 8285223"/>
              <a:gd name="connsiteY16" fmla="*/ 296984 h 3745677"/>
              <a:gd name="connsiteX17" fmla="*/ 6456423 w 8285223"/>
              <a:gd name="connsiteY17" fmla="*/ 156308 h 3745677"/>
              <a:gd name="connsiteX18" fmla="*/ 7050392 w 8285223"/>
              <a:gd name="connsiteY18" fmla="*/ 0 h 3745677"/>
              <a:gd name="connsiteX19" fmla="*/ 7191069 w 8285223"/>
              <a:gd name="connsiteY19" fmla="*/ 54708 h 3745677"/>
              <a:gd name="connsiteX20" fmla="*/ 7597469 w 8285223"/>
              <a:gd name="connsiteY20" fmla="*/ 359508 h 3745677"/>
              <a:gd name="connsiteX21" fmla="*/ 7792853 w 8285223"/>
              <a:gd name="connsiteY21" fmla="*/ 445477 h 3745677"/>
              <a:gd name="connsiteX22" fmla="*/ 8042946 w 8285223"/>
              <a:gd name="connsiteY22" fmla="*/ 476738 h 3745677"/>
              <a:gd name="connsiteX23" fmla="*/ 8128915 w 8285223"/>
              <a:gd name="connsiteY23" fmla="*/ 515815 h 3745677"/>
              <a:gd name="connsiteX24" fmla="*/ 8285223 w 8285223"/>
              <a:gd name="connsiteY24" fmla="*/ 883138 h 3745677"/>
              <a:gd name="connsiteX25" fmla="*/ 8253961 w 8285223"/>
              <a:gd name="connsiteY25" fmla="*/ 1273908 h 3745677"/>
              <a:gd name="connsiteX26" fmla="*/ 8246146 w 8285223"/>
              <a:gd name="connsiteY26" fmla="*/ 1633415 h 3745677"/>
              <a:gd name="connsiteX27" fmla="*/ 8144546 w 8285223"/>
              <a:gd name="connsiteY27" fmla="*/ 2086708 h 3745677"/>
              <a:gd name="connsiteX28" fmla="*/ 8128915 w 8285223"/>
              <a:gd name="connsiteY28" fmla="*/ 2196123 h 3745677"/>
              <a:gd name="connsiteX29" fmla="*/ 8097653 w 8285223"/>
              <a:gd name="connsiteY29" fmla="*/ 2610338 h 3745677"/>
              <a:gd name="connsiteX30" fmla="*/ 8019500 w 8285223"/>
              <a:gd name="connsiteY30" fmla="*/ 2758831 h 3745677"/>
              <a:gd name="connsiteX31" fmla="*/ 7847561 w 8285223"/>
              <a:gd name="connsiteY31" fmla="*/ 2954215 h 3745677"/>
              <a:gd name="connsiteX32" fmla="*/ 7597469 w 8285223"/>
              <a:gd name="connsiteY32" fmla="*/ 3141784 h 3745677"/>
              <a:gd name="connsiteX33" fmla="*/ 7042576 w 8285223"/>
              <a:gd name="connsiteY33" fmla="*/ 3337169 h 3745677"/>
              <a:gd name="connsiteX34" fmla="*/ 6597100 w 8285223"/>
              <a:gd name="connsiteY34" fmla="*/ 3423138 h 3745677"/>
              <a:gd name="connsiteX35" fmla="*/ 6135992 w 8285223"/>
              <a:gd name="connsiteY35" fmla="*/ 3391877 h 3745677"/>
              <a:gd name="connsiteX36" fmla="*/ 5690515 w 8285223"/>
              <a:gd name="connsiteY36" fmla="*/ 3204308 h 3745677"/>
              <a:gd name="connsiteX37" fmla="*/ 4963684 w 8285223"/>
              <a:gd name="connsiteY37" fmla="*/ 3071446 h 3745677"/>
              <a:gd name="connsiteX38" fmla="*/ 4572915 w 8285223"/>
              <a:gd name="connsiteY38" fmla="*/ 3235569 h 3745677"/>
              <a:gd name="connsiteX39" fmla="*/ 4182146 w 8285223"/>
              <a:gd name="connsiteY39" fmla="*/ 3407508 h 3745677"/>
              <a:gd name="connsiteX40" fmla="*/ 3189592 w 8285223"/>
              <a:gd name="connsiteY40" fmla="*/ 3735754 h 3745677"/>
              <a:gd name="connsiteX41" fmla="*/ 2884792 w 8285223"/>
              <a:gd name="connsiteY41" fmla="*/ 3743569 h 3745677"/>
              <a:gd name="connsiteX42" fmla="*/ 2087623 w 8285223"/>
              <a:gd name="connsiteY42" fmla="*/ 3266831 h 3745677"/>
              <a:gd name="connsiteX43" fmla="*/ 1884423 w 8285223"/>
              <a:gd name="connsiteY43" fmla="*/ 3259015 h 3745677"/>
              <a:gd name="connsiteX44" fmla="*/ 1595253 w 8285223"/>
              <a:gd name="connsiteY44" fmla="*/ 3305908 h 3745677"/>
              <a:gd name="connsiteX45" fmla="*/ 1352976 w 8285223"/>
              <a:gd name="connsiteY45" fmla="*/ 3360615 h 3745677"/>
              <a:gd name="connsiteX46" fmla="*/ 1126330 w 8285223"/>
              <a:gd name="connsiteY46" fmla="*/ 3368431 h 3745677"/>
              <a:gd name="connsiteX47" fmla="*/ 970023 w 8285223"/>
              <a:gd name="connsiteY47" fmla="*/ 3313723 h 3745677"/>
              <a:gd name="connsiteX48" fmla="*/ 790269 w 8285223"/>
              <a:gd name="connsiteY48" fmla="*/ 3180861 h 3745677"/>
              <a:gd name="connsiteX49" fmla="*/ 735561 w 8285223"/>
              <a:gd name="connsiteY49" fmla="*/ 3071446 h 3745677"/>
              <a:gd name="connsiteX50" fmla="*/ 712115 w 8285223"/>
              <a:gd name="connsiteY50" fmla="*/ 2836984 h 3745677"/>
              <a:gd name="connsiteX51" fmla="*/ 516730 w 8285223"/>
              <a:gd name="connsiteY51" fmla="*/ 2579077 h 3745677"/>
              <a:gd name="connsiteX52" fmla="*/ 79069 w 8285223"/>
              <a:gd name="connsiteY52" fmla="*/ 2110154 h 3745677"/>
              <a:gd name="connsiteX53" fmla="*/ 8730 w 8285223"/>
              <a:gd name="connsiteY53" fmla="*/ 1977292 h 3745677"/>
              <a:gd name="connsiteX54" fmla="*/ 915 w 8285223"/>
              <a:gd name="connsiteY54" fmla="*/ 1852246 h 3745677"/>
              <a:gd name="connsiteX55" fmla="*/ 55623 w 8285223"/>
              <a:gd name="connsiteY55" fmla="*/ 1672492 h 3745677"/>
              <a:gd name="connsiteX56" fmla="*/ 86884 w 8285223"/>
              <a:gd name="connsiteY56" fmla="*/ 1649046 h 3745677"/>
              <a:gd name="connsiteX57" fmla="*/ 118146 w 8285223"/>
              <a:gd name="connsiteY57" fmla="*/ 1633415 h 3745677"/>
              <a:gd name="connsiteX58" fmla="*/ 227561 w 8285223"/>
              <a:gd name="connsiteY58" fmla="*/ 1625600 h 3745677"/>
              <a:gd name="connsiteX59" fmla="*/ 243192 w 8285223"/>
              <a:gd name="connsiteY59" fmla="*/ 1594338 h 3745677"/>
              <a:gd name="connsiteX60" fmla="*/ 258823 w 8285223"/>
              <a:gd name="connsiteY60" fmla="*/ 1539631 h 3745677"/>
              <a:gd name="connsiteX61" fmla="*/ 266638 w 8285223"/>
              <a:gd name="connsiteY61" fmla="*/ 1516184 h 3745677"/>
              <a:gd name="connsiteX62" fmla="*/ 282269 w 8285223"/>
              <a:gd name="connsiteY62" fmla="*/ 1563077 h 37456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Lst>
            <a:rect l="l" t="t" r="r" b="b"/>
            <a:pathLst>
              <a:path w="8285223" h="3745677">
                <a:moveTo>
                  <a:pt x="282269" y="1563077"/>
                </a:moveTo>
                <a:lnTo>
                  <a:pt x="282269" y="1563077"/>
                </a:lnTo>
                <a:cubicBezTo>
                  <a:pt x="284874" y="1534421"/>
                  <a:pt x="278224" y="1503325"/>
                  <a:pt x="290084" y="1477108"/>
                </a:cubicBezTo>
                <a:cubicBezTo>
                  <a:pt x="470895" y="1077420"/>
                  <a:pt x="535418" y="762851"/>
                  <a:pt x="805900" y="492369"/>
                </a:cubicBezTo>
                <a:cubicBezTo>
                  <a:pt x="828082" y="470187"/>
                  <a:pt x="850639" y="447978"/>
                  <a:pt x="876238" y="429846"/>
                </a:cubicBezTo>
                <a:cubicBezTo>
                  <a:pt x="913425" y="403505"/>
                  <a:pt x="950319" y="374163"/>
                  <a:pt x="993469" y="359508"/>
                </a:cubicBezTo>
                <a:cubicBezTo>
                  <a:pt x="1089798" y="326792"/>
                  <a:pt x="1191355" y="312174"/>
                  <a:pt x="1290453" y="289169"/>
                </a:cubicBezTo>
                <a:cubicBezTo>
                  <a:pt x="1321754" y="281903"/>
                  <a:pt x="1562386" y="228038"/>
                  <a:pt x="1587438" y="226646"/>
                </a:cubicBezTo>
                <a:lnTo>
                  <a:pt x="1892238" y="211015"/>
                </a:lnTo>
                <a:cubicBezTo>
                  <a:pt x="2126700" y="218830"/>
                  <a:pt x="2361559" y="218726"/>
                  <a:pt x="2595623" y="234461"/>
                </a:cubicBezTo>
                <a:cubicBezTo>
                  <a:pt x="2672114" y="239603"/>
                  <a:pt x="2746257" y="263569"/>
                  <a:pt x="2822269" y="273538"/>
                </a:cubicBezTo>
                <a:cubicBezTo>
                  <a:pt x="3002387" y="297160"/>
                  <a:pt x="3099976" y="298745"/>
                  <a:pt x="3275561" y="304800"/>
                </a:cubicBezTo>
                <a:lnTo>
                  <a:pt x="3525653" y="312615"/>
                </a:lnTo>
                <a:cubicBezTo>
                  <a:pt x="4069686" y="378559"/>
                  <a:pt x="3621881" y="331341"/>
                  <a:pt x="4572915" y="375138"/>
                </a:cubicBezTo>
                <a:cubicBezTo>
                  <a:pt x="4825329" y="386762"/>
                  <a:pt x="5049476" y="404154"/>
                  <a:pt x="5299746" y="422031"/>
                </a:cubicBezTo>
                <a:cubicBezTo>
                  <a:pt x="5380505" y="435057"/>
                  <a:pt x="5460267" y="463864"/>
                  <a:pt x="5542023" y="461108"/>
                </a:cubicBezTo>
                <a:cubicBezTo>
                  <a:pt x="5782228" y="453011"/>
                  <a:pt x="6043727" y="411164"/>
                  <a:pt x="6261038" y="296984"/>
                </a:cubicBezTo>
                <a:cubicBezTo>
                  <a:pt x="6332082" y="259656"/>
                  <a:pt x="6383425" y="189653"/>
                  <a:pt x="6456423" y="156308"/>
                </a:cubicBezTo>
                <a:cubicBezTo>
                  <a:pt x="6802797" y="-1912"/>
                  <a:pt x="6787862" y="13126"/>
                  <a:pt x="7050392" y="0"/>
                </a:cubicBezTo>
                <a:cubicBezTo>
                  <a:pt x="7097284" y="18236"/>
                  <a:pt x="7149022" y="27077"/>
                  <a:pt x="7191069" y="54708"/>
                </a:cubicBezTo>
                <a:cubicBezTo>
                  <a:pt x="7332582" y="147702"/>
                  <a:pt x="7442476" y="291311"/>
                  <a:pt x="7597469" y="359508"/>
                </a:cubicBezTo>
                <a:cubicBezTo>
                  <a:pt x="7662597" y="388164"/>
                  <a:pt x="7724660" y="425164"/>
                  <a:pt x="7792853" y="445477"/>
                </a:cubicBezTo>
                <a:cubicBezTo>
                  <a:pt x="7829221" y="456310"/>
                  <a:pt x="7980340" y="470478"/>
                  <a:pt x="8042946" y="476738"/>
                </a:cubicBezTo>
                <a:cubicBezTo>
                  <a:pt x="8071602" y="489764"/>
                  <a:pt x="8104733" y="495663"/>
                  <a:pt x="8128915" y="515815"/>
                </a:cubicBezTo>
                <a:cubicBezTo>
                  <a:pt x="8272900" y="635803"/>
                  <a:pt x="8241749" y="684400"/>
                  <a:pt x="8285223" y="883138"/>
                </a:cubicBezTo>
                <a:cubicBezTo>
                  <a:pt x="8274802" y="1013395"/>
                  <a:pt x="8260758" y="1143412"/>
                  <a:pt x="8253961" y="1273908"/>
                </a:cubicBezTo>
                <a:cubicBezTo>
                  <a:pt x="8247727" y="1393610"/>
                  <a:pt x="8256594" y="1514007"/>
                  <a:pt x="8246146" y="1633415"/>
                </a:cubicBezTo>
                <a:cubicBezTo>
                  <a:pt x="8229861" y="1819523"/>
                  <a:pt x="8194077" y="1916884"/>
                  <a:pt x="8144546" y="2086708"/>
                </a:cubicBezTo>
                <a:cubicBezTo>
                  <a:pt x="8139336" y="2123180"/>
                  <a:pt x="8132201" y="2159428"/>
                  <a:pt x="8128915" y="2196123"/>
                </a:cubicBezTo>
                <a:cubicBezTo>
                  <a:pt x="8116564" y="2334035"/>
                  <a:pt x="8124082" y="2474419"/>
                  <a:pt x="8097653" y="2610338"/>
                </a:cubicBezTo>
                <a:cubicBezTo>
                  <a:pt x="8086977" y="2665244"/>
                  <a:pt x="8048729" y="2711141"/>
                  <a:pt x="8019500" y="2758831"/>
                </a:cubicBezTo>
                <a:cubicBezTo>
                  <a:pt x="7973581" y="2833752"/>
                  <a:pt x="7911641" y="2895065"/>
                  <a:pt x="7847561" y="2954215"/>
                </a:cubicBezTo>
                <a:cubicBezTo>
                  <a:pt x="7781075" y="3015586"/>
                  <a:pt x="7673210" y="3100758"/>
                  <a:pt x="7597469" y="3141784"/>
                </a:cubicBezTo>
                <a:cubicBezTo>
                  <a:pt x="7417974" y="3239011"/>
                  <a:pt x="7242902" y="3290629"/>
                  <a:pt x="7042576" y="3337169"/>
                </a:cubicBezTo>
                <a:cubicBezTo>
                  <a:pt x="6895267" y="3371392"/>
                  <a:pt x="6745592" y="3394482"/>
                  <a:pt x="6597100" y="3423138"/>
                </a:cubicBezTo>
                <a:cubicBezTo>
                  <a:pt x="6443397" y="3412718"/>
                  <a:pt x="6285747" y="3428025"/>
                  <a:pt x="6135992" y="3391877"/>
                </a:cubicBezTo>
                <a:cubicBezTo>
                  <a:pt x="5979372" y="3354072"/>
                  <a:pt x="5842055" y="3259031"/>
                  <a:pt x="5690515" y="3204308"/>
                </a:cubicBezTo>
                <a:cubicBezTo>
                  <a:pt x="5294477" y="3061294"/>
                  <a:pt x="5345128" y="3089610"/>
                  <a:pt x="4963684" y="3071446"/>
                </a:cubicBezTo>
                <a:cubicBezTo>
                  <a:pt x="4833428" y="3126154"/>
                  <a:pt x="4699278" y="3172387"/>
                  <a:pt x="4572915" y="3235569"/>
                </a:cubicBezTo>
                <a:cubicBezTo>
                  <a:pt x="4184832" y="3429611"/>
                  <a:pt x="4520182" y="3346046"/>
                  <a:pt x="4182146" y="3407508"/>
                </a:cubicBezTo>
                <a:cubicBezTo>
                  <a:pt x="3840430" y="3539785"/>
                  <a:pt x="3553368" y="3669295"/>
                  <a:pt x="3189592" y="3735754"/>
                </a:cubicBezTo>
                <a:cubicBezTo>
                  <a:pt x="3089613" y="3754019"/>
                  <a:pt x="2986392" y="3740964"/>
                  <a:pt x="2884792" y="3743569"/>
                </a:cubicBezTo>
                <a:cubicBezTo>
                  <a:pt x="2533208" y="3482545"/>
                  <a:pt x="2459673" y="3344842"/>
                  <a:pt x="2087623" y="3266831"/>
                </a:cubicBezTo>
                <a:cubicBezTo>
                  <a:pt x="2021282" y="3252921"/>
                  <a:pt x="1952156" y="3261620"/>
                  <a:pt x="1884423" y="3259015"/>
                </a:cubicBezTo>
                <a:cubicBezTo>
                  <a:pt x="1788033" y="3274646"/>
                  <a:pt x="1691165" y="3287572"/>
                  <a:pt x="1595253" y="3305908"/>
                </a:cubicBezTo>
                <a:cubicBezTo>
                  <a:pt x="1513933" y="3321454"/>
                  <a:pt x="1435042" y="3349673"/>
                  <a:pt x="1352976" y="3360615"/>
                </a:cubicBezTo>
                <a:cubicBezTo>
                  <a:pt x="1278046" y="3370606"/>
                  <a:pt x="1201879" y="3365826"/>
                  <a:pt x="1126330" y="3368431"/>
                </a:cubicBezTo>
                <a:cubicBezTo>
                  <a:pt x="1074228" y="3350195"/>
                  <a:pt x="1019677" y="3337841"/>
                  <a:pt x="970023" y="3313723"/>
                </a:cubicBezTo>
                <a:cubicBezTo>
                  <a:pt x="894952" y="3277260"/>
                  <a:pt x="849690" y="3232855"/>
                  <a:pt x="790269" y="3180861"/>
                </a:cubicBezTo>
                <a:cubicBezTo>
                  <a:pt x="772033" y="3144389"/>
                  <a:pt x="745750" y="3110929"/>
                  <a:pt x="735561" y="3071446"/>
                </a:cubicBezTo>
                <a:cubicBezTo>
                  <a:pt x="730324" y="3051154"/>
                  <a:pt x="730946" y="2869067"/>
                  <a:pt x="712115" y="2836984"/>
                </a:cubicBezTo>
                <a:cubicBezTo>
                  <a:pt x="657519" y="2743970"/>
                  <a:pt x="587566" y="2660407"/>
                  <a:pt x="516730" y="2579077"/>
                </a:cubicBezTo>
                <a:cubicBezTo>
                  <a:pt x="376303" y="2417846"/>
                  <a:pt x="179109" y="2299117"/>
                  <a:pt x="79069" y="2110154"/>
                </a:cubicBezTo>
                <a:lnTo>
                  <a:pt x="8730" y="1977292"/>
                </a:lnTo>
                <a:cubicBezTo>
                  <a:pt x="6125" y="1935610"/>
                  <a:pt x="-2866" y="1893838"/>
                  <a:pt x="915" y="1852246"/>
                </a:cubicBezTo>
                <a:cubicBezTo>
                  <a:pt x="3293" y="1826085"/>
                  <a:pt x="24460" y="1712558"/>
                  <a:pt x="55623" y="1672492"/>
                </a:cubicBezTo>
                <a:cubicBezTo>
                  <a:pt x="63620" y="1662210"/>
                  <a:pt x="75838" y="1655949"/>
                  <a:pt x="86884" y="1649046"/>
                </a:cubicBezTo>
                <a:cubicBezTo>
                  <a:pt x="96764" y="1642871"/>
                  <a:pt x="106654" y="1635330"/>
                  <a:pt x="118146" y="1633415"/>
                </a:cubicBezTo>
                <a:cubicBezTo>
                  <a:pt x="154213" y="1627404"/>
                  <a:pt x="191089" y="1628205"/>
                  <a:pt x="227561" y="1625600"/>
                </a:cubicBezTo>
                <a:cubicBezTo>
                  <a:pt x="232771" y="1615179"/>
                  <a:pt x="238603" y="1605047"/>
                  <a:pt x="243192" y="1594338"/>
                </a:cubicBezTo>
                <a:cubicBezTo>
                  <a:pt x="251219" y="1575607"/>
                  <a:pt x="253160" y="1559450"/>
                  <a:pt x="258823" y="1539631"/>
                </a:cubicBezTo>
                <a:cubicBezTo>
                  <a:pt x="261086" y="1531710"/>
                  <a:pt x="260047" y="1521127"/>
                  <a:pt x="266638" y="1516184"/>
                </a:cubicBezTo>
                <a:cubicBezTo>
                  <a:pt x="272890" y="1511495"/>
                  <a:pt x="279664" y="1555262"/>
                  <a:pt x="282269" y="1563077"/>
                </a:cubicBezTo>
                <a:close/>
              </a:path>
            </a:pathLst>
          </a:custGeom>
          <a:noFill/>
          <a:ln>
            <a:solidFill>
              <a:srgbClr val="092844"/>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K" sz="1600"/>
          </a:p>
        </p:txBody>
      </p:sp>
      <p:sp>
        <p:nvSpPr>
          <p:cNvPr id="2" name="Title 1">
            <a:extLst>
              <a:ext uri="{FF2B5EF4-FFF2-40B4-BE49-F238E27FC236}">
                <a16:creationId xmlns:a16="http://schemas.microsoft.com/office/drawing/2014/main" id="{5FE11B58-A729-30C3-9CC9-A51A9C91C2A1}"/>
              </a:ext>
            </a:extLst>
          </p:cNvPr>
          <p:cNvSpPr>
            <a:spLocks noGrp="1"/>
          </p:cNvSpPr>
          <p:nvPr>
            <p:ph type="title"/>
          </p:nvPr>
        </p:nvSpPr>
        <p:spPr/>
        <p:txBody>
          <a:bodyPr/>
          <a:lstStyle/>
          <a:p>
            <a:r>
              <a:rPr lang="en-US" dirty="0"/>
              <a:t>Domain Driven Design</a:t>
            </a:r>
            <a:endParaRPr lang="en-DK" dirty="0"/>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D90D2137-F607-87C7-FFD9-1CF2CC0D8972}"/>
                  </a:ext>
                </a:extLst>
              </p:cNvPr>
              <p:cNvSpPr txBox="1"/>
              <p:nvPr/>
            </p:nvSpPr>
            <p:spPr>
              <a:xfrm>
                <a:off x="0" y="1155558"/>
                <a:ext cx="11804356" cy="1479957"/>
              </a:xfrm>
              <a:prstGeom prst="rect">
                <a:avLst/>
              </a:prstGeom>
              <a:noFill/>
            </p:spPr>
            <p:txBody>
              <a:bodyPr wrap="square">
                <a:spAutoFit/>
              </a:bodyPr>
              <a:lstStyle/>
              <a:p>
                <a:pPr>
                  <a:lnSpc>
                    <a:spcPct val="115000"/>
                  </a:lnSpc>
                  <a:spcAft>
                    <a:spcPts val="800"/>
                  </a:spcAft>
                  <a:buNone/>
                </a:pPr>
                <a14:m>
                  <m:oMathPara xmlns:m="http://schemas.openxmlformats.org/officeDocument/2006/math">
                    <m:oMathParaPr>
                      <m:jc m:val="centerGroup"/>
                    </m:oMathParaPr>
                    <m:oMath xmlns:m="http://schemas.openxmlformats.org/officeDocument/2006/math">
                      <m:r>
                        <a:rPr lang="en-DK" sz="2000" i="1" kern="100" smtClean="0">
                          <a:effectLst/>
                          <a:latin typeface="Cambria Math" panose="02040503050406030204" pitchFamily="18" charset="0"/>
                          <a:ea typeface="Yu Gothic" panose="020B0400000000000000" pitchFamily="34" charset="-128"/>
                          <a:cs typeface="Times New Roman" panose="02020603050405020304" pitchFamily="18" charset="0"/>
                        </a:rPr>
                        <m:t>𝐵𝑜𝑢𝑛𝑑𝑒𝑑</m:t>
                      </m:r>
                      <m:r>
                        <a:rPr lang="en-DK" sz="2000" i="1" kern="100" smtClean="0">
                          <a:effectLst/>
                          <a:latin typeface="Cambria Math" panose="02040503050406030204" pitchFamily="18" charset="0"/>
                          <a:ea typeface="Yu Gothic" panose="020B0400000000000000" pitchFamily="34" charset="-128"/>
                          <a:cs typeface="Times New Roman" panose="02020603050405020304" pitchFamily="18" charset="0"/>
                        </a:rPr>
                        <m:t> </m:t>
                      </m:r>
                      <m:r>
                        <a:rPr lang="en-DK" sz="2000" i="1" kern="100" smtClean="0">
                          <a:effectLst/>
                          <a:latin typeface="Cambria Math" panose="02040503050406030204" pitchFamily="18" charset="0"/>
                          <a:ea typeface="Yu Gothic" panose="020B0400000000000000" pitchFamily="34" charset="-128"/>
                          <a:cs typeface="Times New Roman" panose="02020603050405020304" pitchFamily="18" charset="0"/>
                        </a:rPr>
                        <m:t>𝐶𝑜𝑛𝑡𝑒𝑥𝑡</m:t>
                      </m:r>
                      <m:r>
                        <a:rPr lang="en-DK" sz="2000" i="1" kern="100" smtClean="0">
                          <a:effectLst/>
                          <a:latin typeface="Cambria Math" panose="02040503050406030204" pitchFamily="18" charset="0"/>
                          <a:ea typeface="Yu Gothic" panose="020B0400000000000000" pitchFamily="34" charset="-128"/>
                          <a:cs typeface="Times New Roman" panose="02020603050405020304" pitchFamily="18" charset="0"/>
                        </a:rPr>
                        <m:t> </m:t>
                      </m:r>
                      <m:d>
                        <m:dPr>
                          <m:ctrlPr>
                            <a:rPr lang="en-DK" sz="2000" i="1" kern="100">
                              <a:effectLst/>
                              <a:latin typeface="Cambria Math" panose="02040503050406030204" pitchFamily="18" charset="0"/>
                              <a:ea typeface="Yu Gothic" panose="020B0400000000000000" pitchFamily="34" charset="-128"/>
                              <a:cs typeface="Times New Roman" panose="02020603050405020304" pitchFamily="18" charset="0"/>
                            </a:rPr>
                          </m:ctrlPr>
                        </m:dPr>
                        <m:e>
                          <m:r>
                            <a:rPr lang="en-DK" sz="2000" i="1" kern="100">
                              <a:effectLst/>
                              <a:latin typeface="Cambria Math" panose="02040503050406030204" pitchFamily="18" charset="0"/>
                              <a:ea typeface="Yu Gothic" panose="020B0400000000000000" pitchFamily="34" charset="-128"/>
                              <a:cs typeface="Times New Roman" panose="02020603050405020304" pitchFamily="18" charset="0"/>
                            </a:rPr>
                            <m:t>𝐵𝐶</m:t>
                          </m:r>
                        </m:e>
                      </m:d>
                      <m:r>
                        <a:rPr lang="en-DK" sz="2000" i="1" kern="100">
                          <a:effectLst/>
                          <a:latin typeface="Cambria Math" panose="02040503050406030204" pitchFamily="18" charset="0"/>
                          <a:ea typeface="Yu Gothic" panose="020B0400000000000000" pitchFamily="34" charset="-128"/>
                          <a:cs typeface="Times New Roman" panose="02020603050405020304" pitchFamily="18" charset="0"/>
                        </a:rPr>
                        <m:t>⊂</m:t>
                      </m:r>
                      <m:r>
                        <m:rPr>
                          <m:lit/>
                        </m:rPr>
                        <a:rPr lang="en-DK" sz="2000" i="1" kern="100">
                          <a:effectLst/>
                          <a:latin typeface="Cambria Math" panose="02040503050406030204" pitchFamily="18" charset="0"/>
                          <a:ea typeface="Yu Gothic" panose="020B0400000000000000" pitchFamily="34" charset="-128"/>
                          <a:cs typeface="Times New Roman" panose="02020603050405020304" pitchFamily="18" charset="0"/>
                        </a:rPr>
                        <m:t>{</m:t>
                      </m:r>
                      <m:r>
                        <a:rPr lang="en-DK" sz="2000" i="1" kern="100">
                          <a:effectLst/>
                          <a:latin typeface="Cambria Math" panose="02040503050406030204" pitchFamily="18" charset="0"/>
                          <a:ea typeface="Yu Gothic" panose="020B0400000000000000" pitchFamily="34" charset="-128"/>
                          <a:cs typeface="Times New Roman" panose="02020603050405020304" pitchFamily="18" charset="0"/>
                        </a:rPr>
                        <m:t> </m:t>
                      </m:r>
                      <m:r>
                        <a:rPr lang="en-DK" sz="2000" i="1" kern="100">
                          <a:effectLst/>
                          <a:latin typeface="Cambria Math" panose="02040503050406030204" pitchFamily="18" charset="0"/>
                          <a:ea typeface="Yu Gothic" panose="020B0400000000000000" pitchFamily="34" charset="-128"/>
                          <a:cs typeface="Times New Roman" panose="02020603050405020304" pitchFamily="18" charset="0"/>
                        </a:rPr>
                        <m:t>𝐴𝑔𝑒𝑛𝑡𝑠</m:t>
                      </m:r>
                      <m:r>
                        <a:rPr lang="en-DK" sz="2000" i="1" kern="100">
                          <a:effectLst/>
                          <a:latin typeface="Cambria Math" panose="02040503050406030204" pitchFamily="18" charset="0"/>
                          <a:ea typeface="Yu Gothic" panose="020B0400000000000000" pitchFamily="34" charset="-128"/>
                          <a:cs typeface="Times New Roman" panose="02020603050405020304" pitchFamily="18" charset="0"/>
                        </a:rPr>
                        <m:t> </m:t>
                      </m:r>
                      <m:r>
                        <m:rPr>
                          <m:lit/>
                        </m:rPr>
                        <a:rPr lang="en-DK" sz="2000" i="1" kern="100">
                          <a:effectLst/>
                          <a:latin typeface="Cambria Math" panose="02040503050406030204" pitchFamily="18" charset="0"/>
                          <a:ea typeface="Yu Gothic" panose="020B0400000000000000" pitchFamily="34" charset="-128"/>
                          <a:cs typeface="Times New Roman" panose="02020603050405020304" pitchFamily="18" charset="0"/>
                        </a:rPr>
                        <m:t>}</m:t>
                      </m:r>
                      <m:r>
                        <a:rPr lang="en-DK" sz="2000" i="1" kern="100">
                          <a:effectLst/>
                          <a:latin typeface="Cambria Math" panose="02040503050406030204" pitchFamily="18" charset="0"/>
                          <a:ea typeface="Yu Gothic" panose="020B0400000000000000" pitchFamily="34" charset="-128"/>
                          <a:cs typeface="Times New Roman" panose="02020603050405020304" pitchFamily="18" charset="0"/>
                        </a:rPr>
                        <m:t> ∪</m:t>
                      </m:r>
                      <m:r>
                        <m:rPr>
                          <m:lit/>
                        </m:rPr>
                        <a:rPr lang="en-DK" sz="2000" i="1" kern="100">
                          <a:effectLst/>
                          <a:latin typeface="Cambria Math" panose="02040503050406030204" pitchFamily="18" charset="0"/>
                          <a:ea typeface="Yu Gothic" panose="020B0400000000000000" pitchFamily="34" charset="-128"/>
                          <a:cs typeface="Times New Roman" panose="02020603050405020304" pitchFamily="18" charset="0"/>
                        </a:rPr>
                        <m:t>{</m:t>
                      </m:r>
                      <m:r>
                        <a:rPr lang="en-DK" sz="2000" i="1" kern="100">
                          <a:effectLst/>
                          <a:latin typeface="Cambria Math" panose="02040503050406030204" pitchFamily="18" charset="0"/>
                          <a:ea typeface="Yu Gothic" panose="020B0400000000000000" pitchFamily="34" charset="-128"/>
                          <a:cs typeface="Times New Roman" panose="02020603050405020304" pitchFamily="18" charset="0"/>
                        </a:rPr>
                        <m:t>𝑆𝑜𝑓</m:t>
                      </m:r>
                      <m:r>
                        <a:rPr lang="en-US" sz="2000" b="0" i="1" kern="100" smtClean="0">
                          <a:effectLst/>
                          <a:latin typeface="Cambria Math" panose="02040503050406030204" pitchFamily="18" charset="0"/>
                          <a:ea typeface="Yu Gothic" panose="020B0400000000000000" pitchFamily="34" charset="-128"/>
                          <a:cs typeface="Times New Roman" panose="02020603050405020304" pitchFamily="18" charset="0"/>
                        </a:rPr>
                        <m:t>𝑡</m:t>
                      </m:r>
                      <m:r>
                        <a:rPr lang="en-DK" sz="2000" i="1" kern="100">
                          <a:effectLst/>
                          <a:latin typeface="Cambria Math" panose="02040503050406030204" pitchFamily="18" charset="0"/>
                          <a:ea typeface="Yu Gothic" panose="020B0400000000000000" pitchFamily="34" charset="-128"/>
                          <a:cs typeface="Times New Roman" panose="02020603050405020304" pitchFamily="18" charset="0"/>
                        </a:rPr>
                        <m:t>𝑤𝑎𝑟𝑒</m:t>
                      </m:r>
                      <m:r>
                        <a:rPr lang="en-DK" sz="2000" i="1" kern="100">
                          <a:effectLst/>
                          <a:latin typeface="Cambria Math" panose="02040503050406030204" pitchFamily="18" charset="0"/>
                          <a:ea typeface="Yu Gothic" panose="020B0400000000000000" pitchFamily="34" charset="-128"/>
                          <a:cs typeface="Times New Roman" panose="02020603050405020304" pitchFamily="18" charset="0"/>
                        </a:rPr>
                        <m:t> </m:t>
                      </m:r>
                      <m:r>
                        <m:rPr>
                          <m:lit/>
                        </m:rPr>
                        <a:rPr lang="en-DK" sz="2000" i="1" kern="100">
                          <a:effectLst/>
                          <a:latin typeface="Cambria Math" panose="02040503050406030204" pitchFamily="18" charset="0"/>
                          <a:ea typeface="Yu Gothic" panose="020B0400000000000000" pitchFamily="34" charset="-128"/>
                          <a:cs typeface="Times New Roman" panose="02020603050405020304" pitchFamily="18" charset="0"/>
                        </a:rPr>
                        <m:t>}</m:t>
                      </m:r>
                      <m:r>
                        <a:rPr lang="en-DK" sz="2000" i="1" kern="100">
                          <a:effectLst/>
                          <a:latin typeface="Cambria Math" panose="02040503050406030204" pitchFamily="18" charset="0"/>
                          <a:ea typeface="Yu Gothic" panose="020B0400000000000000" pitchFamily="34" charset="-128"/>
                          <a:cs typeface="Times New Roman" panose="02020603050405020304" pitchFamily="18" charset="0"/>
                        </a:rPr>
                        <m:t> ≡</m:t>
                      </m:r>
                      <m:r>
                        <a:rPr lang="en-DK" sz="2000" i="1" kern="100">
                          <a:effectLst/>
                          <a:latin typeface="Cambria Math" panose="02040503050406030204" pitchFamily="18" charset="0"/>
                          <a:ea typeface="Yu Gothic" panose="020B0400000000000000" pitchFamily="34" charset="-128"/>
                          <a:cs typeface="Times New Roman" panose="02020603050405020304" pitchFamily="18" charset="0"/>
                        </a:rPr>
                        <m:t>𝐷𝑜𝑚𝑎𝑖𝑛</m:t>
                      </m:r>
                    </m:oMath>
                  </m:oMathPara>
                </a14:m>
                <a:endParaRPr lang="en-DK" sz="2000" kern="100" dirty="0">
                  <a:effectLst/>
                  <a:latin typeface="Aptos" panose="020B0004020202020204" pitchFamily="34" charset="0"/>
                  <a:ea typeface="Yu Gothic" panose="020B0400000000000000" pitchFamily="34" charset="-128"/>
                  <a:cs typeface="Times New Roman" panose="02020603050405020304" pitchFamily="18" charset="0"/>
                </a:endParaRPr>
              </a:p>
              <a:p>
                <a:pPr>
                  <a:lnSpc>
                    <a:spcPct val="115000"/>
                  </a:lnSpc>
                  <a:spcAft>
                    <a:spcPts val="800"/>
                  </a:spcAft>
                  <a:buNone/>
                </a:pPr>
                <a:r>
                  <a:rPr lang="en-DK" sz="2400" kern="100" dirty="0">
                    <a:effectLst/>
                    <a:latin typeface="Aptos" panose="020B0004020202020204" pitchFamily="34" charset="0"/>
                    <a:ea typeface="Yu Gothic" panose="020B0400000000000000" pitchFamily="34" charset="-128"/>
                    <a:cs typeface="Times New Roman" panose="02020603050405020304" pitchFamily="18" charset="0"/>
                  </a:rPr>
                  <a:t> </a:t>
                </a:r>
              </a:p>
              <a:p>
                <a:pPr>
                  <a:lnSpc>
                    <a:spcPct val="115000"/>
                  </a:lnSpc>
                  <a:spcAft>
                    <a:spcPts val="800"/>
                  </a:spcAft>
                  <a:buNone/>
                </a:pPr>
                <a:r>
                  <a:rPr lang="en-DK" sz="2400" kern="100" dirty="0">
                    <a:effectLst/>
                    <a:latin typeface="Aptos" panose="020B0004020202020204" pitchFamily="34" charset="0"/>
                    <a:ea typeface="Yu Gothic" panose="020B0400000000000000" pitchFamily="34" charset="-128"/>
                    <a:cs typeface="Times New Roman" panose="02020603050405020304" pitchFamily="18" charset="0"/>
                  </a:rPr>
                  <a:t> </a:t>
                </a:r>
              </a:p>
            </p:txBody>
          </p:sp>
        </mc:Choice>
        <mc:Fallback xmlns="">
          <p:sp>
            <p:nvSpPr>
              <p:cNvPr id="6" name="TextBox 5">
                <a:extLst>
                  <a:ext uri="{FF2B5EF4-FFF2-40B4-BE49-F238E27FC236}">
                    <a16:creationId xmlns:a16="http://schemas.microsoft.com/office/drawing/2014/main" id="{D90D2137-F607-87C7-FFD9-1CF2CC0D8972}"/>
                  </a:ext>
                </a:extLst>
              </p:cNvPr>
              <p:cNvSpPr txBox="1">
                <a:spLocks noRot="1" noChangeAspect="1" noMove="1" noResize="1" noEditPoints="1" noAdjustHandles="1" noChangeArrowheads="1" noChangeShapeType="1" noTextEdit="1"/>
              </p:cNvSpPr>
              <p:nvPr/>
            </p:nvSpPr>
            <p:spPr>
              <a:xfrm>
                <a:off x="0" y="1155558"/>
                <a:ext cx="11804356" cy="1479957"/>
              </a:xfrm>
              <a:prstGeom prst="rect">
                <a:avLst/>
              </a:prstGeom>
              <a:blipFill>
                <a:blip r:embed="rId3"/>
                <a:stretch>
                  <a:fillRect/>
                </a:stretch>
              </a:blipFill>
            </p:spPr>
            <p:txBody>
              <a:bodyPr/>
              <a:lstStyle/>
              <a:p>
                <a:r>
                  <a:rPr lang="en-DK">
                    <a:noFill/>
                  </a:rPr>
                  <a:t> </a:t>
                </a:r>
              </a:p>
            </p:txBody>
          </p:sp>
        </mc:Fallback>
      </mc:AlternateContent>
      <p:sp>
        <p:nvSpPr>
          <p:cNvPr id="8" name="TextBox 7">
            <a:extLst>
              <a:ext uri="{FF2B5EF4-FFF2-40B4-BE49-F238E27FC236}">
                <a16:creationId xmlns:a16="http://schemas.microsoft.com/office/drawing/2014/main" id="{BD9A6C36-32D2-4C0F-3705-B8EB9BBCE240}"/>
              </a:ext>
            </a:extLst>
          </p:cNvPr>
          <p:cNvSpPr txBox="1"/>
          <p:nvPr/>
        </p:nvSpPr>
        <p:spPr>
          <a:xfrm>
            <a:off x="2880368" y="2906546"/>
            <a:ext cx="894797" cy="338554"/>
          </a:xfrm>
          <a:prstGeom prst="rect">
            <a:avLst/>
          </a:prstGeom>
          <a:noFill/>
        </p:spPr>
        <p:txBody>
          <a:bodyPr wrap="none" rtlCol="0">
            <a:spAutoFit/>
          </a:bodyPr>
          <a:lstStyle/>
          <a:p>
            <a:pPr algn="l"/>
            <a:r>
              <a:rPr lang="en-US" sz="1600" dirty="0"/>
              <a:t>Domain</a:t>
            </a:r>
            <a:endParaRPr lang="en-DK" sz="1600" dirty="0"/>
          </a:p>
        </p:txBody>
      </p:sp>
      <p:sp>
        <p:nvSpPr>
          <p:cNvPr id="9" name="Rectangle 8">
            <a:extLst>
              <a:ext uri="{FF2B5EF4-FFF2-40B4-BE49-F238E27FC236}">
                <a16:creationId xmlns:a16="http://schemas.microsoft.com/office/drawing/2014/main" id="{DE47D494-B5E0-913D-28DF-2894AB7A7355}"/>
              </a:ext>
            </a:extLst>
          </p:cNvPr>
          <p:cNvSpPr/>
          <p:nvPr/>
        </p:nvSpPr>
        <p:spPr>
          <a:xfrm>
            <a:off x="2989782" y="3647054"/>
            <a:ext cx="1922585" cy="1385277"/>
          </a:xfrm>
          <a:prstGeom prst="rect">
            <a:avLst/>
          </a:prstGeom>
          <a:noFill/>
          <a:ln w="38100">
            <a:solidFill>
              <a:srgbClr val="4D4D4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K" sz="1600"/>
          </a:p>
        </p:txBody>
      </p:sp>
      <p:sp>
        <p:nvSpPr>
          <p:cNvPr id="11" name="TextBox 10">
            <a:extLst>
              <a:ext uri="{FF2B5EF4-FFF2-40B4-BE49-F238E27FC236}">
                <a16:creationId xmlns:a16="http://schemas.microsoft.com/office/drawing/2014/main" id="{8036A303-FC2A-8523-050E-1104E39E6625}"/>
              </a:ext>
            </a:extLst>
          </p:cNvPr>
          <p:cNvSpPr txBox="1"/>
          <p:nvPr/>
        </p:nvSpPr>
        <p:spPr>
          <a:xfrm>
            <a:off x="3047881" y="3737982"/>
            <a:ext cx="1790875" cy="338554"/>
          </a:xfrm>
          <a:prstGeom prst="rect">
            <a:avLst/>
          </a:prstGeom>
          <a:noFill/>
        </p:spPr>
        <p:txBody>
          <a:bodyPr wrap="none" rtlCol="0">
            <a:spAutoFit/>
          </a:bodyPr>
          <a:lstStyle/>
          <a:p>
            <a:pPr algn="l"/>
            <a:r>
              <a:rPr lang="en-US" sz="1600" dirty="0"/>
              <a:t>Software system 1</a:t>
            </a:r>
            <a:endParaRPr lang="en-DK" sz="1600" dirty="0"/>
          </a:p>
        </p:txBody>
      </p:sp>
      <p:sp>
        <p:nvSpPr>
          <p:cNvPr id="12" name="Rectangle 11">
            <a:extLst>
              <a:ext uri="{FF2B5EF4-FFF2-40B4-BE49-F238E27FC236}">
                <a16:creationId xmlns:a16="http://schemas.microsoft.com/office/drawing/2014/main" id="{5341464F-3697-8E9E-EAA8-9018F3DE6C2F}"/>
              </a:ext>
            </a:extLst>
          </p:cNvPr>
          <p:cNvSpPr/>
          <p:nvPr/>
        </p:nvSpPr>
        <p:spPr>
          <a:xfrm>
            <a:off x="7346862" y="3647054"/>
            <a:ext cx="1922585" cy="1385277"/>
          </a:xfrm>
          <a:prstGeom prst="rect">
            <a:avLst/>
          </a:prstGeom>
          <a:noFill/>
          <a:ln w="38100">
            <a:solidFill>
              <a:srgbClr val="4D4D4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K" sz="1600"/>
          </a:p>
        </p:txBody>
      </p:sp>
      <p:sp>
        <p:nvSpPr>
          <p:cNvPr id="13" name="TextBox 12">
            <a:extLst>
              <a:ext uri="{FF2B5EF4-FFF2-40B4-BE49-F238E27FC236}">
                <a16:creationId xmlns:a16="http://schemas.microsoft.com/office/drawing/2014/main" id="{8261F213-2059-EE2E-1055-D1CB8A8FDADC}"/>
              </a:ext>
            </a:extLst>
          </p:cNvPr>
          <p:cNvSpPr txBox="1"/>
          <p:nvPr/>
        </p:nvSpPr>
        <p:spPr>
          <a:xfrm>
            <a:off x="7404961" y="3737982"/>
            <a:ext cx="1818126" cy="338554"/>
          </a:xfrm>
          <a:prstGeom prst="rect">
            <a:avLst/>
          </a:prstGeom>
          <a:noFill/>
        </p:spPr>
        <p:txBody>
          <a:bodyPr wrap="none" rtlCol="0">
            <a:spAutoFit/>
          </a:bodyPr>
          <a:lstStyle/>
          <a:p>
            <a:pPr algn="l"/>
            <a:r>
              <a:rPr lang="en-US" sz="1600" dirty="0"/>
              <a:t>Software system 2</a:t>
            </a:r>
            <a:endParaRPr lang="en-DK" sz="1600" dirty="0"/>
          </a:p>
        </p:txBody>
      </p:sp>
      <p:grpSp>
        <p:nvGrpSpPr>
          <p:cNvPr id="19" name="Group 18">
            <a:extLst>
              <a:ext uri="{FF2B5EF4-FFF2-40B4-BE49-F238E27FC236}">
                <a16:creationId xmlns:a16="http://schemas.microsoft.com/office/drawing/2014/main" id="{762DCA10-8569-342A-E9C8-B00D8ED188C6}"/>
              </a:ext>
            </a:extLst>
          </p:cNvPr>
          <p:cNvGrpSpPr/>
          <p:nvPr/>
        </p:nvGrpSpPr>
        <p:grpSpPr>
          <a:xfrm>
            <a:off x="5103845" y="4178317"/>
            <a:ext cx="2051539" cy="322749"/>
            <a:chOff x="4165600" y="3924913"/>
            <a:chExt cx="2051539" cy="322749"/>
          </a:xfrm>
        </p:grpSpPr>
        <p:cxnSp>
          <p:nvCxnSpPr>
            <p:cNvPr id="15" name="Straight Connector 14">
              <a:extLst>
                <a:ext uri="{FF2B5EF4-FFF2-40B4-BE49-F238E27FC236}">
                  <a16:creationId xmlns:a16="http://schemas.microsoft.com/office/drawing/2014/main" id="{22F1F2D2-B7BA-8F88-8667-3815CF98DE86}"/>
                </a:ext>
              </a:extLst>
            </p:cNvPr>
            <p:cNvCxnSpPr/>
            <p:nvPr/>
          </p:nvCxnSpPr>
          <p:spPr>
            <a:xfrm>
              <a:off x="4165600" y="3924913"/>
              <a:ext cx="0" cy="322749"/>
            </a:xfrm>
            <a:prstGeom prst="line">
              <a:avLst/>
            </a:prstGeom>
            <a:ln w="34925">
              <a:solidFill>
                <a:srgbClr val="092844"/>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D64EF2DE-A4D1-B9D3-0E2F-15CCEC0659DD}"/>
                </a:ext>
              </a:extLst>
            </p:cNvPr>
            <p:cNvCxnSpPr/>
            <p:nvPr/>
          </p:nvCxnSpPr>
          <p:spPr>
            <a:xfrm>
              <a:off x="6217139" y="3924913"/>
              <a:ext cx="0" cy="322749"/>
            </a:xfrm>
            <a:prstGeom prst="line">
              <a:avLst/>
            </a:prstGeom>
            <a:ln w="34925">
              <a:solidFill>
                <a:srgbClr val="092844"/>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125E80CE-C82F-7CC0-1C67-54A025443088}"/>
                </a:ext>
              </a:extLst>
            </p:cNvPr>
            <p:cNvCxnSpPr/>
            <p:nvPr/>
          </p:nvCxnSpPr>
          <p:spPr>
            <a:xfrm>
              <a:off x="4165600" y="4079635"/>
              <a:ext cx="2051539" cy="0"/>
            </a:xfrm>
            <a:prstGeom prst="line">
              <a:avLst/>
            </a:prstGeom>
            <a:ln w="34925">
              <a:solidFill>
                <a:srgbClr val="092844"/>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grpSp>
      <p:sp>
        <p:nvSpPr>
          <p:cNvPr id="20" name="TextBox 19">
            <a:extLst>
              <a:ext uri="{FF2B5EF4-FFF2-40B4-BE49-F238E27FC236}">
                <a16:creationId xmlns:a16="http://schemas.microsoft.com/office/drawing/2014/main" id="{09AF84AC-33B4-C791-1184-69FDB7E0B762}"/>
              </a:ext>
            </a:extLst>
          </p:cNvPr>
          <p:cNvSpPr txBox="1"/>
          <p:nvPr/>
        </p:nvSpPr>
        <p:spPr>
          <a:xfrm>
            <a:off x="5103845" y="3839763"/>
            <a:ext cx="2081019" cy="338554"/>
          </a:xfrm>
          <a:prstGeom prst="rect">
            <a:avLst/>
          </a:prstGeom>
          <a:noFill/>
        </p:spPr>
        <p:txBody>
          <a:bodyPr wrap="none" rtlCol="0">
            <a:spAutoFit/>
          </a:bodyPr>
          <a:lstStyle/>
          <a:p>
            <a:pPr algn="l"/>
            <a:r>
              <a:rPr lang="en-US" sz="1600" dirty="0"/>
              <a:t>Terminology Relation</a:t>
            </a:r>
            <a:endParaRPr lang="en-DK" sz="1600" dirty="0"/>
          </a:p>
        </p:txBody>
      </p:sp>
      <p:pic>
        <p:nvPicPr>
          <p:cNvPr id="23" name="Graphic 22" descr="Head with gears outline">
            <a:extLst>
              <a:ext uri="{FF2B5EF4-FFF2-40B4-BE49-F238E27FC236}">
                <a16:creationId xmlns:a16="http://schemas.microsoft.com/office/drawing/2014/main" id="{4F1E5C76-DC6C-8A12-9090-F3EF7E98B465}"/>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047881" y="4478490"/>
            <a:ext cx="457200" cy="457200"/>
          </a:xfrm>
          <a:prstGeom prst="rect">
            <a:avLst/>
          </a:prstGeom>
        </p:spPr>
      </p:pic>
      <p:pic>
        <p:nvPicPr>
          <p:cNvPr id="24" name="Graphic 23" descr="Head with gears outline">
            <a:extLst>
              <a:ext uri="{FF2B5EF4-FFF2-40B4-BE49-F238E27FC236}">
                <a16:creationId xmlns:a16="http://schemas.microsoft.com/office/drawing/2014/main" id="{FDFE6813-505E-FDD5-CC78-B77153AC5B97}"/>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467958" y="4478490"/>
            <a:ext cx="457200" cy="457200"/>
          </a:xfrm>
          <a:prstGeom prst="rect">
            <a:avLst/>
          </a:prstGeom>
        </p:spPr>
      </p:pic>
      <p:pic>
        <p:nvPicPr>
          <p:cNvPr id="25" name="Graphic 24" descr="Head with gears outline">
            <a:extLst>
              <a:ext uri="{FF2B5EF4-FFF2-40B4-BE49-F238E27FC236}">
                <a16:creationId xmlns:a16="http://schemas.microsoft.com/office/drawing/2014/main" id="{9E2566EC-0DE1-93C1-B259-4B08F184ED9B}"/>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496789" y="4510095"/>
            <a:ext cx="457200" cy="457200"/>
          </a:xfrm>
          <a:prstGeom prst="rect">
            <a:avLst/>
          </a:prstGeom>
        </p:spPr>
      </p:pic>
      <p:pic>
        <p:nvPicPr>
          <p:cNvPr id="26" name="Graphic 25" descr="Head with gears outline">
            <a:extLst>
              <a:ext uri="{FF2B5EF4-FFF2-40B4-BE49-F238E27FC236}">
                <a16:creationId xmlns:a16="http://schemas.microsoft.com/office/drawing/2014/main" id="{974D7420-19DA-DED5-FA38-847D223DF800}"/>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931979" y="4515398"/>
            <a:ext cx="457200" cy="457200"/>
          </a:xfrm>
          <a:prstGeom prst="rect">
            <a:avLst/>
          </a:prstGeom>
        </p:spPr>
      </p:pic>
      <p:pic>
        <p:nvPicPr>
          <p:cNvPr id="27" name="Graphic 26" descr="Head with gears outline">
            <a:extLst>
              <a:ext uri="{FF2B5EF4-FFF2-40B4-BE49-F238E27FC236}">
                <a16:creationId xmlns:a16="http://schemas.microsoft.com/office/drawing/2014/main" id="{A5171D14-A1BD-FD21-042A-A7188B59A868}"/>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352056" y="4520701"/>
            <a:ext cx="457200" cy="457200"/>
          </a:xfrm>
          <a:prstGeom prst="rect">
            <a:avLst/>
          </a:prstGeom>
        </p:spPr>
      </p:pic>
    </p:spTree>
    <p:extLst>
      <p:ext uri="{BB962C8B-B14F-4D97-AF65-F5344CB8AC3E}">
        <p14:creationId xmlns:p14="http://schemas.microsoft.com/office/powerpoint/2010/main" val="232943853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9" name="Group 48">
            <a:extLst>
              <a:ext uri="{FF2B5EF4-FFF2-40B4-BE49-F238E27FC236}">
                <a16:creationId xmlns:a16="http://schemas.microsoft.com/office/drawing/2014/main" id="{95AE5A0A-6764-8FA6-0022-175FDA680FB2}"/>
              </a:ext>
            </a:extLst>
          </p:cNvPr>
          <p:cNvGrpSpPr/>
          <p:nvPr/>
        </p:nvGrpSpPr>
        <p:grpSpPr>
          <a:xfrm>
            <a:off x="10067294" y="5152604"/>
            <a:ext cx="344549" cy="406945"/>
            <a:chOff x="10004186" y="2411762"/>
            <a:chExt cx="344549" cy="406945"/>
          </a:xfrm>
        </p:grpSpPr>
        <p:sp>
          <p:nvSpPr>
            <p:cNvPr id="50" name="Freeform: Shape 49">
              <a:extLst>
                <a:ext uri="{FF2B5EF4-FFF2-40B4-BE49-F238E27FC236}">
                  <a16:creationId xmlns:a16="http://schemas.microsoft.com/office/drawing/2014/main" id="{62BCE4E7-2B4F-A926-6A0F-71F30139A072}"/>
                </a:ext>
              </a:extLst>
            </p:cNvPr>
            <p:cNvSpPr/>
            <p:nvPr/>
          </p:nvSpPr>
          <p:spPr>
            <a:xfrm rot="14812436">
              <a:off x="9986587" y="2429361"/>
              <a:ext cx="379748" cy="344549"/>
            </a:xfrm>
            <a:custGeom>
              <a:avLst/>
              <a:gdLst>
                <a:gd name="connsiteX0" fmla="*/ 379025 w 379748"/>
                <a:gd name="connsiteY0" fmla="*/ 101115 h 344549"/>
                <a:gd name="connsiteX1" fmla="*/ 373863 w 379748"/>
                <a:gd name="connsiteY1" fmla="*/ 95972 h 344549"/>
                <a:gd name="connsiteX2" fmla="*/ 142958 w 379748"/>
                <a:gd name="connsiteY2" fmla="*/ 722 h 344549"/>
                <a:gd name="connsiteX3" fmla="*/ 130521 w 379748"/>
                <a:gd name="connsiteY3" fmla="*/ 5897 h 344549"/>
                <a:gd name="connsiteX4" fmla="*/ 130518 w 379748"/>
                <a:gd name="connsiteY4" fmla="*/ 5903 h 344549"/>
                <a:gd name="connsiteX5" fmla="*/ 101857 w 379748"/>
                <a:gd name="connsiteY5" fmla="*/ 75569 h 344549"/>
                <a:gd name="connsiteX6" fmla="*/ 21908 w 379748"/>
                <a:gd name="connsiteY6" fmla="*/ 65728 h 344549"/>
                <a:gd name="connsiteX7" fmla="*/ 12067 w 379748"/>
                <a:gd name="connsiteY7" fmla="*/ 145678 h 344549"/>
                <a:gd name="connsiteX8" fmla="*/ 37335 w 379748"/>
                <a:gd name="connsiteY8" fmla="*/ 164094 h 344549"/>
                <a:gd name="connsiteX9" fmla="*/ 64529 w 379748"/>
                <a:gd name="connsiteY9" fmla="*/ 166676 h 344549"/>
                <a:gd name="connsiteX10" fmla="*/ 35392 w 379748"/>
                <a:gd name="connsiteY10" fmla="*/ 235732 h 344549"/>
                <a:gd name="connsiteX11" fmla="*/ 40474 w 379748"/>
                <a:gd name="connsiteY11" fmla="*/ 248207 h 344549"/>
                <a:gd name="connsiteX12" fmla="*/ 40574 w 379748"/>
                <a:gd name="connsiteY12" fmla="*/ 248248 h 344549"/>
                <a:gd name="connsiteX13" fmla="*/ 123632 w 379748"/>
                <a:gd name="connsiteY13" fmla="*/ 282119 h 344549"/>
                <a:gd name="connsiteX14" fmla="*/ 136045 w 379748"/>
                <a:gd name="connsiteY14" fmla="*/ 276887 h 344549"/>
                <a:gd name="connsiteX15" fmla="*/ 135433 w 379748"/>
                <a:gd name="connsiteY15" fmla="*/ 268469 h 344549"/>
                <a:gd name="connsiteX16" fmla="*/ 134481 w 379748"/>
                <a:gd name="connsiteY16" fmla="*/ 232846 h 344549"/>
                <a:gd name="connsiteX17" fmla="*/ 190960 w 379748"/>
                <a:gd name="connsiteY17" fmla="*/ 208870 h 344549"/>
                <a:gd name="connsiteX18" fmla="*/ 214935 w 379748"/>
                <a:gd name="connsiteY18" fmla="*/ 265350 h 344549"/>
                <a:gd name="connsiteX19" fmla="*/ 214548 w 379748"/>
                <a:gd name="connsiteY19" fmla="*/ 266279 h 344549"/>
                <a:gd name="connsiteX20" fmla="*/ 189144 w 379748"/>
                <a:gd name="connsiteY20" fmla="*/ 291625 h 344549"/>
                <a:gd name="connsiteX21" fmla="*/ 182151 w 379748"/>
                <a:gd name="connsiteY21" fmla="*/ 303138 h 344549"/>
                <a:gd name="connsiteX22" fmla="*/ 187868 w 379748"/>
                <a:gd name="connsiteY22" fmla="*/ 309722 h 344549"/>
                <a:gd name="connsiteX23" fmla="*/ 271421 w 379748"/>
                <a:gd name="connsiteY23" fmla="*/ 343822 h 344549"/>
                <a:gd name="connsiteX24" fmla="*/ 283867 w 379748"/>
                <a:gd name="connsiteY24" fmla="*/ 338668 h 344549"/>
                <a:gd name="connsiteX25" fmla="*/ 283871 w 379748"/>
                <a:gd name="connsiteY25" fmla="*/ 338659 h 344549"/>
                <a:gd name="connsiteX26" fmla="*/ 379035 w 379748"/>
                <a:gd name="connsiteY26" fmla="*/ 108373 h 344549"/>
                <a:gd name="connsiteX27" fmla="*/ 379025 w 379748"/>
                <a:gd name="connsiteY27" fmla="*/ 101115 h 344549"/>
                <a:gd name="connsiteX28" fmla="*/ 269888 w 379748"/>
                <a:gd name="connsiteY28" fmla="*/ 322638 h 344549"/>
                <a:gd name="connsiteX29" fmla="*/ 214033 w 379748"/>
                <a:gd name="connsiteY29" fmla="*/ 299778 h 344549"/>
                <a:gd name="connsiteX30" fmla="*/ 232131 w 379748"/>
                <a:gd name="connsiteY30" fmla="*/ 273584 h 344549"/>
                <a:gd name="connsiteX31" fmla="*/ 196342 w 379748"/>
                <a:gd name="connsiteY31" fmla="*/ 192849 h 344549"/>
                <a:gd name="connsiteX32" fmla="*/ 115607 w 379748"/>
                <a:gd name="connsiteY32" fmla="*/ 228639 h 344549"/>
                <a:gd name="connsiteX33" fmla="*/ 111668 w 379748"/>
                <a:gd name="connsiteY33" fmla="*/ 256639 h 344549"/>
                <a:gd name="connsiteX34" fmla="*/ 56709 w 379748"/>
                <a:gd name="connsiteY34" fmla="*/ 234217 h 344549"/>
                <a:gd name="connsiteX35" fmla="*/ 90827 w 379748"/>
                <a:gd name="connsiteY35" fmla="*/ 153350 h 344549"/>
                <a:gd name="connsiteX36" fmla="*/ 85741 w 379748"/>
                <a:gd name="connsiteY36" fmla="*/ 140877 h 344549"/>
                <a:gd name="connsiteX37" fmla="*/ 76883 w 379748"/>
                <a:gd name="connsiteY37" fmla="*/ 141654 h 344549"/>
                <a:gd name="connsiteX38" fmla="*/ 43945 w 379748"/>
                <a:gd name="connsiteY38" fmla="*/ 146197 h 344549"/>
                <a:gd name="connsiteX39" fmla="*/ 21395 w 379748"/>
                <a:gd name="connsiteY39" fmla="*/ 97253 h 344549"/>
                <a:gd name="connsiteX40" fmla="*/ 70339 w 379748"/>
                <a:gd name="connsiteY40" fmla="*/ 74702 h 344549"/>
                <a:gd name="connsiteX41" fmla="*/ 93818 w 379748"/>
                <a:gd name="connsiteY41" fmla="*/ 100753 h 344549"/>
                <a:gd name="connsiteX42" fmla="*/ 105671 w 379748"/>
                <a:gd name="connsiteY42" fmla="*/ 107152 h 344549"/>
                <a:gd name="connsiteX43" fmla="*/ 111754 w 379748"/>
                <a:gd name="connsiteY43" fmla="*/ 101648 h 344549"/>
                <a:gd name="connsiteX44" fmla="*/ 144548 w 379748"/>
                <a:gd name="connsiteY44" fmla="*/ 21934 h 344549"/>
                <a:gd name="connsiteX45" fmla="*/ 357823 w 379748"/>
                <a:gd name="connsiteY45" fmla="*/ 109945 h 3445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379748" h="344549">
                  <a:moveTo>
                    <a:pt x="379025" y="101115"/>
                  </a:moveTo>
                  <a:cubicBezTo>
                    <a:pt x="378055" y="98784"/>
                    <a:pt x="376197" y="96934"/>
                    <a:pt x="373863" y="95972"/>
                  </a:cubicBezTo>
                  <a:lnTo>
                    <a:pt x="142958" y="722"/>
                  </a:lnTo>
                  <a:cubicBezTo>
                    <a:pt x="138094" y="-1283"/>
                    <a:pt x="132526" y="1033"/>
                    <a:pt x="130521" y="5897"/>
                  </a:cubicBezTo>
                  <a:cubicBezTo>
                    <a:pt x="130520" y="5898"/>
                    <a:pt x="130519" y="5901"/>
                    <a:pt x="130518" y="5903"/>
                  </a:cubicBezTo>
                  <a:lnTo>
                    <a:pt x="101857" y="75569"/>
                  </a:lnTo>
                  <a:cubicBezTo>
                    <a:pt x="82498" y="50775"/>
                    <a:pt x="46703" y="46368"/>
                    <a:pt x="21908" y="65728"/>
                  </a:cubicBezTo>
                  <a:cubicBezTo>
                    <a:pt x="-2887" y="85088"/>
                    <a:pt x="-7293" y="120882"/>
                    <a:pt x="12067" y="145678"/>
                  </a:cubicBezTo>
                  <a:cubicBezTo>
                    <a:pt x="18607" y="154053"/>
                    <a:pt x="27359" y="160433"/>
                    <a:pt x="37335" y="164094"/>
                  </a:cubicBezTo>
                  <a:cubicBezTo>
                    <a:pt x="46016" y="167327"/>
                    <a:pt x="55394" y="168217"/>
                    <a:pt x="64529" y="166676"/>
                  </a:cubicBezTo>
                  <a:lnTo>
                    <a:pt x="35392" y="235732"/>
                  </a:lnTo>
                  <a:cubicBezTo>
                    <a:pt x="33351" y="240580"/>
                    <a:pt x="35626" y="246166"/>
                    <a:pt x="40474" y="248207"/>
                  </a:cubicBezTo>
                  <a:cubicBezTo>
                    <a:pt x="40508" y="248220"/>
                    <a:pt x="40540" y="248234"/>
                    <a:pt x="40574" y="248248"/>
                  </a:cubicBezTo>
                  <a:lnTo>
                    <a:pt x="123632" y="282119"/>
                  </a:lnTo>
                  <a:cubicBezTo>
                    <a:pt x="128505" y="284102"/>
                    <a:pt x="134061" y="281759"/>
                    <a:pt x="136045" y="276887"/>
                  </a:cubicBezTo>
                  <a:cubicBezTo>
                    <a:pt x="137162" y="274139"/>
                    <a:pt x="136936" y="271027"/>
                    <a:pt x="135433" y="268469"/>
                  </a:cubicBezTo>
                  <a:cubicBezTo>
                    <a:pt x="129013" y="257548"/>
                    <a:pt x="128654" y="244095"/>
                    <a:pt x="134481" y="232846"/>
                  </a:cubicBezTo>
                  <a:cubicBezTo>
                    <a:pt x="143456" y="210629"/>
                    <a:pt x="168743" y="199895"/>
                    <a:pt x="190960" y="208870"/>
                  </a:cubicBezTo>
                  <a:cubicBezTo>
                    <a:pt x="213177" y="217846"/>
                    <a:pt x="223911" y="243133"/>
                    <a:pt x="214935" y="265350"/>
                  </a:cubicBezTo>
                  <a:cubicBezTo>
                    <a:pt x="214810" y="265661"/>
                    <a:pt x="214680" y="265971"/>
                    <a:pt x="214548" y="266279"/>
                  </a:cubicBezTo>
                  <a:cubicBezTo>
                    <a:pt x="210925" y="278488"/>
                    <a:pt x="201362" y="288029"/>
                    <a:pt x="189144" y="291625"/>
                  </a:cubicBezTo>
                  <a:cubicBezTo>
                    <a:pt x="184034" y="292872"/>
                    <a:pt x="180903" y="298027"/>
                    <a:pt x="182151" y="303138"/>
                  </a:cubicBezTo>
                  <a:cubicBezTo>
                    <a:pt x="182881" y="306127"/>
                    <a:pt x="185011" y="308580"/>
                    <a:pt x="187868" y="309722"/>
                  </a:cubicBezTo>
                  <a:lnTo>
                    <a:pt x="271421" y="343822"/>
                  </a:lnTo>
                  <a:cubicBezTo>
                    <a:pt x="276281" y="345835"/>
                    <a:pt x="281853" y="343528"/>
                    <a:pt x="283867" y="338668"/>
                  </a:cubicBezTo>
                  <a:cubicBezTo>
                    <a:pt x="283868" y="338665"/>
                    <a:pt x="283870" y="338662"/>
                    <a:pt x="283871" y="338659"/>
                  </a:cubicBezTo>
                  <a:lnTo>
                    <a:pt x="379035" y="108373"/>
                  </a:lnTo>
                  <a:cubicBezTo>
                    <a:pt x="379989" y="106047"/>
                    <a:pt x="379986" y="103438"/>
                    <a:pt x="379025" y="101115"/>
                  </a:cubicBezTo>
                  <a:close/>
                  <a:moveTo>
                    <a:pt x="269888" y="322638"/>
                  </a:moveTo>
                  <a:lnTo>
                    <a:pt x="214033" y="299778"/>
                  </a:lnTo>
                  <a:cubicBezTo>
                    <a:pt x="222074" y="292621"/>
                    <a:pt x="228281" y="283638"/>
                    <a:pt x="232131" y="273584"/>
                  </a:cubicBezTo>
                  <a:cubicBezTo>
                    <a:pt x="244542" y="241407"/>
                    <a:pt x="228519" y="205260"/>
                    <a:pt x="196342" y="192849"/>
                  </a:cubicBezTo>
                  <a:cubicBezTo>
                    <a:pt x="164165" y="180437"/>
                    <a:pt x="128019" y="196461"/>
                    <a:pt x="115607" y="228639"/>
                  </a:cubicBezTo>
                  <a:cubicBezTo>
                    <a:pt x="112170" y="237548"/>
                    <a:pt x="110822" y="247128"/>
                    <a:pt x="111668" y="256639"/>
                  </a:cubicBezTo>
                  <a:lnTo>
                    <a:pt x="56709" y="234217"/>
                  </a:lnTo>
                  <a:lnTo>
                    <a:pt x="90827" y="153350"/>
                  </a:lnTo>
                  <a:cubicBezTo>
                    <a:pt x="92868" y="148501"/>
                    <a:pt x="90590" y="142917"/>
                    <a:pt x="85741" y="140877"/>
                  </a:cubicBezTo>
                  <a:cubicBezTo>
                    <a:pt x="82842" y="139657"/>
                    <a:pt x="79526" y="139948"/>
                    <a:pt x="76883" y="141654"/>
                  </a:cubicBezTo>
                  <a:cubicBezTo>
                    <a:pt x="67271" y="148372"/>
                    <a:pt x="55016" y="150063"/>
                    <a:pt x="43945" y="146197"/>
                  </a:cubicBezTo>
                  <a:cubicBezTo>
                    <a:pt x="24203" y="138908"/>
                    <a:pt x="14106" y="116995"/>
                    <a:pt x="21395" y="97253"/>
                  </a:cubicBezTo>
                  <a:cubicBezTo>
                    <a:pt x="28683" y="77510"/>
                    <a:pt x="50597" y="67414"/>
                    <a:pt x="70339" y="74702"/>
                  </a:cubicBezTo>
                  <a:cubicBezTo>
                    <a:pt x="81758" y="79310"/>
                    <a:pt x="90418" y="88919"/>
                    <a:pt x="93818" y="100753"/>
                  </a:cubicBezTo>
                  <a:cubicBezTo>
                    <a:pt x="95324" y="105794"/>
                    <a:pt x="100632" y="108659"/>
                    <a:pt x="105671" y="107152"/>
                  </a:cubicBezTo>
                  <a:cubicBezTo>
                    <a:pt x="108426" y="106329"/>
                    <a:pt x="110660" y="104307"/>
                    <a:pt x="111754" y="101648"/>
                  </a:cubicBezTo>
                  <a:lnTo>
                    <a:pt x="144548" y="21934"/>
                  </a:lnTo>
                  <a:lnTo>
                    <a:pt x="357823" y="109945"/>
                  </a:lnTo>
                  <a:close/>
                </a:path>
              </a:pathLst>
            </a:custGeom>
            <a:solidFill>
              <a:srgbClr val="000000"/>
            </a:solidFill>
            <a:ln w="9525" cap="flat">
              <a:noFill/>
              <a:prstDash val="solid"/>
              <a:miter/>
            </a:ln>
          </p:spPr>
          <p:txBody>
            <a:bodyPr rtlCol="0" anchor="ctr"/>
            <a:lstStyle/>
            <a:p>
              <a:endParaRPr lang="en-DK"/>
            </a:p>
          </p:txBody>
        </p:sp>
        <p:sp>
          <p:nvSpPr>
            <p:cNvPr id="51" name="Rectangle 50">
              <a:extLst>
                <a:ext uri="{FF2B5EF4-FFF2-40B4-BE49-F238E27FC236}">
                  <a16:creationId xmlns:a16="http://schemas.microsoft.com/office/drawing/2014/main" id="{7D284483-5E31-BF06-7903-579C7987E2BB}"/>
                </a:ext>
              </a:extLst>
            </p:cNvPr>
            <p:cNvSpPr/>
            <p:nvPr/>
          </p:nvSpPr>
          <p:spPr>
            <a:xfrm>
              <a:off x="10090785" y="2720340"/>
              <a:ext cx="201930" cy="9836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K" sz="1600"/>
            </a:p>
          </p:txBody>
        </p:sp>
        <p:cxnSp>
          <p:nvCxnSpPr>
            <p:cNvPr id="52" name="Straight Connector 51">
              <a:extLst>
                <a:ext uri="{FF2B5EF4-FFF2-40B4-BE49-F238E27FC236}">
                  <a16:creationId xmlns:a16="http://schemas.microsoft.com/office/drawing/2014/main" id="{55E8F159-350A-605E-22F6-759DF780301E}"/>
                </a:ext>
              </a:extLst>
            </p:cNvPr>
            <p:cNvCxnSpPr>
              <a:cxnSpLocks/>
              <a:stCxn id="50" idx="2"/>
              <a:endCxn id="50" idx="12"/>
            </p:cNvCxnSpPr>
            <p:nvPr/>
          </p:nvCxnSpPr>
          <p:spPr>
            <a:xfrm flipV="1">
              <a:off x="10037120" y="2709099"/>
              <a:ext cx="267848" cy="3061"/>
            </a:xfrm>
            <a:prstGeom prst="line">
              <a:avLst/>
            </a:prstGeom>
            <a:ln w="19050">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grpSp>
      <p:grpSp>
        <p:nvGrpSpPr>
          <p:cNvPr id="47" name="Group 46">
            <a:extLst>
              <a:ext uri="{FF2B5EF4-FFF2-40B4-BE49-F238E27FC236}">
                <a16:creationId xmlns:a16="http://schemas.microsoft.com/office/drawing/2014/main" id="{2A1F61EE-DC7C-A4A7-0CF3-8032482A1307}"/>
              </a:ext>
            </a:extLst>
          </p:cNvPr>
          <p:cNvGrpSpPr/>
          <p:nvPr/>
        </p:nvGrpSpPr>
        <p:grpSpPr>
          <a:xfrm>
            <a:off x="10034285" y="3662606"/>
            <a:ext cx="344549" cy="406945"/>
            <a:chOff x="10004186" y="2411762"/>
            <a:chExt cx="344549" cy="406945"/>
          </a:xfrm>
        </p:grpSpPr>
        <p:sp>
          <p:nvSpPr>
            <p:cNvPr id="34" name="Freeform: Shape 33">
              <a:extLst>
                <a:ext uri="{FF2B5EF4-FFF2-40B4-BE49-F238E27FC236}">
                  <a16:creationId xmlns:a16="http://schemas.microsoft.com/office/drawing/2014/main" id="{30EB4122-5EA6-43F3-ED4F-40352332649E}"/>
                </a:ext>
              </a:extLst>
            </p:cNvPr>
            <p:cNvSpPr/>
            <p:nvPr/>
          </p:nvSpPr>
          <p:spPr>
            <a:xfrm rot="14812436">
              <a:off x="9986587" y="2429361"/>
              <a:ext cx="379748" cy="344549"/>
            </a:xfrm>
            <a:custGeom>
              <a:avLst/>
              <a:gdLst>
                <a:gd name="connsiteX0" fmla="*/ 379025 w 379748"/>
                <a:gd name="connsiteY0" fmla="*/ 101115 h 344549"/>
                <a:gd name="connsiteX1" fmla="*/ 373863 w 379748"/>
                <a:gd name="connsiteY1" fmla="*/ 95972 h 344549"/>
                <a:gd name="connsiteX2" fmla="*/ 142958 w 379748"/>
                <a:gd name="connsiteY2" fmla="*/ 722 h 344549"/>
                <a:gd name="connsiteX3" fmla="*/ 130521 w 379748"/>
                <a:gd name="connsiteY3" fmla="*/ 5897 h 344549"/>
                <a:gd name="connsiteX4" fmla="*/ 130518 w 379748"/>
                <a:gd name="connsiteY4" fmla="*/ 5903 h 344549"/>
                <a:gd name="connsiteX5" fmla="*/ 101857 w 379748"/>
                <a:gd name="connsiteY5" fmla="*/ 75569 h 344549"/>
                <a:gd name="connsiteX6" fmla="*/ 21908 w 379748"/>
                <a:gd name="connsiteY6" fmla="*/ 65728 h 344549"/>
                <a:gd name="connsiteX7" fmla="*/ 12067 w 379748"/>
                <a:gd name="connsiteY7" fmla="*/ 145678 h 344549"/>
                <a:gd name="connsiteX8" fmla="*/ 37335 w 379748"/>
                <a:gd name="connsiteY8" fmla="*/ 164094 h 344549"/>
                <a:gd name="connsiteX9" fmla="*/ 64529 w 379748"/>
                <a:gd name="connsiteY9" fmla="*/ 166676 h 344549"/>
                <a:gd name="connsiteX10" fmla="*/ 35392 w 379748"/>
                <a:gd name="connsiteY10" fmla="*/ 235732 h 344549"/>
                <a:gd name="connsiteX11" fmla="*/ 40474 w 379748"/>
                <a:gd name="connsiteY11" fmla="*/ 248207 h 344549"/>
                <a:gd name="connsiteX12" fmla="*/ 40574 w 379748"/>
                <a:gd name="connsiteY12" fmla="*/ 248248 h 344549"/>
                <a:gd name="connsiteX13" fmla="*/ 123632 w 379748"/>
                <a:gd name="connsiteY13" fmla="*/ 282119 h 344549"/>
                <a:gd name="connsiteX14" fmla="*/ 136045 w 379748"/>
                <a:gd name="connsiteY14" fmla="*/ 276887 h 344549"/>
                <a:gd name="connsiteX15" fmla="*/ 135433 w 379748"/>
                <a:gd name="connsiteY15" fmla="*/ 268469 h 344549"/>
                <a:gd name="connsiteX16" fmla="*/ 134481 w 379748"/>
                <a:gd name="connsiteY16" fmla="*/ 232846 h 344549"/>
                <a:gd name="connsiteX17" fmla="*/ 190960 w 379748"/>
                <a:gd name="connsiteY17" fmla="*/ 208870 h 344549"/>
                <a:gd name="connsiteX18" fmla="*/ 214935 w 379748"/>
                <a:gd name="connsiteY18" fmla="*/ 265350 h 344549"/>
                <a:gd name="connsiteX19" fmla="*/ 214548 w 379748"/>
                <a:gd name="connsiteY19" fmla="*/ 266279 h 344549"/>
                <a:gd name="connsiteX20" fmla="*/ 189144 w 379748"/>
                <a:gd name="connsiteY20" fmla="*/ 291625 h 344549"/>
                <a:gd name="connsiteX21" fmla="*/ 182151 w 379748"/>
                <a:gd name="connsiteY21" fmla="*/ 303138 h 344549"/>
                <a:gd name="connsiteX22" fmla="*/ 187868 w 379748"/>
                <a:gd name="connsiteY22" fmla="*/ 309722 h 344549"/>
                <a:gd name="connsiteX23" fmla="*/ 271421 w 379748"/>
                <a:gd name="connsiteY23" fmla="*/ 343822 h 344549"/>
                <a:gd name="connsiteX24" fmla="*/ 283867 w 379748"/>
                <a:gd name="connsiteY24" fmla="*/ 338668 h 344549"/>
                <a:gd name="connsiteX25" fmla="*/ 283871 w 379748"/>
                <a:gd name="connsiteY25" fmla="*/ 338659 h 344549"/>
                <a:gd name="connsiteX26" fmla="*/ 379035 w 379748"/>
                <a:gd name="connsiteY26" fmla="*/ 108373 h 344549"/>
                <a:gd name="connsiteX27" fmla="*/ 379025 w 379748"/>
                <a:gd name="connsiteY27" fmla="*/ 101115 h 344549"/>
                <a:gd name="connsiteX28" fmla="*/ 269888 w 379748"/>
                <a:gd name="connsiteY28" fmla="*/ 322638 h 344549"/>
                <a:gd name="connsiteX29" fmla="*/ 214033 w 379748"/>
                <a:gd name="connsiteY29" fmla="*/ 299778 h 344549"/>
                <a:gd name="connsiteX30" fmla="*/ 232131 w 379748"/>
                <a:gd name="connsiteY30" fmla="*/ 273584 h 344549"/>
                <a:gd name="connsiteX31" fmla="*/ 196342 w 379748"/>
                <a:gd name="connsiteY31" fmla="*/ 192849 h 344549"/>
                <a:gd name="connsiteX32" fmla="*/ 115607 w 379748"/>
                <a:gd name="connsiteY32" fmla="*/ 228639 h 344549"/>
                <a:gd name="connsiteX33" fmla="*/ 111668 w 379748"/>
                <a:gd name="connsiteY33" fmla="*/ 256639 h 344549"/>
                <a:gd name="connsiteX34" fmla="*/ 56709 w 379748"/>
                <a:gd name="connsiteY34" fmla="*/ 234217 h 344549"/>
                <a:gd name="connsiteX35" fmla="*/ 90827 w 379748"/>
                <a:gd name="connsiteY35" fmla="*/ 153350 h 344549"/>
                <a:gd name="connsiteX36" fmla="*/ 85741 w 379748"/>
                <a:gd name="connsiteY36" fmla="*/ 140877 h 344549"/>
                <a:gd name="connsiteX37" fmla="*/ 76883 w 379748"/>
                <a:gd name="connsiteY37" fmla="*/ 141654 h 344549"/>
                <a:gd name="connsiteX38" fmla="*/ 43945 w 379748"/>
                <a:gd name="connsiteY38" fmla="*/ 146197 h 344549"/>
                <a:gd name="connsiteX39" fmla="*/ 21395 w 379748"/>
                <a:gd name="connsiteY39" fmla="*/ 97253 h 344549"/>
                <a:gd name="connsiteX40" fmla="*/ 70339 w 379748"/>
                <a:gd name="connsiteY40" fmla="*/ 74702 h 344549"/>
                <a:gd name="connsiteX41" fmla="*/ 93818 w 379748"/>
                <a:gd name="connsiteY41" fmla="*/ 100753 h 344549"/>
                <a:gd name="connsiteX42" fmla="*/ 105671 w 379748"/>
                <a:gd name="connsiteY42" fmla="*/ 107152 h 344549"/>
                <a:gd name="connsiteX43" fmla="*/ 111754 w 379748"/>
                <a:gd name="connsiteY43" fmla="*/ 101648 h 344549"/>
                <a:gd name="connsiteX44" fmla="*/ 144548 w 379748"/>
                <a:gd name="connsiteY44" fmla="*/ 21934 h 344549"/>
                <a:gd name="connsiteX45" fmla="*/ 357823 w 379748"/>
                <a:gd name="connsiteY45" fmla="*/ 109945 h 3445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379748" h="344549">
                  <a:moveTo>
                    <a:pt x="379025" y="101115"/>
                  </a:moveTo>
                  <a:cubicBezTo>
                    <a:pt x="378055" y="98784"/>
                    <a:pt x="376197" y="96934"/>
                    <a:pt x="373863" y="95972"/>
                  </a:cubicBezTo>
                  <a:lnTo>
                    <a:pt x="142958" y="722"/>
                  </a:lnTo>
                  <a:cubicBezTo>
                    <a:pt x="138094" y="-1283"/>
                    <a:pt x="132526" y="1033"/>
                    <a:pt x="130521" y="5897"/>
                  </a:cubicBezTo>
                  <a:cubicBezTo>
                    <a:pt x="130520" y="5898"/>
                    <a:pt x="130519" y="5901"/>
                    <a:pt x="130518" y="5903"/>
                  </a:cubicBezTo>
                  <a:lnTo>
                    <a:pt x="101857" y="75569"/>
                  </a:lnTo>
                  <a:cubicBezTo>
                    <a:pt x="82498" y="50775"/>
                    <a:pt x="46703" y="46368"/>
                    <a:pt x="21908" y="65728"/>
                  </a:cubicBezTo>
                  <a:cubicBezTo>
                    <a:pt x="-2887" y="85088"/>
                    <a:pt x="-7293" y="120882"/>
                    <a:pt x="12067" y="145678"/>
                  </a:cubicBezTo>
                  <a:cubicBezTo>
                    <a:pt x="18607" y="154053"/>
                    <a:pt x="27359" y="160433"/>
                    <a:pt x="37335" y="164094"/>
                  </a:cubicBezTo>
                  <a:cubicBezTo>
                    <a:pt x="46016" y="167327"/>
                    <a:pt x="55394" y="168217"/>
                    <a:pt x="64529" y="166676"/>
                  </a:cubicBezTo>
                  <a:lnTo>
                    <a:pt x="35392" y="235732"/>
                  </a:lnTo>
                  <a:cubicBezTo>
                    <a:pt x="33351" y="240580"/>
                    <a:pt x="35626" y="246166"/>
                    <a:pt x="40474" y="248207"/>
                  </a:cubicBezTo>
                  <a:cubicBezTo>
                    <a:pt x="40508" y="248220"/>
                    <a:pt x="40540" y="248234"/>
                    <a:pt x="40574" y="248248"/>
                  </a:cubicBezTo>
                  <a:lnTo>
                    <a:pt x="123632" y="282119"/>
                  </a:lnTo>
                  <a:cubicBezTo>
                    <a:pt x="128505" y="284102"/>
                    <a:pt x="134061" y="281759"/>
                    <a:pt x="136045" y="276887"/>
                  </a:cubicBezTo>
                  <a:cubicBezTo>
                    <a:pt x="137162" y="274139"/>
                    <a:pt x="136936" y="271027"/>
                    <a:pt x="135433" y="268469"/>
                  </a:cubicBezTo>
                  <a:cubicBezTo>
                    <a:pt x="129013" y="257548"/>
                    <a:pt x="128654" y="244095"/>
                    <a:pt x="134481" y="232846"/>
                  </a:cubicBezTo>
                  <a:cubicBezTo>
                    <a:pt x="143456" y="210629"/>
                    <a:pt x="168743" y="199895"/>
                    <a:pt x="190960" y="208870"/>
                  </a:cubicBezTo>
                  <a:cubicBezTo>
                    <a:pt x="213177" y="217846"/>
                    <a:pt x="223911" y="243133"/>
                    <a:pt x="214935" y="265350"/>
                  </a:cubicBezTo>
                  <a:cubicBezTo>
                    <a:pt x="214810" y="265661"/>
                    <a:pt x="214680" y="265971"/>
                    <a:pt x="214548" y="266279"/>
                  </a:cubicBezTo>
                  <a:cubicBezTo>
                    <a:pt x="210925" y="278488"/>
                    <a:pt x="201362" y="288029"/>
                    <a:pt x="189144" y="291625"/>
                  </a:cubicBezTo>
                  <a:cubicBezTo>
                    <a:pt x="184034" y="292872"/>
                    <a:pt x="180903" y="298027"/>
                    <a:pt x="182151" y="303138"/>
                  </a:cubicBezTo>
                  <a:cubicBezTo>
                    <a:pt x="182881" y="306127"/>
                    <a:pt x="185011" y="308580"/>
                    <a:pt x="187868" y="309722"/>
                  </a:cubicBezTo>
                  <a:lnTo>
                    <a:pt x="271421" y="343822"/>
                  </a:lnTo>
                  <a:cubicBezTo>
                    <a:pt x="276281" y="345835"/>
                    <a:pt x="281853" y="343528"/>
                    <a:pt x="283867" y="338668"/>
                  </a:cubicBezTo>
                  <a:cubicBezTo>
                    <a:pt x="283868" y="338665"/>
                    <a:pt x="283870" y="338662"/>
                    <a:pt x="283871" y="338659"/>
                  </a:cubicBezTo>
                  <a:lnTo>
                    <a:pt x="379035" y="108373"/>
                  </a:lnTo>
                  <a:cubicBezTo>
                    <a:pt x="379989" y="106047"/>
                    <a:pt x="379986" y="103438"/>
                    <a:pt x="379025" y="101115"/>
                  </a:cubicBezTo>
                  <a:close/>
                  <a:moveTo>
                    <a:pt x="269888" y="322638"/>
                  </a:moveTo>
                  <a:lnTo>
                    <a:pt x="214033" y="299778"/>
                  </a:lnTo>
                  <a:cubicBezTo>
                    <a:pt x="222074" y="292621"/>
                    <a:pt x="228281" y="283638"/>
                    <a:pt x="232131" y="273584"/>
                  </a:cubicBezTo>
                  <a:cubicBezTo>
                    <a:pt x="244542" y="241407"/>
                    <a:pt x="228519" y="205260"/>
                    <a:pt x="196342" y="192849"/>
                  </a:cubicBezTo>
                  <a:cubicBezTo>
                    <a:pt x="164165" y="180437"/>
                    <a:pt x="128019" y="196461"/>
                    <a:pt x="115607" y="228639"/>
                  </a:cubicBezTo>
                  <a:cubicBezTo>
                    <a:pt x="112170" y="237548"/>
                    <a:pt x="110822" y="247128"/>
                    <a:pt x="111668" y="256639"/>
                  </a:cubicBezTo>
                  <a:lnTo>
                    <a:pt x="56709" y="234217"/>
                  </a:lnTo>
                  <a:lnTo>
                    <a:pt x="90827" y="153350"/>
                  </a:lnTo>
                  <a:cubicBezTo>
                    <a:pt x="92868" y="148501"/>
                    <a:pt x="90590" y="142917"/>
                    <a:pt x="85741" y="140877"/>
                  </a:cubicBezTo>
                  <a:cubicBezTo>
                    <a:pt x="82842" y="139657"/>
                    <a:pt x="79526" y="139948"/>
                    <a:pt x="76883" y="141654"/>
                  </a:cubicBezTo>
                  <a:cubicBezTo>
                    <a:pt x="67271" y="148372"/>
                    <a:pt x="55016" y="150063"/>
                    <a:pt x="43945" y="146197"/>
                  </a:cubicBezTo>
                  <a:cubicBezTo>
                    <a:pt x="24203" y="138908"/>
                    <a:pt x="14106" y="116995"/>
                    <a:pt x="21395" y="97253"/>
                  </a:cubicBezTo>
                  <a:cubicBezTo>
                    <a:pt x="28683" y="77510"/>
                    <a:pt x="50597" y="67414"/>
                    <a:pt x="70339" y="74702"/>
                  </a:cubicBezTo>
                  <a:cubicBezTo>
                    <a:pt x="81758" y="79310"/>
                    <a:pt x="90418" y="88919"/>
                    <a:pt x="93818" y="100753"/>
                  </a:cubicBezTo>
                  <a:cubicBezTo>
                    <a:pt x="95324" y="105794"/>
                    <a:pt x="100632" y="108659"/>
                    <a:pt x="105671" y="107152"/>
                  </a:cubicBezTo>
                  <a:cubicBezTo>
                    <a:pt x="108426" y="106329"/>
                    <a:pt x="110660" y="104307"/>
                    <a:pt x="111754" y="101648"/>
                  </a:cubicBezTo>
                  <a:lnTo>
                    <a:pt x="144548" y="21934"/>
                  </a:lnTo>
                  <a:lnTo>
                    <a:pt x="357823" y="109945"/>
                  </a:lnTo>
                  <a:close/>
                </a:path>
              </a:pathLst>
            </a:custGeom>
            <a:solidFill>
              <a:srgbClr val="000000"/>
            </a:solidFill>
            <a:ln w="9525" cap="flat">
              <a:noFill/>
              <a:prstDash val="solid"/>
              <a:miter/>
            </a:ln>
          </p:spPr>
          <p:txBody>
            <a:bodyPr rtlCol="0" anchor="ctr"/>
            <a:lstStyle/>
            <a:p>
              <a:endParaRPr lang="en-DK"/>
            </a:p>
          </p:txBody>
        </p:sp>
        <p:sp>
          <p:nvSpPr>
            <p:cNvPr id="35" name="Rectangle 34">
              <a:extLst>
                <a:ext uri="{FF2B5EF4-FFF2-40B4-BE49-F238E27FC236}">
                  <a16:creationId xmlns:a16="http://schemas.microsoft.com/office/drawing/2014/main" id="{03460F3C-4D30-F034-597E-846ACE8F43DC}"/>
                </a:ext>
              </a:extLst>
            </p:cNvPr>
            <p:cNvSpPr/>
            <p:nvPr/>
          </p:nvSpPr>
          <p:spPr>
            <a:xfrm>
              <a:off x="10090785" y="2720340"/>
              <a:ext cx="201930" cy="9836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K" sz="1600"/>
            </a:p>
          </p:txBody>
        </p:sp>
        <p:cxnSp>
          <p:nvCxnSpPr>
            <p:cNvPr id="37" name="Straight Connector 36">
              <a:extLst>
                <a:ext uri="{FF2B5EF4-FFF2-40B4-BE49-F238E27FC236}">
                  <a16:creationId xmlns:a16="http://schemas.microsoft.com/office/drawing/2014/main" id="{34653C68-1724-BC87-0924-5D5D9873F587}"/>
                </a:ext>
              </a:extLst>
            </p:cNvPr>
            <p:cNvCxnSpPr>
              <a:cxnSpLocks/>
              <a:stCxn id="34" idx="2"/>
              <a:endCxn id="34" idx="12"/>
            </p:cNvCxnSpPr>
            <p:nvPr/>
          </p:nvCxnSpPr>
          <p:spPr>
            <a:xfrm flipV="1">
              <a:off x="10037120" y="2709099"/>
              <a:ext cx="267848" cy="3061"/>
            </a:xfrm>
            <a:prstGeom prst="line">
              <a:avLst/>
            </a:prstGeom>
            <a:ln w="19050">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4FDD569F-3BD5-628F-E46D-144C7A6FFB2C}"/>
              </a:ext>
            </a:extLst>
          </p:cNvPr>
          <p:cNvSpPr>
            <a:spLocks noGrp="1"/>
          </p:cNvSpPr>
          <p:nvPr>
            <p:ph type="title"/>
          </p:nvPr>
        </p:nvSpPr>
        <p:spPr/>
        <p:txBody>
          <a:bodyPr/>
          <a:lstStyle/>
          <a:p>
            <a:r>
              <a:rPr lang="en-US" dirty="0"/>
              <a:t>IMF has formulated attributes of Aspect views on Systems.</a:t>
            </a:r>
            <a:endParaRPr lang="en-DK" dirty="0"/>
          </a:p>
        </p:txBody>
      </p:sp>
      <p:sp>
        <p:nvSpPr>
          <p:cNvPr id="3" name="Content Placeholder 2">
            <a:extLst>
              <a:ext uri="{FF2B5EF4-FFF2-40B4-BE49-F238E27FC236}">
                <a16:creationId xmlns:a16="http://schemas.microsoft.com/office/drawing/2014/main" id="{6B55CCA5-19A9-941F-A598-9BD9FCA88AFF}"/>
              </a:ext>
            </a:extLst>
          </p:cNvPr>
          <p:cNvSpPr>
            <a:spLocks noGrp="1"/>
          </p:cNvSpPr>
          <p:nvPr>
            <p:ph idx="1"/>
          </p:nvPr>
        </p:nvSpPr>
        <p:spPr>
          <a:xfrm>
            <a:off x="530226" y="1406770"/>
            <a:ext cx="11129962" cy="776594"/>
          </a:xfrm>
        </p:spPr>
        <p:txBody>
          <a:bodyPr/>
          <a:lstStyle/>
          <a:p>
            <a:pPr marL="0" indent="0">
              <a:buNone/>
            </a:pPr>
            <a:r>
              <a:rPr lang="en-US" dirty="0"/>
              <a:t>In IMF an Aspect is defined by specifying the following triple </a:t>
            </a:r>
            <a:r>
              <a:rPr lang="en-US" b="1" dirty="0"/>
              <a:t>&lt;Perspective, Interest, Modularity&gt;.</a:t>
            </a:r>
          </a:p>
          <a:p>
            <a:pPr marL="0" indent="0">
              <a:buNone/>
            </a:pPr>
            <a:endParaRPr lang="en-US" b="1" dirty="0"/>
          </a:p>
          <a:p>
            <a:pPr marL="0" indent="0">
              <a:buNone/>
            </a:pPr>
            <a:endParaRPr lang="en-US" dirty="0"/>
          </a:p>
          <a:p>
            <a:pPr marL="0" indent="0">
              <a:buNone/>
            </a:pPr>
            <a:endParaRPr lang="en-DK" dirty="0"/>
          </a:p>
        </p:txBody>
      </p:sp>
      <p:sp>
        <p:nvSpPr>
          <p:cNvPr id="5" name="TextBox 4">
            <a:extLst>
              <a:ext uri="{FF2B5EF4-FFF2-40B4-BE49-F238E27FC236}">
                <a16:creationId xmlns:a16="http://schemas.microsoft.com/office/drawing/2014/main" id="{2CF3BB90-5A99-EA9A-08B0-6755D92DA672}"/>
              </a:ext>
            </a:extLst>
          </p:cNvPr>
          <p:cNvSpPr txBox="1"/>
          <p:nvPr/>
        </p:nvSpPr>
        <p:spPr>
          <a:xfrm>
            <a:off x="3688651" y="2419140"/>
            <a:ext cx="6097554" cy="461665"/>
          </a:xfrm>
          <a:prstGeom prst="rect">
            <a:avLst/>
          </a:prstGeom>
          <a:noFill/>
        </p:spPr>
        <p:txBody>
          <a:bodyPr wrap="square">
            <a:spAutoFit/>
          </a:bodyPr>
          <a:lstStyle/>
          <a:p>
            <a:r>
              <a:rPr lang="en-US" b="1" dirty="0"/>
              <a:t>&lt;Perspective, Interest, Modularity&gt;.</a:t>
            </a:r>
            <a:endParaRPr lang="en-DK" dirty="0"/>
          </a:p>
        </p:txBody>
      </p:sp>
      <p:pic>
        <p:nvPicPr>
          <p:cNvPr id="9" name="Picture 8">
            <a:extLst>
              <a:ext uri="{FF2B5EF4-FFF2-40B4-BE49-F238E27FC236}">
                <a16:creationId xmlns:a16="http://schemas.microsoft.com/office/drawing/2014/main" id="{1C5305B3-1E61-B364-D8C0-E4B09A284353}"/>
              </a:ext>
            </a:extLst>
          </p:cNvPr>
          <p:cNvPicPr>
            <a:picLocks noChangeAspect="1"/>
          </p:cNvPicPr>
          <p:nvPr/>
        </p:nvPicPr>
        <p:blipFill>
          <a:blip r:embed="rId3"/>
          <a:stretch>
            <a:fillRect/>
          </a:stretch>
        </p:blipFill>
        <p:spPr>
          <a:xfrm>
            <a:off x="2013198" y="3824046"/>
            <a:ext cx="776594" cy="776594"/>
          </a:xfrm>
          <a:prstGeom prst="rect">
            <a:avLst/>
          </a:prstGeom>
        </p:spPr>
      </p:pic>
      <p:sp>
        <p:nvSpPr>
          <p:cNvPr id="10" name="Parallelogram 9">
            <a:extLst>
              <a:ext uri="{FF2B5EF4-FFF2-40B4-BE49-F238E27FC236}">
                <a16:creationId xmlns:a16="http://schemas.microsoft.com/office/drawing/2014/main" id="{0C76E918-E1AB-EA9B-5727-4BF065056ACD}"/>
              </a:ext>
            </a:extLst>
          </p:cNvPr>
          <p:cNvSpPr/>
          <p:nvPr/>
        </p:nvSpPr>
        <p:spPr>
          <a:xfrm rot="16200000" flipV="1">
            <a:off x="1142862" y="4251028"/>
            <a:ext cx="1194444" cy="240994"/>
          </a:xfrm>
          <a:prstGeom prst="parallelogram">
            <a:avLst>
              <a:gd name="adj" fmla="val 117922"/>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K" sz="1600"/>
          </a:p>
        </p:txBody>
      </p:sp>
      <p:sp>
        <p:nvSpPr>
          <p:cNvPr id="11" name="TextBox 10">
            <a:extLst>
              <a:ext uri="{FF2B5EF4-FFF2-40B4-BE49-F238E27FC236}">
                <a16:creationId xmlns:a16="http://schemas.microsoft.com/office/drawing/2014/main" id="{9ABEBB46-F1E8-AAD5-BC01-7F3F04A8EA24}"/>
              </a:ext>
            </a:extLst>
          </p:cNvPr>
          <p:cNvSpPr txBox="1"/>
          <p:nvPr/>
        </p:nvSpPr>
        <p:spPr>
          <a:xfrm>
            <a:off x="488953" y="4124264"/>
            <a:ext cx="981359" cy="338554"/>
          </a:xfrm>
          <a:prstGeom prst="rect">
            <a:avLst/>
          </a:prstGeom>
          <a:noFill/>
        </p:spPr>
        <p:txBody>
          <a:bodyPr wrap="none" rtlCol="0">
            <a:spAutoFit/>
          </a:bodyPr>
          <a:lstStyle/>
          <a:p>
            <a:pPr algn="l"/>
            <a:r>
              <a:rPr lang="en-US" sz="1600" dirty="0"/>
              <a:t>ACTIVITY</a:t>
            </a:r>
            <a:endParaRPr lang="en-DK" sz="1600" dirty="0"/>
          </a:p>
        </p:txBody>
      </p:sp>
      <p:sp>
        <p:nvSpPr>
          <p:cNvPr id="13" name="Rectangle 12">
            <a:extLst>
              <a:ext uri="{FF2B5EF4-FFF2-40B4-BE49-F238E27FC236}">
                <a16:creationId xmlns:a16="http://schemas.microsoft.com/office/drawing/2014/main" id="{45693AEF-469D-6FEA-AFCE-920CD964331C}"/>
              </a:ext>
            </a:extLst>
          </p:cNvPr>
          <p:cNvSpPr/>
          <p:nvPr/>
        </p:nvSpPr>
        <p:spPr>
          <a:xfrm>
            <a:off x="2009857" y="4938259"/>
            <a:ext cx="657022" cy="625151"/>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K" sz="1600"/>
          </a:p>
        </p:txBody>
      </p:sp>
      <p:sp>
        <p:nvSpPr>
          <p:cNvPr id="14" name="TextBox 13">
            <a:extLst>
              <a:ext uri="{FF2B5EF4-FFF2-40B4-BE49-F238E27FC236}">
                <a16:creationId xmlns:a16="http://schemas.microsoft.com/office/drawing/2014/main" id="{7A3A5834-CE16-E5C9-C7FE-28E17EF9485E}"/>
              </a:ext>
            </a:extLst>
          </p:cNvPr>
          <p:cNvSpPr txBox="1"/>
          <p:nvPr/>
        </p:nvSpPr>
        <p:spPr>
          <a:xfrm>
            <a:off x="1866715" y="5563410"/>
            <a:ext cx="1085554" cy="338554"/>
          </a:xfrm>
          <a:prstGeom prst="rect">
            <a:avLst/>
          </a:prstGeom>
          <a:noFill/>
        </p:spPr>
        <p:txBody>
          <a:bodyPr wrap="none" rtlCol="0">
            <a:spAutoFit/>
          </a:bodyPr>
          <a:lstStyle/>
          <a:p>
            <a:pPr algn="l"/>
            <a:r>
              <a:rPr lang="en-US" sz="1600" dirty="0"/>
              <a:t>ARTEFACT</a:t>
            </a:r>
            <a:endParaRPr lang="en-DK" sz="1600" dirty="0"/>
          </a:p>
        </p:txBody>
      </p:sp>
      <p:sp>
        <p:nvSpPr>
          <p:cNvPr id="15" name="Parallelogram 14">
            <a:extLst>
              <a:ext uri="{FF2B5EF4-FFF2-40B4-BE49-F238E27FC236}">
                <a16:creationId xmlns:a16="http://schemas.microsoft.com/office/drawing/2014/main" id="{0A4B557E-09E5-B3F1-4108-91F5D6C72BF5}"/>
              </a:ext>
            </a:extLst>
          </p:cNvPr>
          <p:cNvSpPr/>
          <p:nvPr/>
        </p:nvSpPr>
        <p:spPr>
          <a:xfrm rot="16200000" flipV="1">
            <a:off x="2465683" y="4267895"/>
            <a:ext cx="1194444" cy="240994"/>
          </a:xfrm>
          <a:prstGeom prst="parallelogram">
            <a:avLst>
              <a:gd name="adj" fmla="val 117922"/>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K" sz="1600"/>
          </a:p>
        </p:txBody>
      </p:sp>
      <p:sp>
        <p:nvSpPr>
          <p:cNvPr id="16" name="TextBox 15">
            <a:extLst>
              <a:ext uri="{FF2B5EF4-FFF2-40B4-BE49-F238E27FC236}">
                <a16:creationId xmlns:a16="http://schemas.microsoft.com/office/drawing/2014/main" id="{11366C44-F4C1-F411-490D-FF4E3C904D7C}"/>
              </a:ext>
            </a:extLst>
          </p:cNvPr>
          <p:cNvSpPr txBox="1"/>
          <p:nvPr/>
        </p:nvSpPr>
        <p:spPr>
          <a:xfrm>
            <a:off x="3183402" y="4212343"/>
            <a:ext cx="1111202" cy="338554"/>
          </a:xfrm>
          <a:prstGeom prst="rect">
            <a:avLst/>
          </a:prstGeom>
          <a:noFill/>
        </p:spPr>
        <p:txBody>
          <a:bodyPr wrap="none" rtlCol="0">
            <a:spAutoFit/>
          </a:bodyPr>
          <a:lstStyle/>
          <a:p>
            <a:pPr algn="l"/>
            <a:r>
              <a:rPr lang="en-US" sz="1600" dirty="0"/>
              <a:t>LOCATION</a:t>
            </a:r>
            <a:endParaRPr lang="en-DK" sz="1600" dirty="0"/>
          </a:p>
        </p:txBody>
      </p:sp>
      <p:sp>
        <p:nvSpPr>
          <p:cNvPr id="17" name="Oval 16">
            <a:extLst>
              <a:ext uri="{FF2B5EF4-FFF2-40B4-BE49-F238E27FC236}">
                <a16:creationId xmlns:a16="http://schemas.microsoft.com/office/drawing/2014/main" id="{BC3569B8-F672-35C7-E106-3CF0C7CD6E36}"/>
              </a:ext>
            </a:extLst>
          </p:cNvPr>
          <p:cNvSpPr/>
          <p:nvPr/>
        </p:nvSpPr>
        <p:spPr>
          <a:xfrm>
            <a:off x="387946" y="3307694"/>
            <a:ext cx="4002833" cy="2801258"/>
          </a:xfrm>
          <a:prstGeom prst="ellipse">
            <a:avLst/>
          </a:prstGeom>
          <a:no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K" sz="1600"/>
          </a:p>
        </p:txBody>
      </p:sp>
      <p:cxnSp>
        <p:nvCxnSpPr>
          <p:cNvPr id="19" name="Straight Connector 18">
            <a:extLst>
              <a:ext uri="{FF2B5EF4-FFF2-40B4-BE49-F238E27FC236}">
                <a16:creationId xmlns:a16="http://schemas.microsoft.com/office/drawing/2014/main" id="{BF4CB883-6355-EA56-EB3E-D475B3F7E4D1}"/>
              </a:ext>
            </a:extLst>
          </p:cNvPr>
          <p:cNvCxnSpPr>
            <a:cxnSpLocks/>
            <a:stCxn id="17" idx="7"/>
          </p:cNvCxnSpPr>
          <p:nvPr/>
        </p:nvCxnSpPr>
        <p:spPr>
          <a:xfrm flipV="1">
            <a:off x="3804578" y="2915362"/>
            <a:ext cx="707122" cy="802567"/>
          </a:xfrm>
          <a:prstGeom prst="line">
            <a:avLst/>
          </a:prstGeom>
          <a:ln>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FADA91BB-0A90-DA50-06A1-4B3615C62836}"/>
              </a:ext>
            </a:extLst>
          </p:cNvPr>
          <p:cNvSpPr txBox="1"/>
          <p:nvPr/>
        </p:nvSpPr>
        <p:spPr>
          <a:xfrm>
            <a:off x="5534107" y="3963434"/>
            <a:ext cx="2401846" cy="1323439"/>
          </a:xfrm>
          <a:prstGeom prst="rect">
            <a:avLst/>
          </a:prstGeom>
          <a:noFill/>
        </p:spPr>
        <p:txBody>
          <a:bodyPr wrap="square">
            <a:spAutoFit/>
          </a:bodyPr>
          <a:lstStyle/>
          <a:p>
            <a:r>
              <a:rPr lang="en-US" sz="1600" dirty="0"/>
              <a:t>SYSTEM DESIGN</a:t>
            </a:r>
          </a:p>
          <a:p>
            <a:r>
              <a:rPr lang="en-US" sz="1600" dirty="0"/>
              <a:t>MANUFACTURING</a:t>
            </a:r>
            <a:br>
              <a:rPr lang="en-US" sz="1600" dirty="0"/>
            </a:br>
            <a:r>
              <a:rPr lang="en-US" sz="1600" dirty="0"/>
              <a:t>COMMISIONING</a:t>
            </a:r>
            <a:br>
              <a:rPr lang="en-US" sz="1600" dirty="0"/>
            </a:br>
            <a:r>
              <a:rPr lang="en-US" sz="1600" dirty="0"/>
              <a:t>SALES/MARKETING</a:t>
            </a:r>
            <a:br>
              <a:rPr lang="en-US" sz="1600" dirty="0"/>
            </a:br>
            <a:r>
              <a:rPr lang="en-US" sz="1600" dirty="0"/>
              <a:t>MAINTENANCE</a:t>
            </a:r>
            <a:endParaRPr lang="en-DK" sz="1600" dirty="0"/>
          </a:p>
        </p:txBody>
      </p:sp>
      <p:sp>
        <p:nvSpPr>
          <p:cNvPr id="22" name="Oval 21">
            <a:extLst>
              <a:ext uri="{FF2B5EF4-FFF2-40B4-BE49-F238E27FC236}">
                <a16:creationId xmlns:a16="http://schemas.microsoft.com/office/drawing/2014/main" id="{84852760-F01B-298F-35D6-7BD9BF05FBBB}"/>
              </a:ext>
            </a:extLst>
          </p:cNvPr>
          <p:cNvSpPr/>
          <p:nvPr/>
        </p:nvSpPr>
        <p:spPr>
          <a:xfrm>
            <a:off x="5116200" y="3717929"/>
            <a:ext cx="2586896" cy="1798534"/>
          </a:xfrm>
          <a:prstGeom prst="ellipse">
            <a:avLst/>
          </a:prstGeom>
          <a:no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K" sz="1600"/>
          </a:p>
        </p:txBody>
      </p:sp>
      <p:cxnSp>
        <p:nvCxnSpPr>
          <p:cNvPr id="23" name="Straight Connector 22">
            <a:extLst>
              <a:ext uri="{FF2B5EF4-FFF2-40B4-BE49-F238E27FC236}">
                <a16:creationId xmlns:a16="http://schemas.microsoft.com/office/drawing/2014/main" id="{CAD0668C-7C12-E085-0637-685987718A0D}"/>
              </a:ext>
            </a:extLst>
          </p:cNvPr>
          <p:cNvCxnSpPr>
            <a:cxnSpLocks/>
            <a:stCxn id="22" idx="0"/>
          </p:cNvCxnSpPr>
          <p:nvPr/>
        </p:nvCxnSpPr>
        <p:spPr>
          <a:xfrm flipH="1" flipV="1">
            <a:off x="6053756" y="2815389"/>
            <a:ext cx="355892" cy="902540"/>
          </a:xfrm>
          <a:prstGeom prst="line">
            <a:avLst/>
          </a:prstGeom>
          <a:ln>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83649E37-4151-0525-D970-4375EE9E0268}"/>
              </a:ext>
            </a:extLst>
          </p:cNvPr>
          <p:cNvSpPr txBox="1"/>
          <p:nvPr/>
        </p:nvSpPr>
        <p:spPr>
          <a:xfrm>
            <a:off x="9480990" y="3941453"/>
            <a:ext cx="2401846" cy="1815882"/>
          </a:xfrm>
          <a:prstGeom prst="rect">
            <a:avLst/>
          </a:prstGeom>
          <a:noFill/>
        </p:spPr>
        <p:txBody>
          <a:bodyPr wrap="square">
            <a:spAutoFit/>
          </a:bodyPr>
          <a:lstStyle/>
          <a:p>
            <a:r>
              <a:rPr lang="en-US" sz="1600" dirty="0"/>
              <a:t>REQUIREMENT</a:t>
            </a:r>
          </a:p>
          <a:p>
            <a:endParaRPr lang="en-US" sz="1600" dirty="0"/>
          </a:p>
          <a:p>
            <a:endParaRPr lang="en-US" sz="1600" dirty="0"/>
          </a:p>
          <a:p>
            <a:r>
              <a:rPr lang="en-US" sz="1600" dirty="0"/>
              <a:t>INTENDED SOLUTION</a:t>
            </a:r>
          </a:p>
          <a:p>
            <a:endParaRPr lang="en-US" sz="1600" dirty="0"/>
          </a:p>
          <a:p>
            <a:br>
              <a:rPr lang="en-US" sz="1600" dirty="0"/>
            </a:br>
            <a:r>
              <a:rPr lang="en-US" sz="1600" dirty="0"/>
              <a:t>ACTUAL SOLUTION</a:t>
            </a:r>
            <a:endParaRPr lang="en-DK" sz="1600" dirty="0"/>
          </a:p>
        </p:txBody>
      </p:sp>
      <p:grpSp>
        <p:nvGrpSpPr>
          <p:cNvPr id="48" name="Group 47">
            <a:extLst>
              <a:ext uri="{FF2B5EF4-FFF2-40B4-BE49-F238E27FC236}">
                <a16:creationId xmlns:a16="http://schemas.microsoft.com/office/drawing/2014/main" id="{0E03DBD7-F11A-F663-DCDA-3C40E63FC22B}"/>
              </a:ext>
            </a:extLst>
          </p:cNvPr>
          <p:cNvGrpSpPr/>
          <p:nvPr/>
        </p:nvGrpSpPr>
        <p:grpSpPr>
          <a:xfrm>
            <a:off x="10346092" y="4433757"/>
            <a:ext cx="379748" cy="344549"/>
            <a:chOff x="10469650" y="2419140"/>
            <a:chExt cx="379748" cy="344549"/>
          </a:xfrm>
        </p:grpSpPr>
        <p:sp>
          <p:nvSpPr>
            <p:cNvPr id="33" name="Freeform: Shape 32">
              <a:extLst>
                <a:ext uri="{FF2B5EF4-FFF2-40B4-BE49-F238E27FC236}">
                  <a16:creationId xmlns:a16="http://schemas.microsoft.com/office/drawing/2014/main" id="{BCF62AC4-0551-7280-4528-8AEE14596658}"/>
                </a:ext>
              </a:extLst>
            </p:cNvPr>
            <p:cNvSpPr/>
            <p:nvPr/>
          </p:nvSpPr>
          <p:spPr>
            <a:xfrm rot="20242639">
              <a:off x="10469650" y="2419140"/>
              <a:ext cx="379748" cy="344549"/>
            </a:xfrm>
            <a:custGeom>
              <a:avLst/>
              <a:gdLst>
                <a:gd name="connsiteX0" fmla="*/ 379025 w 379748"/>
                <a:gd name="connsiteY0" fmla="*/ 101115 h 344549"/>
                <a:gd name="connsiteX1" fmla="*/ 373863 w 379748"/>
                <a:gd name="connsiteY1" fmla="*/ 95972 h 344549"/>
                <a:gd name="connsiteX2" fmla="*/ 142958 w 379748"/>
                <a:gd name="connsiteY2" fmla="*/ 722 h 344549"/>
                <a:gd name="connsiteX3" fmla="*/ 130521 w 379748"/>
                <a:gd name="connsiteY3" fmla="*/ 5897 h 344549"/>
                <a:gd name="connsiteX4" fmla="*/ 130518 w 379748"/>
                <a:gd name="connsiteY4" fmla="*/ 5903 h 344549"/>
                <a:gd name="connsiteX5" fmla="*/ 101857 w 379748"/>
                <a:gd name="connsiteY5" fmla="*/ 75569 h 344549"/>
                <a:gd name="connsiteX6" fmla="*/ 21908 w 379748"/>
                <a:gd name="connsiteY6" fmla="*/ 65728 h 344549"/>
                <a:gd name="connsiteX7" fmla="*/ 12067 w 379748"/>
                <a:gd name="connsiteY7" fmla="*/ 145678 h 344549"/>
                <a:gd name="connsiteX8" fmla="*/ 37335 w 379748"/>
                <a:gd name="connsiteY8" fmla="*/ 164094 h 344549"/>
                <a:gd name="connsiteX9" fmla="*/ 64529 w 379748"/>
                <a:gd name="connsiteY9" fmla="*/ 166676 h 344549"/>
                <a:gd name="connsiteX10" fmla="*/ 35392 w 379748"/>
                <a:gd name="connsiteY10" fmla="*/ 235732 h 344549"/>
                <a:gd name="connsiteX11" fmla="*/ 40474 w 379748"/>
                <a:gd name="connsiteY11" fmla="*/ 248207 h 344549"/>
                <a:gd name="connsiteX12" fmla="*/ 40574 w 379748"/>
                <a:gd name="connsiteY12" fmla="*/ 248248 h 344549"/>
                <a:gd name="connsiteX13" fmla="*/ 123632 w 379748"/>
                <a:gd name="connsiteY13" fmla="*/ 282119 h 344549"/>
                <a:gd name="connsiteX14" fmla="*/ 136045 w 379748"/>
                <a:gd name="connsiteY14" fmla="*/ 276887 h 344549"/>
                <a:gd name="connsiteX15" fmla="*/ 135433 w 379748"/>
                <a:gd name="connsiteY15" fmla="*/ 268469 h 344549"/>
                <a:gd name="connsiteX16" fmla="*/ 134481 w 379748"/>
                <a:gd name="connsiteY16" fmla="*/ 232846 h 344549"/>
                <a:gd name="connsiteX17" fmla="*/ 190960 w 379748"/>
                <a:gd name="connsiteY17" fmla="*/ 208870 h 344549"/>
                <a:gd name="connsiteX18" fmla="*/ 214935 w 379748"/>
                <a:gd name="connsiteY18" fmla="*/ 265350 h 344549"/>
                <a:gd name="connsiteX19" fmla="*/ 214548 w 379748"/>
                <a:gd name="connsiteY19" fmla="*/ 266279 h 344549"/>
                <a:gd name="connsiteX20" fmla="*/ 189144 w 379748"/>
                <a:gd name="connsiteY20" fmla="*/ 291625 h 344549"/>
                <a:gd name="connsiteX21" fmla="*/ 182151 w 379748"/>
                <a:gd name="connsiteY21" fmla="*/ 303138 h 344549"/>
                <a:gd name="connsiteX22" fmla="*/ 187868 w 379748"/>
                <a:gd name="connsiteY22" fmla="*/ 309722 h 344549"/>
                <a:gd name="connsiteX23" fmla="*/ 271421 w 379748"/>
                <a:gd name="connsiteY23" fmla="*/ 343822 h 344549"/>
                <a:gd name="connsiteX24" fmla="*/ 283867 w 379748"/>
                <a:gd name="connsiteY24" fmla="*/ 338668 h 344549"/>
                <a:gd name="connsiteX25" fmla="*/ 283871 w 379748"/>
                <a:gd name="connsiteY25" fmla="*/ 338659 h 344549"/>
                <a:gd name="connsiteX26" fmla="*/ 379035 w 379748"/>
                <a:gd name="connsiteY26" fmla="*/ 108373 h 344549"/>
                <a:gd name="connsiteX27" fmla="*/ 379025 w 379748"/>
                <a:gd name="connsiteY27" fmla="*/ 101115 h 344549"/>
                <a:gd name="connsiteX28" fmla="*/ 269888 w 379748"/>
                <a:gd name="connsiteY28" fmla="*/ 322638 h 344549"/>
                <a:gd name="connsiteX29" fmla="*/ 214033 w 379748"/>
                <a:gd name="connsiteY29" fmla="*/ 299778 h 344549"/>
                <a:gd name="connsiteX30" fmla="*/ 232131 w 379748"/>
                <a:gd name="connsiteY30" fmla="*/ 273584 h 344549"/>
                <a:gd name="connsiteX31" fmla="*/ 196342 w 379748"/>
                <a:gd name="connsiteY31" fmla="*/ 192849 h 344549"/>
                <a:gd name="connsiteX32" fmla="*/ 115607 w 379748"/>
                <a:gd name="connsiteY32" fmla="*/ 228639 h 344549"/>
                <a:gd name="connsiteX33" fmla="*/ 111668 w 379748"/>
                <a:gd name="connsiteY33" fmla="*/ 256639 h 344549"/>
                <a:gd name="connsiteX34" fmla="*/ 56709 w 379748"/>
                <a:gd name="connsiteY34" fmla="*/ 234217 h 344549"/>
                <a:gd name="connsiteX35" fmla="*/ 90827 w 379748"/>
                <a:gd name="connsiteY35" fmla="*/ 153350 h 344549"/>
                <a:gd name="connsiteX36" fmla="*/ 85741 w 379748"/>
                <a:gd name="connsiteY36" fmla="*/ 140877 h 344549"/>
                <a:gd name="connsiteX37" fmla="*/ 76883 w 379748"/>
                <a:gd name="connsiteY37" fmla="*/ 141654 h 344549"/>
                <a:gd name="connsiteX38" fmla="*/ 43945 w 379748"/>
                <a:gd name="connsiteY38" fmla="*/ 146197 h 344549"/>
                <a:gd name="connsiteX39" fmla="*/ 21395 w 379748"/>
                <a:gd name="connsiteY39" fmla="*/ 97253 h 344549"/>
                <a:gd name="connsiteX40" fmla="*/ 70339 w 379748"/>
                <a:gd name="connsiteY40" fmla="*/ 74702 h 344549"/>
                <a:gd name="connsiteX41" fmla="*/ 93818 w 379748"/>
                <a:gd name="connsiteY41" fmla="*/ 100753 h 344549"/>
                <a:gd name="connsiteX42" fmla="*/ 105671 w 379748"/>
                <a:gd name="connsiteY42" fmla="*/ 107152 h 344549"/>
                <a:gd name="connsiteX43" fmla="*/ 111754 w 379748"/>
                <a:gd name="connsiteY43" fmla="*/ 101648 h 344549"/>
                <a:gd name="connsiteX44" fmla="*/ 144548 w 379748"/>
                <a:gd name="connsiteY44" fmla="*/ 21934 h 344549"/>
                <a:gd name="connsiteX45" fmla="*/ 357823 w 379748"/>
                <a:gd name="connsiteY45" fmla="*/ 109945 h 3445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379748" h="344549">
                  <a:moveTo>
                    <a:pt x="379025" y="101115"/>
                  </a:moveTo>
                  <a:cubicBezTo>
                    <a:pt x="378055" y="98784"/>
                    <a:pt x="376197" y="96934"/>
                    <a:pt x="373863" y="95972"/>
                  </a:cubicBezTo>
                  <a:lnTo>
                    <a:pt x="142958" y="722"/>
                  </a:lnTo>
                  <a:cubicBezTo>
                    <a:pt x="138094" y="-1283"/>
                    <a:pt x="132526" y="1033"/>
                    <a:pt x="130521" y="5897"/>
                  </a:cubicBezTo>
                  <a:cubicBezTo>
                    <a:pt x="130520" y="5898"/>
                    <a:pt x="130519" y="5901"/>
                    <a:pt x="130518" y="5903"/>
                  </a:cubicBezTo>
                  <a:lnTo>
                    <a:pt x="101857" y="75569"/>
                  </a:lnTo>
                  <a:cubicBezTo>
                    <a:pt x="82498" y="50775"/>
                    <a:pt x="46703" y="46368"/>
                    <a:pt x="21908" y="65728"/>
                  </a:cubicBezTo>
                  <a:cubicBezTo>
                    <a:pt x="-2887" y="85088"/>
                    <a:pt x="-7293" y="120882"/>
                    <a:pt x="12067" y="145678"/>
                  </a:cubicBezTo>
                  <a:cubicBezTo>
                    <a:pt x="18607" y="154053"/>
                    <a:pt x="27359" y="160433"/>
                    <a:pt x="37335" y="164094"/>
                  </a:cubicBezTo>
                  <a:cubicBezTo>
                    <a:pt x="46016" y="167327"/>
                    <a:pt x="55394" y="168217"/>
                    <a:pt x="64529" y="166676"/>
                  </a:cubicBezTo>
                  <a:lnTo>
                    <a:pt x="35392" y="235732"/>
                  </a:lnTo>
                  <a:cubicBezTo>
                    <a:pt x="33351" y="240580"/>
                    <a:pt x="35626" y="246166"/>
                    <a:pt x="40474" y="248207"/>
                  </a:cubicBezTo>
                  <a:cubicBezTo>
                    <a:pt x="40508" y="248220"/>
                    <a:pt x="40540" y="248234"/>
                    <a:pt x="40574" y="248248"/>
                  </a:cubicBezTo>
                  <a:lnTo>
                    <a:pt x="123632" y="282119"/>
                  </a:lnTo>
                  <a:cubicBezTo>
                    <a:pt x="128505" y="284102"/>
                    <a:pt x="134061" y="281759"/>
                    <a:pt x="136045" y="276887"/>
                  </a:cubicBezTo>
                  <a:cubicBezTo>
                    <a:pt x="137162" y="274139"/>
                    <a:pt x="136936" y="271027"/>
                    <a:pt x="135433" y="268469"/>
                  </a:cubicBezTo>
                  <a:cubicBezTo>
                    <a:pt x="129013" y="257548"/>
                    <a:pt x="128654" y="244095"/>
                    <a:pt x="134481" y="232846"/>
                  </a:cubicBezTo>
                  <a:cubicBezTo>
                    <a:pt x="143456" y="210629"/>
                    <a:pt x="168743" y="199895"/>
                    <a:pt x="190960" y="208870"/>
                  </a:cubicBezTo>
                  <a:cubicBezTo>
                    <a:pt x="213177" y="217846"/>
                    <a:pt x="223911" y="243133"/>
                    <a:pt x="214935" y="265350"/>
                  </a:cubicBezTo>
                  <a:cubicBezTo>
                    <a:pt x="214810" y="265661"/>
                    <a:pt x="214680" y="265971"/>
                    <a:pt x="214548" y="266279"/>
                  </a:cubicBezTo>
                  <a:cubicBezTo>
                    <a:pt x="210925" y="278488"/>
                    <a:pt x="201362" y="288029"/>
                    <a:pt x="189144" y="291625"/>
                  </a:cubicBezTo>
                  <a:cubicBezTo>
                    <a:pt x="184034" y="292872"/>
                    <a:pt x="180903" y="298027"/>
                    <a:pt x="182151" y="303138"/>
                  </a:cubicBezTo>
                  <a:cubicBezTo>
                    <a:pt x="182881" y="306127"/>
                    <a:pt x="185011" y="308580"/>
                    <a:pt x="187868" y="309722"/>
                  </a:cubicBezTo>
                  <a:lnTo>
                    <a:pt x="271421" y="343822"/>
                  </a:lnTo>
                  <a:cubicBezTo>
                    <a:pt x="276281" y="345835"/>
                    <a:pt x="281853" y="343528"/>
                    <a:pt x="283867" y="338668"/>
                  </a:cubicBezTo>
                  <a:cubicBezTo>
                    <a:pt x="283868" y="338665"/>
                    <a:pt x="283870" y="338662"/>
                    <a:pt x="283871" y="338659"/>
                  </a:cubicBezTo>
                  <a:lnTo>
                    <a:pt x="379035" y="108373"/>
                  </a:lnTo>
                  <a:cubicBezTo>
                    <a:pt x="379989" y="106047"/>
                    <a:pt x="379986" y="103438"/>
                    <a:pt x="379025" y="101115"/>
                  </a:cubicBezTo>
                  <a:close/>
                  <a:moveTo>
                    <a:pt x="269888" y="322638"/>
                  </a:moveTo>
                  <a:lnTo>
                    <a:pt x="214033" y="299778"/>
                  </a:lnTo>
                  <a:cubicBezTo>
                    <a:pt x="222074" y="292621"/>
                    <a:pt x="228281" y="283638"/>
                    <a:pt x="232131" y="273584"/>
                  </a:cubicBezTo>
                  <a:cubicBezTo>
                    <a:pt x="244542" y="241407"/>
                    <a:pt x="228519" y="205260"/>
                    <a:pt x="196342" y="192849"/>
                  </a:cubicBezTo>
                  <a:cubicBezTo>
                    <a:pt x="164165" y="180437"/>
                    <a:pt x="128019" y="196461"/>
                    <a:pt x="115607" y="228639"/>
                  </a:cubicBezTo>
                  <a:cubicBezTo>
                    <a:pt x="112170" y="237548"/>
                    <a:pt x="110822" y="247128"/>
                    <a:pt x="111668" y="256639"/>
                  </a:cubicBezTo>
                  <a:lnTo>
                    <a:pt x="56709" y="234217"/>
                  </a:lnTo>
                  <a:lnTo>
                    <a:pt x="90827" y="153350"/>
                  </a:lnTo>
                  <a:cubicBezTo>
                    <a:pt x="92868" y="148501"/>
                    <a:pt x="90590" y="142917"/>
                    <a:pt x="85741" y="140877"/>
                  </a:cubicBezTo>
                  <a:cubicBezTo>
                    <a:pt x="82842" y="139657"/>
                    <a:pt x="79526" y="139948"/>
                    <a:pt x="76883" y="141654"/>
                  </a:cubicBezTo>
                  <a:cubicBezTo>
                    <a:pt x="67271" y="148372"/>
                    <a:pt x="55016" y="150063"/>
                    <a:pt x="43945" y="146197"/>
                  </a:cubicBezTo>
                  <a:cubicBezTo>
                    <a:pt x="24203" y="138908"/>
                    <a:pt x="14106" y="116995"/>
                    <a:pt x="21395" y="97253"/>
                  </a:cubicBezTo>
                  <a:cubicBezTo>
                    <a:pt x="28683" y="77510"/>
                    <a:pt x="50597" y="67414"/>
                    <a:pt x="70339" y="74702"/>
                  </a:cubicBezTo>
                  <a:cubicBezTo>
                    <a:pt x="81758" y="79310"/>
                    <a:pt x="90418" y="88919"/>
                    <a:pt x="93818" y="100753"/>
                  </a:cubicBezTo>
                  <a:cubicBezTo>
                    <a:pt x="95324" y="105794"/>
                    <a:pt x="100632" y="108659"/>
                    <a:pt x="105671" y="107152"/>
                  </a:cubicBezTo>
                  <a:cubicBezTo>
                    <a:pt x="108426" y="106329"/>
                    <a:pt x="110660" y="104307"/>
                    <a:pt x="111754" y="101648"/>
                  </a:cubicBezTo>
                  <a:lnTo>
                    <a:pt x="144548" y="21934"/>
                  </a:lnTo>
                  <a:lnTo>
                    <a:pt x="357823" y="109945"/>
                  </a:lnTo>
                  <a:close/>
                </a:path>
              </a:pathLst>
            </a:custGeom>
            <a:solidFill>
              <a:srgbClr val="000000"/>
            </a:solidFill>
            <a:ln w="9525" cap="flat">
              <a:noFill/>
              <a:prstDash val="solid"/>
              <a:miter/>
            </a:ln>
          </p:spPr>
          <p:txBody>
            <a:bodyPr rtlCol="0" anchor="ctr"/>
            <a:lstStyle/>
            <a:p>
              <a:endParaRPr lang="en-DK"/>
            </a:p>
          </p:txBody>
        </p:sp>
        <p:grpSp>
          <p:nvGrpSpPr>
            <p:cNvPr id="46" name="Group 45">
              <a:extLst>
                <a:ext uri="{FF2B5EF4-FFF2-40B4-BE49-F238E27FC236}">
                  <a16:creationId xmlns:a16="http://schemas.microsoft.com/office/drawing/2014/main" id="{6BA97205-17C1-9B21-7A11-AEDE2BADACBC}"/>
                </a:ext>
              </a:extLst>
            </p:cNvPr>
            <p:cNvGrpSpPr/>
            <p:nvPr/>
          </p:nvGrpSpPr>
          <p:grpSpPr>
            <a:xfrm rot="10800000">
              <a:off x="10569415" y="2601635"/>
              <a:ext cx="235745" cy="107703"/>
              <a:chOff x="10189520" y="2861499"/>
              <a:chExt cx="267848" cy="107703"/>
            </a:xfrm>
          </p:grpSpPr>
          <p:sp>
            <p:nvSpPr>
              <p:cNvPr id="39" name="Rectangle 38">
                <a:extLst>
                  <a:ext uri="{FF2B5EF4-FFF2-40B4-BE49-F238E27FC236}">
                    <a16:creationId xmlns:a16="http://schemas.microsoft.com/office/drawing/2014/main" id="{CF6306C2-4613-88B5-1017-0DB6111A5792}"/>
                  </a:ext>
                </a:extLst>
              </p:cNvPr>
              <p:cNvSpPr/>
              <p:nvPr/>
            </p:nvSpPr>
            <p:spPr>
              <a:xfrm>
                <a:off x="10243185" y="2870835"/>
                <a:ext cx="201930" cy="9836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K" sz="1600" dirty="0"/>
              </a:p>
            </p:txBody>
          </p:sp>
          <p:cxnSp>
            <p:nvCxnSpPr>
              <p:cNvPr id="40" name="Straight Connector 39">
                <a:extLst>
                  <a:ext uri="{FF2B5EF4-FFF2-40B4-BE49-F238E27FC236}">
                    <a16:creationId xmlns:a16="http://schemas.microsoft.com/office/drawing/2014/main" id="{00E6C89A-8DD5-B826-10BE-5C8A596F27A2}"/>
                  </a:ext>
                </a:extLst>
              </p:cNvPr>
              <p:cNvCxnSpPr>
                <a:cxnSpLocks/>
              </p:cNvCxnSpPr>
              <p:nvPr/>
            </p:nvCxnSpPr>
            <p:spPr>
              <a:xfrm flipV="1">
                <a:off x="10189520" y="2861499"/>
                <a:ext cx="267848" cy="3061"/>
              </a:xfrm>
              <a:prstGeom prst="line">
                <a:avLst/>
              </a:prstGeom>
              <a:ln w="19050">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grpSp>
      </p:grpSp>
      <p:grpSp>
        <p:nvGrpSpPr>
          <p:cNvPr id="53" name="Group 52">
            <a:extLst>
              <a:ext uri="{FF2B5EF4-FFF2-40B4-BE49-F238E27FC236}">
                <a16:creationId xmlns:a16="http://schemas.microsoft.com/office/drawing/2014/main" id="{D695B0EB-DE9B-4885-BABE-0A666DFA3185}"/>
              </a:ext>
            </a:extLst>
          </p:cNvPr>
          <p:cNvGrpSpPr/>
          <p:nvPr/>
        </p:nvGrpSpPr>
        <p:grpSpPr>
          <a:xfrm>
            <a:off x="10278083" y="5161840"/>
            <a:ext cx="379748" cy="344549"/>
            <a:chOff x="10469650" y="2419140"/>
            <a:chExt cx="379748" cy="344549"/>
          </a:xfrm>
        </p:grpSpPr>
        <p:sp>
          <p:nvSpPr>
            <p:cNvPr id="54" name="Freeform: Shape 53">
              <a:extLst>
                <a:ext uri="{FF2B5EF4-FFF2-40B4-BE49-F238E27FC236}">
                  <a16:creationId xmlns:a16="http://schemas.microsoft.com/office/drawing/2014/main" id="{2C793A66-C7C3-AA2E-60BA-BCE0F09EDAB7}"/>
                </a:ext>
              </a:extLst>
            </p:cNvPr>
            <p:cNvSpPr/>
            <p:nvPr/>
          </p:nvSpPr>
          <p:spPr>
            <a:xfrm rot="20242639">
              <a:off x="10469650" y="2419140"/>
              <a:ext cx="379748" cy="344549"/>
            </a:xfrm>
            <a:custGeom>
              <a:avLst/>
              <a:gdLst>
                <a:gd name="connsiteX0" fmla="*/ 379025 w 379748"/>
                <a:gd name="connsiteY0" fmla="*/ 101115 h 344549"/>
                <a:gd name="connsiteX1" fmla="*/ 373863 w 379748"/>
                <a:gd name="connsiteY1" fmla="*/ 95972 h 344549"/>
                <a:gd name="connsiteX2" fmla="*/ 142958 w 379748"/>
                <a:gd name="connsiteY2" fmla="*/ 722 h 344549"/>
                <a:gd name="connsiteX3" fmla="*/ 130521 w 379748"/>
                <a:gd name="connsiteY3" fmla="*/ 5897 h 344549"/>
                <a:gd name="connsiteX4" fmla="*/ 130518 w 379748"/>
                <a:gd name="connsiteY4" fmla="*/ 5903 h 344549"/>
                <a:gd name="connsiteX5" fmla="*/ 101857 w 379748"/>
                <a:gd name="connsiteY5" fmla="*/ 75569 h 344549"/>
                <a:gd name="connsiteX6" fmla="*/ 21908 w 379748"/>
                <a:gd name="connsiteY6" fmla="*/ 65728 h 344549"/>
                <a:gd name="connsiteX7" fmla="*/ 12067 w 379748"/>
                <a:gd name="connsiteY7" fmla="*/ 145678 h 344549"/>
                <a:gd name="connsiteX8" fmla="*/ 37335 w 379748"/>
                <a:gd name="connsiteY8" fmla="*/ 164094 h 344549"/>
                <a:gd name="connsiteX9" fmla="*/ 64529 w 379748"/>
                <a:gd name="connsiteY9" fmla="*/ 166676 h 344549"/>
                <a:gd name="connsiteX10" fmla="*/ 35392 w 379748"/>
                <a:gd name="connsiteY10" fmla="*/ 235732 h 344549"/>
                <a:gd name="connsiteX11" fmla="*/ 40474 w 379748"/>
                <a:gd name="connsiteY11" fmla="*/ 248207 h 344549"/>
                <a:gd name="connsiteX12" fmla="*/ 40574 w 379748"/>
                <a:gd name="connsiteY12" fmla="*/ 248248 h 344549"/>
                <a:gd name="connsiteX13" fmla="*/ 123632 w 379748"/>
                <a:gd name="connsiteY13" fmla="*/ 282119 h 344549"/>
                <a:gd name="connsiteX14" fmla="*/ 136045 w 379748"/>
                <a:gd name="connsiteY14" fmla="*/ 276887 h 344549"/>
                <a:gd name="connsiteX15" fmla="*/ 135433 w 379748"/>
                <a:gd name="connsiteY15" fmla="*/ 268469 h 344549"/>
                <a:gd name="connsiteX16" fmla="*/ 134481 w 379748"/>
                <a:gd name="connsiteY16" fmla="*/ 232846 h 344549"/>
                <a:gd name="connsiteX17" fmla="*/ 190960 w 379748"/>
                <a:gd name="connsiteY17" fmla="*/ 208870 h 344549"/>
                <a:gd name="connsiteX18" fmla="*/ 214935 w 379748"/>
                <a:gd name="connsiteY18" fmla="*/ 265350 h 344549"/>
                <a:gd name="connsiteX19" fmla="*/ 214548 w 379748"/>
                <a:gd name="connsiteY19" fmla="*/ 266279 h 344549"/>
                <a:gd name="connsiteX20" fmla="*/ 189144 w 379748"/>
                <a:gd name="connsiteY20" fmla="*/ 291625 h 344549"/>
                <a:gd name="connsiteX21" fmla="*/ 182151 w 379748"/>
                <a:gd name="connsiteY21" fmla="*/ 303138 h 344549"/>
                <a:gd name="connsiteX22" fmla="*/ 187868 w 379748"/>
                <a:gd name="connsiteY22" fmla="*/ 309722 h 344549"/>
                <a:gd name="connsiteX23" fmla="*/ 271421 w 379748"/>
                <a:gd name="connsiteY23" fmla="*/ 343822 h 344549"/>
                <a:gd name="connsiteX24" fmla="*/ 283867 w 379748"/>
                <a:gd name="connsiteY24" fmla="*/ 338668 h 344549"/>
                <a:gd name="connsiteX25" fmla="*/ 283871 w 379748"/>
                <a:gd name="connsiteY25" fmla="*/ 338659 h 344549"/>
                <a:gd name="connsiteX26" fmla="*/ 379035 w 379748"/>
                <a:gd name="connsiteY26" fmla="*/ 108373 h 344549"/>
                <a:gd name="connsiteX27" fmla="*/ 379025 w 379748"/>
                <a:gd name="connsiteY27" fmla="*/ 101115 h 344549"/>
                <a:gd name="connsiteX28" fmla="*/ 269888 w 379748"/>
                <a:gd name="connsiteY28" fmla="*/ 322638 h 344549"/>
                <a:gd name="connsiteX29" fmla="*/ 214033 w 379748"/>
                <a:gd name="connsiteY29" fmla="*/ 299778 h 344549"/>
                <a:gd name="connsiteX30" fmla="*/ 232131 w 379748"/>
                <a:gd name="connsiteY30" fmla="*/ 273584 h 344549"/>
                <a:gd name="connsiteX31" fmla="*/ 196342 w 379748"/>
                <a:gd name="connsiteY31" fmla="*/ 192849 h 344549"/>
                <a:gd name="connsiteX32" fmla="*/ 115607 w 379748"/>
                <a:gd name="connsiteY32" fmla="*/ 228639 h 344549"/>
                <a:gd name="connsiteX33" fmla="*/ 111668 w 379748"/>
                <a:gd name="connsiteY33" fmla="*/ 256639 h 344549"/>
                <a:gd name="connsiteX34" fmla="*/ 56709 w 379748"/>
                <a:gd name="connsiteY34" fmla="*/ 234217 h 344549"/>
                <a:gd name="connsiteX35" fmla="*/ 90827 w 379748"/>
                <a:gd name="connsiteY35" fmla="*/ 153350 h 344549"/>
                <a:gd name="connsiteX36" fmla="*/ 85741 w 379748"/>
                <a:gd name="connsiteY36" fmla="*/ 140877 h 344549"/>
                <a:gd name="connsiteX37" fmla="*/ 76883 w 379748"/>
                <a:gd name="connsiteY37" fmla="*/ 141654 h 344549"/>
                <a:gd name="connsiteX38" fmla="*/ 43945 w 379748"/>
                <a:gd name="connsiteY38" fmla="*/ 146197 h 344549"/>
                <a:gd name="connsiteX39" fmla="*/ 21395 w 379748"/>
                <a:gd name="connsiteY39" fmla="*/ 97253 h 344549"/>
                <a:gd name="connsiteX40" fmla="*/ 70339 w 379748"/>
                <a:gd name="connsiteY40" fmla="*/ 74702 h 344549"/>
                <a:gd name="connsiteX41" fmla="*/ 93818 w 379748"/>
                <a:gd name="connsiteY41" fmla="*/ 100753 h 344549"/>
                <a:gd name="connsiteX42" fmla="*/ 105671 w 379748"/>
                <a:gd name="connsiteY42" fmla="*/ 107152 h 344549"/>
                <a:gd name="connsiteX43" fmla="*/ 111754 w 379748"/>
                <a:gd name="connsiteY43" fmla="*/ 101648 h 344549"/>
                <a:gd name="connsiteX44" fmla="*/ 144548 w 379748"/>
                <a:gd name="connsiteY44" fmla="*/ 21934 h 344549"/>
                <a:gd name="connsiteX45" fmla="*/ 357823 w 379748"/>
                <a:gd name="connsiteY45" fmla="*/ 109945 h 3445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379748" h="344549">
                  <a:moveTo>
                    <a:pt x="379025" y="101115"/>
                  </a:moveTo>
                  <a:cubicBezTo>
                    <a:pt x="378055" y="98784"/>
                    <a:pt x="376197" y="96934"/>
                    <a:pt x="373863" y="95972"/>
                  </a:cubicBezTo>
                  <a:lnTo>
                    <a:pt x="142958" y="722"/>
                  </a:lnTo>
                  <a:cubicBezTo>
                    <a:pt x="138094" y="-1283"/>
                    <a:pt x="132526" y="1033"/>
                    <a:pt x="130521" y="5897"/>
                  </a:cubicBezTo>
                  <a:cubicBezTo>
                    <a:pt x="130520" y="5898"/>
                    <a:pt x="130519" y="5901"/>
                    <a:pt x="130518" y="5903"/>
                  </a:cubicBezTo>
                  <a:lnTo>
                    <a:pt x="101857" y="75569"/>
                  </a:lnTo>
                  <a:cubicBezTo>
                    <a:pt x="82498" y="50775"/>
                    <a:pt x="46703" y="46368"/>
                    <a:pt x="21908" y="65728"/>
                  </a:cubicBezTo>
                  <a:cubicBezTo>
                    <a:pt x="-2887" y="85088"/>
                    <a:pt x="-7293" y="120882"/>
                    <a:pt x="12067" y="145678"/>
                  </a:cubicBezTo>
                  <a:cubicBezTo>
                    <a:pt x="18607" y="154053"/>
                    <a:pt x="27359" y="160433"/>
                    <a:pt x="37335" y="164094"/>
                  </a:cubicBezTo>
                  <a:cubicBezTo>
                    <a:pt x="46016" y="167327"/>
                    <a:pt x="55394" y="168217"/>
                    <a:pt x="64529" y="166676"/>
                  </a:cubicBezTo>
                  <a:lnTo>
                    <a:pt x="35392" y="235732"/>
                  </a:lnTo>
                  <a:cubicBezTo>
                    <a:pt x="33351" y="240580"/>
                    <a:pt x="35626" y="246166"/>
                    <a:pt x="40474" y="248207"/>
                  </a:cubicBezTo>
                  <a:cubicBezTo>
                    <a:pt x="40508" y="248220"/>
                    <a:pt x="40540" y="248234"/>
                    <a:pt x="40574" y="248248"/>
                  </a:cubicBezTo>
                  <a:lnTo>
                    <a:pt x="123632" y="282119"/>
                  </a:lnTo>
                  <a:cubicBezTo>
                    <a:pt x="128505" y="284102"/>
                    <a:pt x="134061" y="281759"/>
                    <a:pt x="136045" y="276887"/>
                  </a:cubicBezTo>
                  <a:cubicBezTo>
                    <a:pt x="137162" y="274139"/>
                    <a:pt x="136936" y="271027"/>
                    <a:pt x="135433" y="268469"/>
                  </a:cubicBezTo>
                  <a:cubicBezTo>
                    <a:pt x="129013" y="257548"/>
                    <a:pt x="128654" y="244095"/>
                    <a:pt x="134481" y="232846"/>
                  </a:cubicBezTo>
                  <a:cubicBezTo>
                    <a:pt x="143456" y="210629"/>
                    <a:pt x="168743" y="199895"/>
                    <a:pt x="190960" y="208870"/>
                  </a:cubicBezTo>
                  <a:cubicBezTo>
                    <a:pt x="213177" y="217846"/>
                    <a:pt x="223911" y="243133"/>
                    <a:pt x="214935" y="265350"/>
                  </a:cubicBezTo>
                  <a:cubicBezTo>
                    <a:pt x="214810" y="265661"/>
                    <a:pt x="214680" y="265971"/>
                    <a:pt x="214548" y="266279"/>
                  </a:cubicBezTo>
                  <a:cubicBezTo>
                    <a:pt x="210925" y="278488"/>
                    <a:pt x="201362" y="288029"/>
                    <a:pt x="189144" y="291625"/>
                  </a:cubicBezTo>
                  <a:cubicBezTo>
                    <a:pt x="184034" y="292872"/>
                    <a:pt x="180903" y="298027"/>
                    <a:pt x="182151" y="303138"/>
                  </a:cubicBezTo>
                  <a:cubicBezTo>
                    <a:pt x="182881" y="306127"/>
                    <a:pt x="185011" y="308580"/>
                    <a:pt x="187868" y="309722"/>
                  </a:cubicBezTo>
                  <a:lnTo>
                    <a:pt x="271421" y="343822"/>
                  </a:lnTo>
                  <a:cubicBezTo>
                    <a:pt x="276281" y="345835"/>
                    <a:pt x="281853" y="343528"/>
                    <a:pt x="283867" y="338668"/>
                  </a:cubicBezTo>
                  <a:cubicBezTo>
                    <a:pt x="283868" y="338665"/>
                    <a:pt x="283870" y="338662"/>
                    <a:pt x="283871" y="338659"/>
                  </a:cubicBezTo>
                  <a:lnTo>
                    <a:pt x="379035" y="108373"/>
                  </a:lnTo>
                  <a:cubicBezTo>
                    <a:pt x="379989" y="106047"/>
                    <a:pt x="379986" y="103438"/>
                    <a:pt x="379025" y="101115"/>
                  </a:cubicBezTo>
                  <a:close/>
                  <a:moveTo>
                    <a:pt x="269888" y="322638"/>
                  </a:moveTo>
                  <a:lnTo>
                    <a:pt x="214033" y="299778"/>
                  </a:lnTo>
                  <a:cubicBezTo>
                    <a:pt x="222074" y="292621"/>
                    <a:pt x="228281" y="283638"/>
                    <a:pt x="232131" y="273584"/>
                  </a:cubicBezTo>
                  <a:cubicBezTo>
                    <a:pt x="244542" y="241407"/>
                    <a:pt x="228519" y="205260"/>
                    <a:pt x="196342" y="192849"/>
                  </a:cubicBezTo>
                  <a:cubicBezTo>
                    <a:pt x="164165" y="180437"/>
                    <a:pt x="128019" y="196461"/>
                    <a:pt x="115607" y="228639"/>
                  </a:cubicBezTo>
                  <a:cubicBezTo>
                    <a:pt x="112170" y="237548"/>
                    <a:pt x="110822" y="247128"/>
                    <a:pt x="111668" y="256639"/>
                  </a:cubicBezTo>
                  <a:lnTo>
                    <a:pt x="56709" y="234217"/>
                  </a:lnTo>
                  <a:lnTo>
                    <a:pt x="90827" y="153350"/>
                  </a:lnTo>
                  <a:cubicBezTo>
                    <a:pt x="92868" y="148501"/>
                    <a:pt x="90590" y="142917"/>
                    <a:pt x="85741" y="140877"/>
                  </a:cubicBezTo>
                  <a:cubicBezTo>
                    <a:pt x="82842" y="139657"/>
                    <a:pt x="79526" y="139948"/>
                    <a:pt x="76883" y="141654"/>
                  </a:cubicBezTo>
                  <a:cubicBezTo>
                    <a:pt x="67271" y="148372"/>
                    <a:pt x="55016" y="150063"/>
                    <a:pt x="43945" y="146197"/>
                  </a:cubicBezTo>
                  <a:cubicBezTo>
                    <a:pt x="24203" y="138908"/>
                    <a:pt x="14106" y="116995"/>
                    <a:pt x="21395" y="97253"/>
                  </a:cubicBezTo>
                  <a:cubicBezTo>
                    <a:pt x="28683" y="77510"/>
                    <a:pt x="50597" y="67414"/>
                    <a:pt x="70339" y="74702"/>
                  </a:cubicBezTo>
                  <a:cubicBezTo>
                    <a:pt x="81758" y="79310"/>
                    <a:pt x="90418" y="88919"/>
                    <a:pt x="93818" y="100753"/>
                  </a:cubicBezTo>
                  <a:cubicBezTo>
                    <a:pt x="95324" y="105794"/>
                    <a:pt x="100632" y="108659"/>
                    <a:pt x="105671" y="107152"/>
                  </a:cubicBezTo>
                  <a:cubicBezTo>
                    <a:pt x="108426" y="106329"/>
                    <a:pt x="110660" y="104307"/>
                    <a:pt x="111754" y="101648"/>
                  </a:cubicBezTo>
                  <a:lnTo>
                    <a:pt x="144548" y="21934"/>
                  </a:lnTo>
                  <a:lnTo>
                    <a:pt x="357823" y="109945"/>
                  </a:lnTo>
                  <a:close/>
                </a:path>
              </a:pathLst>
            </a:custGeom>
            <a:solidFill>
              <a:srgbClr val="000000"/>
            </a:solidFill>
            <a:ln w="9525" cap="flat">
              <a:noFill/>
              <a:prstDash val="solid"/>
              <a:miter/>
            </a:ln>
          </p:spPr>
          <p:txBody>
            <a:bodyPr rtlCol="0" anchor="ctr"/>
            <a:lstStyle/>
            <a:p>
              <a:endParaRPr lang="en-DK"/>
            </a:p>
          </p:txBody>
        </p:sp>
        <p:grpSp>
          <p:nvGrpSpPr>
            <p:cNvPr id="55" name="Group 54">
              <a:extLst>
                <a:ext uri="{FF2B5EF4-FFF2-40B4-BE49-F238E27FC236}">
                  <a16:creationId xmlns:a16="http://schemas.microsoft.com/office/drawing/2014/main" id="{F5693C11-0205-1D3E-A2AF-99B74844FD51}"/>
                </a:ext>
              </a:extLst>
            </p:cNvPr>
            <p:cNvGrpSpPr/>
            <p:nvPr/>
          </p:nvGrpSpPr>
          <p:grpSpPr>
            <a:xfrm rot="10800000">
              <a:off x="10569415" y="2601635"/>
              <a:ext cx="235745" cy="107703"/>
              <a:chOff x="10189520" y="2861499"/>
              <a:chExt cx="267848" cy="107703"/>
            </a:xfrm>
          </p:grpSpPr>
          <p:sp>
            <p:nvSpPr>
              <p:cNvPr id="56" name="Rectangle 55">
                <a:extLst>
                  <a:ext uri="{FF2B5EF4-FFF2-40B4-BE49-F238E27FC236}">
                    <a16:creationId xmlns:a16="http://schemas.microsoft.com/office/drawing/2014/main" id="{10E9180B-F240-0042-7FF8-4E44C94AF8F5}"/>
                  </a:ext>
                </a:extLst>
              </p:cNvPr>
              <p:cNvSpPr/>
              <p:nvPr/>
            </p:nvSpPr>
            <p:spPr>
              <a:xfrm>
                <a:off x="10243185" y="2870835"/>
                <a:ext cx="201930" cy="9836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K" sz="1600" dirty="0"/>
              </a:p>
            </p:txBody>
          </p:sp>
          <p:cxnSp>
            <p:nvCxnSpPr>
              <p:cNvPr id="57" name="Straight Connector 56">
                <a:extLst>
                  <a:ext uri="{FF2B5EF4-FFF2-40B4-BE49-F238E27FC236}">
                    <a16:creationId xmlns:a16="http://schemas.microsoft.com/office/drawing/2014/main" id="{7C214D6C-AE07-5BEA-FAE3-C5E3CDBACBDF}"/>
                  </a:ext>
                </a:extLst>
              </p:cNvPr>
              <p:cNvCxnSpPr>
                <a:cxnSpLocks/>
              </p:cNvCxnSpPr>
              <p:nvPr/>
            </p:nvCxnSpPr>
            <p:spPr>
              <a:xfrm flipV="1">
                <a:off x="10189520" y="2861499"/>
                <a:ext cx="267848" cy="3061"/>
              </a:xfrm>
              <a:prstGeom prst="line">
                <a:avLst/>
              </a:prstGeom>
              <a:ln w="19050">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grpSp>
      </p:grpSp>
      <p:sp>
        <p:nvSpPr>
          <p:cNvPr id="58" name="Oval 57">
            <a:extLst>
              <a:ext uri="{FF2B5EF4-FFF2-40B4-BE49-F238E27FC236}">
                <a16:creationId xmlns:a16="http://schemas.microsoft.com/office/drawing/2014/main" id="{062B7DD0-8A0D-58D4-5785-1EEE2CACAA18}"/>
              </a:ext>
            </a:extLst>
          </p:cNvPr>
          <p:cNvSpPr/>
          <p:nvPr/>
        </p:nvSpPr>
        <p:spPr>
          <a:xfrm>
            <a:off x="8766873" y="3265679"/>
            <a:ext cx="3094124" cy="2950635"/>
          </a:xfrm>
          <a:prstGeom prst="ellipse">
            <a:avLst/>
          </a:prstGeom>
          <a:no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K" sz="1600"/>
          </a:p>
        </p:txBody>
      </p:sp>
      <p:cxnSp>
        <p:nvCxnSpPr>
          <p:cNvPr id="59" name="Straight Connector 58">
            <a:extLst>
              <a:ext uri="{FF2B5EF4-FFF2-40B4-BE49-F238E27FC236}">
                <a16:creationId xmlns:a16="http://schemas.microsoft.com/office/drawing/2014/main" id="{CAF9DFAA-3AB5-3853-CA2E-1CDDFB8C2785}"/>
              </a:ext>
            </a:extLst>
          </p:cNvPr>
          <p:cNvCxnSpPr>
            <a:cxnSpLocks/>
            <a:stCxn id="58" idx="1"/>
          </p:cNvCxnSpPr>
          <p:nvPr/>
        </p:nvCxnSpPr>
        <p:spPr>
          <a:xfrm flipH="1" flipV="1">
            <a:off x="7616329" y="2815389"/>
            <a:ext cx="1603668" cy="882400"/>
          </a:xfrm>
          <a:prstGeom prst="line">
            <a:avLst/>
          </a:prstGeom>
          <a:ln>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5214328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20B57F-86BC-AA7E-E005-E526F3431ACE}"/>
            </a:ext>
          </a:extLst>
        </p:cNvPr>
        <p:cNvGrpSpPr/>
        <p:nvPr/>
      </p:nvGrpSpPr>
      <p:grpSpPr>
        <a:xfrm>
          <a:off x="0" y="0"/>
          <a:ext cx="0" cy="0"/>
          <a:chOff x="0" y="0"/>
          <a:chExt cx="0" cy="0"/>
        </a:xfrm>
      </p:grpSpPr>
      <p:sp>
        <p:nvSpPr>
          <p:cNvPr id="21" name="Freeform: Shape 20">
            <a:extLst>
              <a:ext uri="{FF2B5EF4-FFF2-40B4-BE49-F238E27FC236}">
                <a16:creationId xmlns:a16="http://schemas.microsoft.com/office/drawing/2014/main" id="{A96536AF-EED0-2F1F-911C-3265B7108209}"/>
              </a:ext>
            </a:extLst>
          </p:cNvPr>
          <p:cNvSpPr/>
          <p:nvPr/>
        </p:nvSpPr>
        <p:spPr>
          <a:xfrm>
            <a:off x="1730113" y="1985643"/>
            <a:ext cx="8285223" cy="3745677"/>
          </a:xfrm>
          <a:custGeom>
            <a:avLst/>
            <a:gdLst>
              <a:gd name="connsiteX0" fmla="*/ 282269 w 8285223"/>
              <a:gd name="connsiteY0" fmla="*/ 1563077 h 3745677"/>
              <a:gd name="connsiteX1" fmla="*/ 282269 w 8285223"/>
              <a:gd name="connsiteY1" fmla="*/ 1563077 h 3745677"/>
              <a:gd name="connsiteX2" fmla="*/ 290084 w 8285223"/>
              <a:gd name="connsiteY2" fmla="*/ 1477108 h 3745677"/>
              <a:gd name="connsiteX3" fmla="*/ 805900 w 8285223"/>
              <a:gd name="connsiteY3" fmla="*/ 492369 h 3745677"/>
              <a:gd name="connsiteX4" fmla="*/ 876238 w 8285223"/>
              <a:gd name="connsiteY4" fmla="*/ 429846 h 3745677"/>
              <a:gd name="connsiteX5" fmla="*/ 993469 w 8285223"/>
              <a:gd name="connsiteY5" fmla="*/ 359508 h 3745677"/>
              <a:gd name="connsiteX6" fmla="*/ 1290453 w 8285223"/>
              <a:gd name="connsiteY6" fmla="*/ 289169 h 3745677"/>
              <a:gd name="connsiteX7" fmla="*/ 1587438 w 8285223"/>
              <a:gd name="connsiteY7" fmla="*/ 226646 h 3745677"/>
              <a:gd name="connsiteX8" fmla="*/ 1892238 w 8285223"/>
              <a:gd name="connsiteY8" fmla="*/ 211015 h 3745677"/>
              <a:gd name="connsiteX9" fmla="*/ 2595623 w 8285223"/>
              <a:gd name="connsiteY9" fmla="*/ 234461 h 3745677"/>
              <a:gd name="connsiteX10" fmla="*/ 2822269 w 8285223"/>
              <a:gd name="connsiteY10" fmla="*/ 273538 h 3745677"/>
              <a:gd name="connsiteX11" fmla="*/ 3275561 w 8285223"/>
              <a:gd name="connsiteY11" fmla="*/ 304800 h 3745677"/>
              <a:gd name="connsiteX12" fmla="*/ 3525653 w 8285223"/>
              <a:gd name="connsiteY12" fmla="*/ 312615 h 3745677"/>
              <a:gd name="connsiteX13" fmla="*/ 4572915 w 8285223"/>
              <a:gd name="connsiteY13" fmla="*/ 375138 h 3745677"/>
              <a:gd name="connsiteX14" fmla="*/ 5299746 w 8285223"/>
              <a:gd name="connsiteY14" fmla="*/ 422031 h 3745677"/>
              <a:gd name="connsiteX15" fmla="*/ 5542023 w 8285223"/>
              <a:gd name="connsiteY15" fmla="*/ 461108 h 3745677"/>
              <a:gd name="connsiteX16" fmla="*/ 6261038 w 8285223"/>
              <a:gd name="connsiteY16" fmla="*/ 296984 h 3745677"/>
              <a:gd name="connsiteX17" fmla="*/ 6456423 w 8285223"/>
              <a:gd name="connsiteY17" fmla="*/ 156308 h 3745677"/>
              <a:gd name="connsiteX18" fmla="*/ 7050392 w 8285223"/>
              <a:gd name="connsiteY18" fmla="*/ 0 h 3745677"/>
              <a:gd name="connsiteX19" fmla="*/ 7191069 w 8285223"/>
              <a:gd name="connsiteY19" fmla="*/ 54708 h 3745677"/>
              <a:gd name="connsiteX20" fmla="*/ 7597469 w 8285223"/>
              <a:gd name="connsiteY20" fmla="*/ 359508 h 3745677"/>
              <a:gd name="connsiteX21" fmla="*/ 7792853 w 8285223"/>
              <a:gd name="connsiteY21" fmla="*/ 445477 h 3745677"/>
              <a:gd name="connsiteX22" fmla="*/ 8042946 w 8285223"/>
              <a:gd name="connsiteY22" fmla="*/ 476738 h 3745677"/>
              <a:gd name="connsiteX23" fmla="*/ 8128915 w 8285223"/>
              <a:gd name="connsiteY23" fmla="*/ 515815 h 3745677"/>
              <a:gd name="connsiteX24" fmla="*/ 8285223 w 8285223"/>
              <a:gd name="connsiteY24" fmla="*/ 883138 h 3745677"/>
              <a:gd name="connsiteX25" fmla="*/ 8253961 w 8285223"/>
              <a:gd name="connsiteY25" fmla="*/ 1273908 h 3745677"/>
              <a:gd name="connsiteX26" fmla="*/ 8246146 w 8285223"/>
              <a:gd name="connsiteY26" fmla="*/ 1633415 h 3745677"/>
              <a:gd name="connsiteX27" fmla="*/ 8144546 w 8285223"/>
              <a:gd name="connsiteY27" fmla="*/ 2086708 h 3745677"/>
              <a:gd name="connsiteX28" fmla="*/ 8128915 w 8285223"/>
              <a:gd name="connsiteY28" fmla="*/ 2196123 h 3745677"/>
              <a:gd name="connsiteX29" fmla="*/ 8097653 w 8285223"/>
              <a:gd name="connsiteY29" fmla="*/ 2610338 h 3745677"/>
              <a:gd name="connsiteX30" fmla="*/ 8019500 w 8285223"/>
              <a:gd name="connsiteY30" fmla="*/ 2758831 h 3745677"/>
              <a:gd name="connsiteX31" fmla="*/ 7847561 w 8285223"/>
              <a:gd name="connsiteY31" fmla="*/ 2954215 h 3745677"/>
              <a:gd name="connsiteX32" fmla="*/ 7597469 w 8285223"/>
              <a:gd name="connsiteY32" fmla="*/ 3141784 h 3745677"/>
              <a:gd name="connsiteX33" fmla="*/ 7042576 w 8285223"/>
              <a:gd name="connsiteY33" fmla="*/ 3337169 h 3745677"/>
              <a:gd name="connsiteX34" fmla="*/ 6597100 w 8285223"/>
              <a:gd name="connsiteY34" fmla="*/ 3423138 h 3745677"/>
              <a:gd name="connsiteX35" fmla="*/ 6135992 w 8285223"/>
              <a:gd name="connsiteY35" fmla="*/ 3391877 h 3745677"/>
              <a:gd name="connsiteX36" fmla="*/ 5690515 w 8285223"/>
              <a:gd name="connsiteY36" fmla="*/ 3204308 h 3745677"/>
              <a:gd name="connsiteX37" fmla="*/ 4963684 w 8285223"/>
              <a:gd name="connsiteY37" fmla="*/ 3071446 h 3745677"/>
              <a:gd name="connsiteX38" fmla="*/ 4572915 w 8285223"/>
              <a:gd name="connsiteY38" fmla="*/ 3235569 h 3745677"/>
              <a:gd name="connsiteX39" fmla="*/ 4182146 w 8285223"/>
              <a:gd name="connsiteY39" fmla="*/ 3407508 h 3745677"/>
              <a:gd name="connsiteX40" fmla="*/ 3189592 w 8285223"/>
              <a:gd name="connsiteY40" fmla="*/ 3735754 h 3745677"/>
              <a:gd name="connsiteX41" fmla="*/ 2884792 w 8285223"/>
              <a:gd name="connsiteY41" fmla="*/ 3743569 h 3745677"/>
              <a:gd name="connsiteX42" fmla="*/ 2087623 w 8285223"/>
              <a:gd name="connsiteY42" fmla="*/ 3266831 h 3745677"/>
              <a:gd name="connsiteX43" fmla="*/ 1884423 w 8285223"/>
              <a:gd name="connsiteY43" fmla="*/ 3259015 h 3745677"/>
              <a:gd name="connsiteX44" fmla="*/ 1595253 w 8285223"/>
              <a:gd name="connsiteY44" fmla="*/ 3305908 h 3745677"/>
              <a:gd name="connsiteX45" fmla="*/ 1352976 w 8285223"/>
              <a:gd name="connsiteY45" fmla="*/ 3360615 h 3745677"/>
              <a:gd name="connsiteX46" fmla="*/ 1126330 w 8285223"/>
              <a:gd name="connsiteY46" fmla="*/ 3368431 h 3745677"/>
              <a:gd name="connsiteX47" fmla="*/ 970023 w 8285223"/>
              <a:gd name="connsiteY47" fmla="*/ 3313723 h 3745677"/>
              <a:gd name="connsiteX48" fmla="*/ 790269 w 8285223"/>
              <a:gd name="connsiteY48" fmla="*/ 3180861 h 3745677"/>
              <a:gd name="connsiteX49" fmla="*/ 735561 w 8285223"/>
              <a:gd name="connsiteY49" fmla="*/ 3071446 h 3745677"/>
              <a:gd name="connsiteX50" fmla="*/ 712115 w 8285223"/>
              <a:gd name="connsiteY50" fmla="*/ 2836984 h 3745677"/>
              <a:gd name="connsiteX51" fmla="*/ 516730 w 8285223"/>
              <a:gd name="connsiteY51" fmla="*/ 2579077 h 3745677"/>
              <a:gd name="connsiteX52" fmla="*/ 79069 w 8285223"/>
              <a:gd name="connsiteY52" fmla="*/ 2110154 h 3745677"/>
              <a:gd name="connsiteX53" fmla="*/ 8730 w 8285223"/>
              <a:gd name="connsiteY53" fmla="*/ 1977292 h 3745677"/>
              <a:gd name="connsiteX54" fmla="*/ 915 w 8285223"/>
              <a:gd name="connsiteY54" fmla="*/ 1852246 h 3745677"/>
              <a:gd name="connsiteX55" fmla="*/ 55623 w 8285223"/>
              <a:gd name="connsiteY55" fmla="*/ 1672492 h 3745677"/>
              <a:gd name="connsiteX56" fmla="*/ 86884 w 8285223"/>
              <a:gd name="connsiteY56" fmla="*/ 1649046 h 3745677"/>
              <a:gd name="connsiteX57" fmla="*/ 118146 w 8285223"/>
              <a:gd name="connsiteY57" fmla="*/ 1633415 h 3745677"/>
              <a:gd name="connsiteX58" fmla="*/ 227561 w 8285223"/>
              <a:gd name="connsiteY58" fmla="*/ 1625600 h 3745677"/>
              <a:gd name="connsiteX59" fmla="*/ 243192 w 8285223"/>
              <a:gd name="connsiteY59" fmla="*/ 1594338 h 3745677"/>
              <a:gd name="connsiteX60" fmla="*/ 258823 w 8285223"/>
              <a:gd name="connsiteY60" fmla="*/ 1539631 h 3745677"/>
              <a:gd name="connsiteX61" fmla="*/ 266638 w 8285223"/>
              <a:gd name="connsiteY61" fmla="*/ 1516184 h 3745677"/>
              <a:gd name="connsiteX62" fmla="*/ 282269 w 8285223"/>
              <a:gd name="connsiteY62" fmla="*/ 1563077 h 37456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Lst>
            <a:rect l="l" t="t" r="r" b="b"/>
            <a:pathLst>
              <a:path w="8285223" h="3745677">
                <a:moveTo>
                  <a:pt x="282269" y="1563077"/>
                </a:moveTo>
                <a:lnTo>
                  <a:pt x="282269" y="1563077"/>
                </a:lnTo>
                <a:cubicBezTo>
                  <a:pt x="284874" y="1534421"/>
                  <a:pt x="278224" y="1503325"/>
                  <a:pt x="290084" y="1477108"/>
                </a:cubicBezTo>
                <a:cubicBezTo>
                  <a:pt x="470895" y="1077420"/>
                  <a:pt x="535418" y="762851"/>
                  <a:pt x="805900" y="492369"/>
                </a:cubicBezTo>
                <a:cubicBezTo>
                  <a:pt x="828082" y="470187"/>
                  <a:pt x="850639" y="447978"/>
                  <a:pt x="876238" y="429846"/>
                </a:cubicBezTo>
                <a:cubicBezTo>
                  <a:pt x="913425" y="403505"/>
                  <a:pt x="950319" y="374163"/>
                  <a:pt x="993469" y="359508"/>
                </a:cubicBezTo>
                <a:cubicBezTo>
                  <a:pt x="1089798" y="326792"/>
                  <a:pt x="1191355" y="312174"/>
                  <a:pt x="1290453" y="289169"/>
                </a:cubicBezTo>
                <a:cubicBezTo>
                  <a:pt x="1321754" y="281903"/>
                  <a:pt x="1562386" y="228038"/>
                  <a:pt x="1587438" y="226646"/>
                </a:cubicBezTo>
                <a:lnTo>
                  <a:pt x="1892238" y="211015"/>
                </a:lnTo>
                <a:cubicBezTo>
                  <a:pt x="2126700" y="218830"/>
                  <a:pt x="2361559" y="218726"/>
                  <a:pt x="2595623" y="234461"/>
                </a:cubicBezTo>
                <a:cubicBezTo>
                  <a:pt x="2672114" y="239603"/>
                  <a:pt x="2746257" y="263569"/>
                  <a:pt x="2822269" y="273538"/>
                </a:cubicBezTo>
                <a:cubicBezTo>
                  <a:pt x="3002387" y="297160"/>
                  <a:pt x="3099976" y="298745"/>
                  <a:pt x="3275561" y="304800"/>
                </a:cubicBezTo>
                <a:lnTo>
                  <a:pt x="3525653" y="312615"/>
                </a:lnTo>
                <a:cubicBezTo>
                  <a:pt x="4069686" y="378559"/>
                  <a:pt x="3621881" y="331341"/>
                  <a:pt x="4572915" y="375138"/>
                </a:cubicBezTo>
                <a:cubicBezTo>
                  <a:pt x="4825329" y="386762"/>
                  <a:pt x="5049476" y="404154"/>
                  <a:pt x="5299746" y="422031"/>
                </a:cubicBezTo>
                <a:cubicBezTo>
                  <a:pt x="5380505" y="435057"/>
                  <a:pt x="5460267" y="463864"/>
                  <a:pt x="5542023" y="461108"/>
                </a:cubicBezTo>
                <a:cubicBezTo>
                  <a:pt x="5782228" y="453011"/>
                  <a:pt x="6043727" y="411164"/>
                  <a:pt x="6261038" y="296984"/>
                </a:cubicBezTo>
                <a:cubicBezTo>
                  <a:pt x="6332082" y="259656"/>
                  <a:pt x="6383425" y="189653"/>
                  <a:pt x="6456423" y="156308"/>
                </a:cubicBezTo>
                <a:cubicBezTo>
                  <a:pt x="6802797" y="-1912"/>
                  <a:pt x="6787862" y="13126"/>
                  <a:pt x="7050392" y="0"/>
                </a:cubicBezTo>
                <a:cubicBezTo>
                  <a:pt x="7097284" y="18236"/>
                  <a:pt x="7149022" y="27077"/>
                  <a:pt x="7191069" y="54708"/>
                </a:cubicBezTo>
                <a:cubicBezTo>
                  <a:pt x="7332582" y="147702"/>
                  <a:pt x="7442476" y="291311"/>
                  <a:pt x="7597469" y="359508"/>
                </a:cubicBezTo>
                <a:cubicBezTo>
                  <a:pt x="7662597" y="388164"/>
                  <a:pt x="7724660" y="425164"/>
                  <a:pt x="7792853" y="445477"/>
                </a:cubicBezTo>
                <a:cubicBezTo>
                  <a:pt x="7829221" y="456310"/>
                  <a:pt x="7980340" y="470478"/>
                  <a:pt x="8042946" y="476738"/>
                </a:cubicBezTo>
                <a:cubicBezTo>
                  <a:pt x="8071602" y="489764"/>
                  <a:pt x="8104733" y="495663"/>
                  <a:pt x="8128915" y="515815"/>
                </a:cubicBezTo>
                <a:cubicBezTo>
                  <a:pt x="8272900" y="635803"/>
                  <a:pt x="8241749" y="684400"/>
                  <a:pt x="8285223" y="883138"/>
                </a:cubicBezTo>
                <a:cubicBezTo>
                  <a:pt x="8274802" y="1013395"/>
                  <a:pt x="8260758" y="1143412"/>
                  <a:pt x="8253961" y="1273908"/>
                </a:cubicBezTo>
                <a:cubicBezTo>
                  <a:pt x="8247727" y="1393610"/>
                  <a:pt x="8256594" y="1514007"/>
                  <a:pt x="8246146" y="1633415"/>
                </a:cubicBezTo>
                <a:cubicBezTo>
                  <a:pt x="8229861" y="1819523"/>
                  <a:pt x="8194077" y="1916884"/>
                  <a:pt x="8144546" y="2086708"/>
                </a:cubicBezTo>
                <a:cubicBezTo>
                  <a:pt x="8139336" y="2123180"/>
                  <a:pt x="8132201" y="2159428"/>
                  <a:pt x="8128915" y="2196123"/>
                </a:cubicBezTo>
                <a:cubicBezTo>
                  <a:pt x="8116564" y="2334035"/>
                  <a:pt x="8124082" y="2474419"/>
                  <a:pt x="8097653" y="2610338"/>
                </a:cubicBezTo>
                <a:cubicBezTo>
                  <a:pt x="8086977" y="2665244"/>
                  <a:pt x="8048729" y="2711141"/>
                  <a:pt x="8019500" y="2758831"/>
                </a:cubicBezTo>
                <a:cubicBezTo>
                  <a:pt x="7973581" y="2833752"/>
                  <a:pt x="7911641" y="2895065"/>
                  <a:pt x="7847561" y="2954215"/>
                </a:cubicBezTo>
                <a:cubicBezTo>
                  <a:pt x="7781075" y="3015586"/>
                  <a:pt x="7673210" y="3100758"/>
                  <a:pt x="7597469" y="3141784"/>
                </a:cubicBezTo>
                <a:cubicBezTo>
                  <a:pt x="7417974" y="3239011"/>
                  <a:pt x="7242902" y="3290629"/>
                  <a:pt x="7042576" y="3337169"/>
                </a:cubicBezTo>
                <a:cubicBezTo>
                  <a:pt x="6895267" y="3371392"/>
                  <a:pt x="6745592" y="3394482"/>
                  <a:pt x="6597100" y="3423138"/>
                </a:cubicBezTo>
                <a:cubicBezTo>
                  <a:pt x="6443397" y="3412718"/>
                  <a:pt x="6285747" y="3428025"/>
                  <a:pt x="6135992" y="3391877"/>
                </a:cubicBezTo>
                <a:cubicBezTo>
                  <a:pt x="5979372" y="3354072"/>
                  <a:pt x="5842055" y="3259031"/>
                  <a:pt x="5690515" y="3204308"/>
                </a:cubicBezTo>
                <a:cubicBezTo>
                  <a:pt x="5294477" y="3061294"/>
                  <a:pt x="5345128" y="3089610"/>
                  <a:pt x="4963684" y="3071446"/>
                </a:cubicBezTo>
                <a:cubicBezTo>
                  <a:pt x="4833428" y="3126154"/>
                  <a:pt x="4699278" y="3172387"/>
                  <a:pt x="4572915" y="3235569"/>
                </a:cubicBezTo>
                <a:cubicBezTo>
                  <a:pt x="4184832" y="3429611"/>
                  <a:pt x="4520182" y="3346046"/>
                  <a:pt x="4182146" y="3407508"/>
                </a:cubicBezTo>
                <a:cubicBezTo>
                  <a:pt x="3840430" y="3539785"/>
                  <a:pt x="3553368" y="3669295"/>
                  <a:pt x="3189592" y="3735754"/>
                </a:cubicBezTo>
                <a:cubicBezTo>
                  <a:pt x="3089613" y="3754019"/>
                  <a:pt x="2986392" y="3740964"/>
                  <a:pt x="2884792" y="3743569"/>
                </a:cubicBezTo>
                <a:cubicBezTo>
                  <a:pt x="2533208" y="3482545"/>
                  <a:pt x="2459673" y="3344842"/>
                  <a:pt x="2087623" y="3266831"/>
                </a:cubicBezTo>
                <a:cubicBezTo>
                  <a:pt x="2021282" y="3252921"/>
                  <a:pt x="1952156" y="3261620"/>
                  <a:pt x="1884423" y="3259015"/>
                </a:cubicBezTo>
                <a:cubicBezTo>
                  <a:pt x="1788033" y="3274646"/>
                  <a:pt x="1691165" y="3287572"/>
                  <a:pt x="1595253" y="3305908"/>
                </a:cubicBezTo>
                <a:cubicBezTo>
                  <a:pt x="1513933" y="3321454"/>
                  <a:pt x="1435042" y="3349673"/>
                  <a:pt x="1352976" y="3360615"/>
                </a:cubicBezTo>
                <a:cubicBezTo>
                  <a:pt x="1278046" y="3370606"/>
                  <a:pt x="1201879" y="3365826"/>
                  <a:pt x="1126330" y="3368431"/>
                </a:cubicBezTo>
                <a:cubicBezTo>
                  <a:pt x="1074228" y="3350195"/>
                  <a:pt x="1019677" y="3337841"/>
                  <a:pt x="970023" y="3313723"/>
                </a:cubicBezTo>
                <a:cubicBezTo>
                  <a:pt x="894952" y="3277260"/>
                  <a:pt x="849690" y="3232855"/>
                  <a:pt x="790269" y="3180861"/>
                </a:cubicBezTo>
                <a:cubicBezTo>
                  <a:pt x="772033" y="3144389"/>
                  <a:pt x="745750" y="3110929"/>
                  <a:pt x="735561" y="3071446"/>
                </a:cubicBezTo>
                <a:cubicBezTo>
                  <a:pt x="730324" y="3051154"/>
                  <a:pt x="730946" y="2869067"/>
                  <a:pt x="712115" y="2836984"/>
                </a:cubicBezTo>
                <a:cubicBezTo>
                  <a:pt x="657519" y="2743970"/>
                  <a:pt x="587566" y="2660407"/>
                  <a:pt x="516730" y="2579077"/>
                </a:cubicBezTo>
                <a:cubicBezTo>
                  <a:pt x="376303" y="2417846"/>
                  <a:pt x="179109" y="2299117"/>
                  <a:pt x="79069" y="2110154"/>
                </a:cubicBezTo>
                <a:lnTo>
                  <a:pt x="8730" y="1977292"/>
                </a:lnTo>
                <a:cubicBezTo>
                  <a:pt x="6125" y="1935610"/>
                  <a:pt x="-2866" y="1893838"/>
                  <a:pt x="915" y="1852246"/>
                </a:cubicBezTo>
                <a:cubicBezTo>
                  <a:pt x="3293" y="1826085"/>
                  <a:pt x="24460" y="1712558"/>
                  <a:pt x="55623" y="1672492"/>
                </a:cubicBezTo>
                <a:cubicBezTo>
                  <a:pt x="63620" y="1662210"/>
                  <a:pt x="75838" y="1655949"/>
                  <a:pt x="86884" y="1649046"/>
                </a:cubicBezTo>
                <a:cubicBezTo>
                  <a:pt x="96764" y="1642871"/>
                  <a:pt x="106654" y="1635330"/>
                  <a:pt x="118146" y="1633415"/>
                </a:cubicBezTo>
                <a:cubicBezTo>
                  <a:pt x="154213" y="1627404"/>
                  <a:pt x="191089" y="1628205"/>
                  <a:pt x="227561" y="1625600"/>
                </a:cubicBezTo>
                <a:cubicBezTo>
                  <a:pt x="232771" y="1615179"/>
                  <a:pt x="238603" y="1605047"/>
                  <a:pt x="243192" y="1594338"/>
                </a:cubicBezTo>
                <a:cubicBezTo>
                  <a:pt x="251219" y="1575607"/>
                  <a:pt x="253160" y="1559450"/>
                  <a:pt x="258823" y="1539631"/>
                </a:cubicBezTo>
                <a:cubicBezTo>
                  <a:pt x="261086" y="1531710"/>
                  <a:pt x="260047" y="1521127"/>
                  <a:pt x="266638" y="1516184"/>
                </a:cubicBezTo>
                <a:cubicBezTo>
                  <a:pt x="272890" y="1511495"/>
                  <a:pt x="279664" y="1555262"/>
                  <a:pt x="282269" y="1563077"/>
                </a:cubicBezTo>
                <a:close/>
              </a:path>
            </a:pathLst>
          </a:custGeom>
          <a:noFill/>
          <a:ln>
            <a:solidFill>
              <a:srgbClr val="092844"/>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K" sz="1600"/>
          </a:p>
        </p:txBody>
      </p:sp>
      <p:sp>
        <p:nvSpPr>
          <p:cNvPr id="2" name="Title 1">
            <a:extLst>
              <a:ext uri="{FF2B5EF4-FFF2-40B4-BE49-F238E27FC236}">
                <a16:creationId xmlns:a16="http://schemas.microsoft.com/office/drawing/2014/main" id="{C5A17D59-6DDB-E78B-3DA7-46C017B4EC85}"/>
              </a:ext>
            </a:extLst>
          </p:cNvPr>
          <p:cNvSpPr>
            <a:spLocks noGrp="1"/>
          </p:cNvSpPr>
          <p:nvPr>
            <p:ph type="title"/>
          </p:nvPr>
        </p:nvSpPr>
        <p:spPr/>
        <p:txBody>
          <a:bodyPr/>
          <a:lstStyle/>
          <a:p>
            <a:r>
              <a:rPr lang="en-US" dirty="0"/>
              <a:t>Understand Query Context </a:t>
            </a:r>
            <a:endParaRPr lang="en-DK" dirty="0"/>
          </a:p>
        </p:txBody>
      </p:sp>
      <p:sp>
        <p:nvSpPr>
          <p:cNvPr id="8" name="TextBox 7">
            <a:extLst>
              <a:ext uri="{FF2B5EF4-FFF2-40B4-BE49-F238E27FC236}">
                <a16:creationId xmlns:a16="http://schemas.microsoft.com/office/drawing/2014/main" id="{EAB8BB4A-D6DD-A933-5A67-9601B35EB71E}"/>
              </a:ext>
            </a:extLst>
          </p:cNvPr>
          <p:cNvSpPr txBox="1"/>
          <p:nvPr/>
        </p:nvSpPr>
        <p:spPr>
          <a:xfrm>
            <a:off x="2973674" y="2462381"/>
            <a:ext cx="894797" cy="338554"/>
          </a:xfrm>
          <a:prstGeom prst="rect">
            <a:avLst/>
          </a:prstGeom>
          <a:noFill/>
        </p:spPr>
        <p:txBody>
          <a:bodyPr wrap="none" rtlCol="0">
            <a:spAutoFit/>
          </a:bodyPr>
          <a:lstStyle/>
          <a:p>
            <a:pPr algn="l"/>
            <a:r>
              <a:rPr lang="en-US" sz="1600" dirty="0"/>
              <a:t>Domain</a:t>
            </a:r>
            <a:endParaRPr lang="en-DK" sz="1600" dirty="0"/>
          </a:p>
        </p:txBody>
      </p:sp>
      <p:sp>
        <p:nvSpPr>
          <p:cNvPr id="9" name="Rectangle 8">
            <a:extLst>
              <a:ext uri="{FF2B5EF4-FFF2-40B4-BE49-F238E27FC236}">
                <a16:creationId xmlns:a16="http://schemas.microsoft.com/office/drawing/2014/main" id="{22E98135-FA3C-084C-2AA2-9F649A563524}"/>
              </a:ext>
            </a:extLst>
          </p:cNvPr>
          <p:cNvSpPr/>
          <p:nvPr/>
        </p:nvSpPr>
        <p:spPr>
          <a:xfrm>
            <a:off x="3083088" y="3202889"/>
            <a:ext cx="1922585" cy="1385277"/>
          </a:xfrm>
          <a:prstGeom prst="rect">
            <a:avLst/>
          </a:prstGeom>
          <a:noFill/>
          <a:ln w="38100">
            <a:solidFill>
              <a:srgbClr val="4D4D4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K" sz="1600"/>
          </a:p>
        </p:txBody>
      </p:sp>
      <p:sp>
        <p:nvSpPr>
          <p:cNvPr id="11" name="TextBox 10">
            <a:extLst>
              <a:ext uri="{FF2B5EF4-FFF2-40B4-BE49-F238E27FC236}">
                <a16:creationId xmlns:a16="http://schemas.microsoft.com/office/drawing/2014/main" id="{79355910-E87A-BE27-AF8C-DD6AB10D7E8B}"/>
              </a:ext>
            </a:extLst>
          </p:cNvPr>
          <p:cNvSpPr txBox="1"/>
          <p:nvPr/>
        </p:nvSpPr>
        <p:spPr>
          <a:xfrm>
            <a:off x="3141187" y="3293817"/>
            <a:ext cx="1790875" cy="338554"/>
          </a:xfrm>
          <a:prstGeom prst="rect">
            <a:avLst/>
          </a:prstGeom>
          <a:noFill/>
        </p:spPr>
        <p:txBody>
          <a:bodyPr wrap="none" rtlCol="0">
            <a:spAutoFit/>
          </a:bodyPr>
          <a:lstStyle/>
          <a:p>
            <a:pPr algn="l"/>
            <a:r>
              <a:rPr lang="en-US" sz="1600" dirty="0"/>
              <a:t>Software system 1</a:t>
            </a:r>
            <a:endParaRPr lang="en-DK" sz="1600" dirty="0"/>
          </a:p>
        </p:txBody>
      </p:sp>
      <p:sp>
        <p:nvSpPr>
          <p:cNvPr id="12" name="Rectangle 11">
            <a:extLst>
              <a:ext uri="{FF2B5EF4-FFF2-40B4-BE49-F238E27FC236}">
                <a16:creationId xmlns:a16="http://schemas.microsoft.com/office/drawing/2014/main" id="{F3D3708C-E784-C89B-0183-1C5ABB919547}"/>
              </a:ext>
            </a:extLst>
          </p:cNvPr>
          <p:cNvSpPr/>
          <p:nvPr/>
        </p:nvSpPr>
        <p:spPr>
          <a:xfrm>
            <a:off x="7440168" y="3202889"/>
            <a:ext cx="1922585" cy="1385277"/>
          </a:xfrm>
          <a:prstGeom prst="rect">
            <a:avLst/>
          </a:prstGeom>
          <a:noFill/>
          <a:ln w="38100">
            <a:solidFill>
              <a:srgbClr val="4D4D4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K" sz="1600"/>
          </a:p>
        </p:txBody>
      </p:sp>
      <p:sp>
        <p:nvSpPr>
          <p:cNvPr id="13" name="TextBox 12">
            <a:extLst>
              <a:ext uri="{FF2B5EF4-FFF2-40B4-BE49-F238E27FC236}">
                <a16:creationId xmlns:a16="http://schemas.microsoft.com/office/drawing/2014/main" id="{3A614DAA-00DD-1C69-3517-2342A8032B89}"/>
              </a:ext>
            </a:extLst>
          </p:cNvPr>
          <p:cNvSpPr txBox="1"/>
          <p:nvPr/>
        </p:nvSpPr>
        <p:spPr>
          <a:xfrm>
            <a:off x="7498267" y="3293817"/>
            <a:ext cx="1818126" cy="338554"/>
          </a:xfrm>
          <a:prstGeom prst="rect">
            <a:avLst/>
          </a:prstGeom>
          <a:noFill/>
        </p:spPr>
        <p:txBody>
          <a:bodyPr wrap="none" rtlCol="0">
            <a:spAutoFit/>
          </a:bodyPr>
          <a:lstStyle/>
          <a:p>
            <a:pPr algn="l"/>
            <a:r>
              <a:rPr lang="en-US" sz="1600" dirty="0"/>
              <a:t>Software system 2</a:t>
            </a:r>
            <a:endParaRPr lang="en-DK" sz="1600" dirty="0"/>
          </a:p>
        </p:txBody>
      </p:sp>
      <p:grpSp>
        <p:nvGrpSpPr>
          <p:cNvPr id="19" name="Group 18">
            <a:extLst>
              <a:ext uri="{FF2B5EF4-FFF2-40B4-BE49-F238E27FC236}">
                <a16:creationId xmlns:a16="http://schemas.microsoft.com/office/drawing/2014/main" id="{23694E42-01D6-FFEB-7A63-B410737D77F9}"/>
              </a:ext>
            </a:extLst>
          </p:cNvPr>
          <p:cNvGrpSpPr/>
          <p:nvPr/>
        </p:nvGrpSpPr>
        <p:grpSpPr>
          <a:xfrm>
            <a:off x="5197151" y="3734152"/>
            <a:ext cx="2051539" cy="322749"/>
            <a:chOff x="4165600" y="3924913"/>
            <a:chExt cx="2051539" cy="322749"/>
          </a:xfrm>
        </p:grpSpPr>
        <p:cxnSp>
          <p:nvCxnSpPr>
            <p:cNvPr id="15" name="Straight Connector 14">
              <a:extLst>
                <a:ext uri="{FF2B5EF4-FFF2-40B4-BE49-F238E27FC236}">
                  <a16:creationId xmlns:a16="http://schemas.microsoft.com/office/drawing/2014/main" id="{202F9661-DB7F-F4A1-BBCC-6F0A005EEA8B}"/>
                </a:ext>
              </a:extLst>
            </p:cNvPr>
            <p:cNvCxnSpPr/>
            <p:nvPr/>
          </p:nvCxnSpPr>
          <p:spPr>
            <a:xfrm>
              <a:off x="4165600" y="3924913"/>
              <a:ext cx="0" cy="322749"/>
            </a:xfrm>
            <a:prstGeom prst="line">
              <a:avLst/>
            </a:prstGeom>
            <a:ln w="34925">
              <a:solidFill>
                <a:srgbClr val="092844"/>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97573211-9403-2638-76AB-9BB691575DC6}"/>
                </a:ext>
              </a:extLst>
            </p:cNvPr>
            <p:cNvCxnSpPr/>
            <p:nvPr/>
          </p:nvCxnSpPr>
          <p:spPr>
            <a:xfrm>
              <a:off x="6217139" y="3924913"/>
              <a:ext cx="0" cy="322749"/>
            </a:xfrm>
            <a:prstGeom prst="line">
              <a:avLst/>
            </a:prstGeom>
            <a:ln w="34925">
              <a:solidFill>
                <a:srgbClr val="092844"/>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A0F49B1E-B8DF-9408-C569-663E89BA813E}"/>
                </a:ext>
              </a:extLst>
            </p:cNvPr>
            <p:cNvCxnSpPr/>
            <p:nvPr/>
          </p:nvCxnSpPr>
          <p:spPr>
            <a:xfrm>
              <a:off x="4165600" y="4079635"/>
              <a:ext cx="2051539" cy="0"/>
            </a:xfrm>
            <a:prstGeom prst="line">
              <a:avLst/>
            </a:prstGeom>
            <a:ln w="34925">
              <a:solidFill>
                <a:srgbClr val="092844"/>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grpSp>
      <p:sp>
        <p:nvSpPr>
          <p:cNvPr id="20" name="TextBox 19">
            <a:extLst>
              <a:ext uri="{FF2B5EF4-FFF2-40B4-BE49-F238E27FC236}">
                <a16:creationId xmlns:a16="http://schemas.microsoft.com/office/drawing/2014/main" id="{AB78F10F-BF71-2D48-DF12-D56C0E7B7910}"/>
              </a:ext>
            </a:extLst>
          </p:cNvPr>
          <p:cNvSpPr txBox="1"/>
          <p:nvPr/>
        </p:nvSpPr>
        <p:spPr>
          <a:xfrm>
            <a:off x="5197151" y="3395598"/>
            <a:ext cx="2081019" cy="338554"/>
          </a:xfrm>
          <a:prstGeom prst="rect">
            <a:avLst/>
          </a:prstGeom>
          <a:noFill/>
        </p:spPr>
        <p:txBody>
          <a:bodyPr wrap="none" rtlCol="0">
            <a:spAutoFit/>
          </a:bodyPr>
          <a:lstStyle/>
          <a:p>
            <a:pPr algn="l"/>
            <a:r>
              <a:rPr lang="en-US" sz="1600" dirty="0"/>
              <a:t>Terminology Relation</a:t>
            </a:r>
            <a:endParaRPr lang="en-DK" sz="1600" dirty="0"/>
          </a:p>
        </p:txBody>
      </p:sp>
      <p:pic>
        <p:nvPicPr>
          <p:cNvPr id="23" name="Graphic 22" descr="Head with gears outline">
            <a:extLst>
              <a:ext uri="{FF2B5EF4-FFF2-40B4-BE49-F238E27FC236}">
                <a16:creationId xmlns:a16="http://schemas.microsoft.com/office/drawing/2014/main" id="{7FA7C9EF-8FE4-1A2A-1DC0-D0D8AF58BF0F}"/>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141187" y="4034325"/>
            <a:ext cx="457200" cy="457200"/>
          </a:xfrm>
          <a:prstGeom prst="rect">
            <a:avLst/>
          </a:prstGeom>
        </p:spPr>
      </p:pic>
      <p:pic>
        <p:nvPicPr>
          <p:cNvPr id="24" name="Graphic 23" descr="Head with gears outline">
            <a:extLst>
              <a:ext uri="{FF2B5EF4-FFF2-40B4-BE49-F238E27FC236}">
                <a16:creationId xmlns:a16="http://schemas.microsoft.com/office/drawing/2014/main" id="{4C2EB6A7-8FC5-F020-8EC2-0239D1726F28}"/>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561264" y="4034325"/>
            <a:ext cx="457200" cy="457200"/>
          </a:xfrm>
          <a:prstGeom prst="rect">
            <a:avLst/>
          </a:prstGeom>
        </p:spPr>
      </p:pic>
      <p:pic>
        <p:nvPicPr>
          <p:cNvPr id="25" name="Graphic 24" descr="Head with gears outline">
            <a:extLst>
              <a:ext uri="{FF2B5EF4-FFF2-40B4-BE49-F238E27FC236}">
                <a16:creationId xmlns:a16="http://schemas.microsoft.com/office/drawing/2014/main" id="{408F66C7-7D67-E112-A79F-41D09F4D3AE9}"/>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590095" y="4065930"/>
            <a:ext cx="457200" cy="457200"/>
          </a:xfrm>
          <a:prstGeom prst="rect">
            <a:avLst/>
          </a:prstGeom>
        </p:spPr>
      </p:pic>
      <p:pic>
        <p:nvPicPr>
          <p:cNvPr id="26" name="Graphic 25" descr="Head with gears outline">
            <a:extLst>
              <a:ext uri="{FF2B5EF4-FFF2-40B4-BE49-F238E27FC236}">
                <a16:creationId xmlns:a16="http://schemas.microsoft.com/office/drawing/2014/main" id="{D3BB20E9-1E18-0CFF-D79F-ED7C63ADDF6B}"/>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025285" y="4071233"/>
            <a:ext cx="457200" cy="457200"/>
          </a:xfrm>
          <a:prstGeom prst="rect">
            <a:avLst/>
          </a:prstGeom>
        </p:spPr>
      </p:pic>
      <p:pic>
        <p:nvPicPr>
          <p:cNvPr id="27" name="Graphic 26" descr="Head with gears outline">
            <a:extLst>
              <a:ext uri="{FF2B5EF4-FFF2-40B4-BE49-F238E27FC236}">
                <a16:creationId xmlns:a16="http://schemas.microsoft.com/office/drawing/2014/main" id="{150C0061-04E9-F09D-0442-F88F493708B0}"/>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445362" y="4076536"/>
            <a:ext cx="457200" cy="457200"/>
          </a:xfrm>
          <a:prstGeom prst="rect">
            <a:avLst/>
          </a:prstGeom>
        </p:spPr>
      </p:pic>
      <p:sp>
        <p:nvSpPr>
          <p:cNvPr id="3" name="Thought Bubble: Cloud 2">
            <a:extLst>
              <a:ext uri="{FF2B5EF4-FFF2-40B4-BE49-F238E27FC236}">
                <a16:creationId xmlns:a16="http://schemas.microsoft.com/office/drawing/2014/main" id="{D3FCC8B6-6DD8-4843-C042-E1D1324E18CB}"/>
              </a:ext>
            </a:extLst>
          </p:cNvPr>
          <p:cNvSpPr/>
          <p:nvPr/>
        </p:nvSpPr>
        <p:spPr>
          <a:xfrm>
            <a:off x="7526589" y="2094442"/>
            <a:ext cx="2584486" cy="1656667"/>
          </a:xfrm>
          <a:prstGeom prst="cloudCallout">
            <a:avLst/>
          </a:prstGeom>
          <a:solidFill>
            <a:schemeClr val="bg1"/>
          </a:solidFill>
          <a:ln>
            <a:solidFill>
              <a:srgbClr val="092844"/>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Beliefs</a:t>
            </a:r>
          </a:p>
          <a:p>
            <a:pPr algn="ctr"/>
            <a:r>
              <a:rPr lang="en-US" sz="1600" dirty="0">
                <a:solidFill>
                  <a:schemeClr val="tx1"/>
                </a:solidFill>
              </a:rPr>
              <a:t>Desires</a:t>
            </a:r>
          </a:p>
          <a:p>
            <a:pPr algn="ctr"/>
            <a:r>
              <a:rPr lang="en-US" sz="1600" dirty="0">
                <a:solidFill>
                  <a:schemeClr val="tx1"/>
                </a:solidFill>
              </a:rPr>
              <a:t>Intensions</a:t>
            </a:r>
            <a:endParaRPr lang="en-DK" sz="1600" dirty="0">
              <a:solidFill>
                <a:schemeClr val="tx1"/>
              </a:solidFill>
            </a:endParaRPr>
          </a:p>
        </p:txBody>
      </p:sp>
      <p:cxnSp>
        <p:nvCxnSpPr>
          <p:cNvPr id="5" name="Straight Arrow Connector 4">
            <a:extLst>
              <a:ext uri="{FF2B5EF4-FFF2-40B4-BE49-F238E27FC236}">
                <a16:creationId xmlns:a16="http://schemas.microsoft.com/office/drawing/2014/main" id="{86508006-F804-3F8A-B256-A5860EE0DF37}"/>
              </a:ext>
            </a:extLst>
          </p:cNvPr>
          <p:cNvCxnSpPr/>
          <p:nvPr/>
        </p:nvCxnSpPr>
        <p:spPr>
          <a:xfrm>
            <a:off x="5197151" y="4308567"/>
            <a:ext cx="2051539" cy="0"/>
          </a:xfrm>
          <a:prstGeom prst="straightConnector1">
            <a:avLst/>
          </a:prstGeom>
          <a:ln w="38100">
            <a:solidFill>
              <a:srgbClr val="4D4D4D"/>
            </a:solidFill>
            <a:headEnd type="none" w="lg" len="med"/>
            <a:tailEnd type="triangle"/>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E9F35BFC-098A-E7C8-22BF-53B5B991B4DA}"/>
              </a:ext>
            </a:extLst>
          </p:cNvPr>
          <p:cNvSpPr txBox="1"/>
          <p:nvPr/>
        </p:nvSpPr>
        <p:spPr>
          <a:xfrm>
            <a:off x="5758077" y="4322248"/>
            <a:ext cx="801823" cy="338554"/>
          </a:xfrm>
          <a:prstGeom prst="rect">
            <a:avLst/>
          </a:prstGeom>
          <a:noFill/>
        </p:spPr>
        <p:txBody>
          <a:bodyPr wrap="none" rtlCol="0">
            <a:spAutoFit/>
          </a:bodyPr>
          <a:lstStyle/>
          <a:p>
            <a:pPr algn="l"/>
            <a:r>
              <a:rPr lang="en-US" sz="1600" b="1" dirty="0"/>
              <a:t>QUERY</a:t>
            </a:r>
            <a:endParaRPr lang="en-DK" sz="1600" b="1" dirty="0"/>
          </a:p>
        </p:txBody>
      </p:sp>
    </p:spTree>
    <p:extLst>
      <p:ext uri="{BB962C8B-B14F-4D97-AF65-F5344CB8AC3E}">
        <p14:creationId xmlns:p14="http://schemas.microsoft.com/office/powerpoint/2010/main" val="199126801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450027-271B-9472-D135-79A1E251123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14034AA-2DEF-9DB9-D1EC-2D5E026FA9DE}"/>
              </a:ext>
            </a:extLst>
          </p:cNvPr>
          <p:cNvSpPr>
            <a:spLocks noGrp="1"/>
          </p:cNvSpPr>
          <p:nvPr>
            <p:ph type="title"/>
          </p:nvPr>
        </p:nvSpPr>
        <p:spPr/>
        <p:txBody>
          <a:bodyPr/>
          <a:lstStyle/>
          <a:p>
            <a:r>
              <a:rPr lang="en-US" dirty="0"/>
              <a:t>Understand Query Context </a:t>
            </a:r>
            <a:endParaRPr lang="en-DK" dirty="0"/>
          </a:p>
        </p:txBody>
      </p:sp>
      <p:sp>
        <p:nvSpPr>
          <p:cNvPr id="9" name="Rectangle 8">
            <a:extLst>
              <a:ext uri="{FF2B5EF4-FFF2-40B4-BE49-F238E27FC236}">
                <a16:creationId xmlns:a16="http://schemas.microsoft.com/office/drawing/2014/main" id="{CEFF1440-24AD-BFB5-E82B-BE149EC9C746}"/>
              </a:ext>
            </a:extLst>
          </p:cNvPr>
          <p:cNvSpPr/>
          <p:nvPr/>
        </p:nvSpPr>
        <p:spPr>
          <a:xfrm>
            <a:off x="2017204" y="3496460"/>
            <a:ext cx="1922585" cy="1385277"/>
          </a:xfrm>
          <a:prstGeom prst="rect">
            <a:avLst/>
          </a:prstGeom>
          <a:noFill/>
          <a:ln w="38100">
            <a:solidFill>
              <a:srgbClr val="4D4D4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K" sz="1600"/>
          </a:p>
        </p:txBody>
      </p:sp>
      <p:sp>
        <p:nvSpPr>
          <p:cNvPr id="11" name="TextBox 10">
            <a:extLst>
              <a:ext uri="{FF2B5EF4-FFF2-40B4-BE49-F238E27FC236}">
                <a16:creationId xmlns:a16="http://schemas.microsoft.com/office/drawing/2014/main" id="{C4E2502D-0BBF-1CDE-646E-D76709E6F3B2}"/>
              </a:ext>
            </a:extLst>
          </p:cNvPr>
          <p:cNvSpPr txBox="1"/>
          <p:nvPr/>
        </p:nvSpPr>
        <p:spPr>
          <a:xfrm>
            <a:off x="2075303" y="3587388"/>
            <a:ext cx="545342" cy="338554"/>
          </a:xfrm>
          <a:prstGeom prst="rect">
            <a:avLst/>
          </a:prstGeom>
          <a:noFill/>
        </p:spPr>
        <p:txBody>
          <a:bodyPr wrap="none" rtlCol="0">
            <a:spAutoFit/>
          </a:bodyPr>
          <a:lstStyle/>
          <a:p>
            <a:pPr algn="l"/>
            <a:r>
              <a:rPr lang="en-US" sz="1600" dirty="0"/>
              <a:t>BC1 </a:t>
            </a:r>
            <a:endParaRPr lang="en-DK" sz="1600" dirty="0"/>
          </a:p>
        </p:txBody>
      </p:sp>
      <p:sp>
        <p:nvSpPr>
          <p:cNvPr id="12" name="Rectangle 11">
            <a:extLst>
              <a:ext uri="{FF2B5EF4-FFF2-40B4-BE49-F238E27FC236}">
                <a16:creationId xmlns:a16="http://schemas.microsoft.com/office/drawing/2014/main" id="{284B08DA-42C1-E064-C5B0-8D07CE2C5C07}"/>
              </a:ext>
            </a:extLst>
          </p:cNvPr>
          <p:cNvSpPr/>
          <p:nvPr/>
        </p:nvSpPr>
        <p:spPr>
          <a:xfrm>
            <a:off x="8012242" y="2626290"/>
            <a:ext cx="1922585" cy="1385277"/>
          </a:xfrm>
          <a:prstGeom prst="rect">
            <a:avLst/>
          </a:prstGeom>
          <a:noFill/>
          <a:ln w="38100">
            <a:solidFill>
              <a:srgbClr val="4D4D4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K" sz="1600"/>
          </a:p>
        </p:txBody>
      </p:sp>
      <p:sp>
        <p:nvSpPr>
          <p:cNvPr id="13" name="TextBox 12">
            <a:extLst>
              <a:ext uri="{FF2B5EF4-FFF2-40B4-BE49-F238E27FC236}">
                <a16:creationId xmlns:a16="http://schemas.microsoft.com/office/drawing/2014/main" id="{7E7F00A2-BDAF-3D11-BF5A-BC44B8F8145C}"/>
              </a:ext>
            </a:extLst>
          </p:cNvPr>
          <p:cNvSpPr txBox="1"/>
          <p:nvPr/>
        </p:nvSpPr>
        <p:spPr>
          <a:xfrm>
            <a:off x="8070341" y="2722521"/>
            <a:ext cx="1768433" cy="1077218"/>
          </a:xfrm>
          <a:prstGeom prst="rect">
            <a:avLst/>
          </a:prstGeom>
          <a:noFill/>
        </p:spPr>
        <p:txBody>
          <a:bodyPr wrap="none" rtlCol="0">
            <a:spAutoFit/>
          </a:bodyPr>
          <a:lstStyle/>
          <a:p>
            <a:r>
              <a:rPr lang="en-US" sz="1600" dirty="0"/>
              <a:t>BC 2</a:t>
            </a:r>
          </a:p>
          <a:p>
            <a:r>
              <a:rPr lang="en-US" sz="1600" dirty="0"/>
              <a:t>Domain ontology </a:t>
            </a:r>
          </a:p>
          <a:p>
            <a:r>
              <a:rPr lang="en-US" sz="1600" dirty="0"/>
              <a:t>module</a:t>
            </a:r>
            <a:endParaRPr lang="en-DK" sz="1600" dirty="0"/>
          </a:p>
          <a:p>
            <a:pPr algn="l"/>
            <a:endParaRPr lang="en-DK" sz="1600" dirty="0"/>
          </a:p>
        </p:txBody>
      </p:sp>
      <p:grpSp>
        <p:nvGrpSpPr>
          <p:cNvPr id="19" name="Group 18">
            <a:extLst>
              <a:ext uri="{FF2B5EF4-FFF2-40B4-BE49-F238E27FC236}">
                <a16:creationId xmlns:a16="http://schemas.microsoft.com/office/drawing/2014/main" id="{F77B5199-A6A9-74A3-29E3-802B4ADC5F39}"/>
              </a:ext>
            </a:extLst>
          </p:cNvPr>
          <p:cNvGrpSpPr/>
          <p:nvPr/>
        </p:nvGrpSpPr>
        <p:grpSpPr>
          <a:xfrm>
            <a:off x="4131267" y="4027723"/>
            <a:ext cx="2051539" cy="322749"/>
            <a:chOff x="4165600" y="3924913"/>
            <a:chExt cx="2051539" cy="322749"/>
          </a:xfrm>
        </p:grpSpPr>
        <p:cxnSp>
          <p:nvCxnSpPr>
            <p:cNvPr id="15" name="Straight Connector 14">
              <a:extLst>
                <a:ext uri="{FF2B5EF4-FFF2-40B4-BE49-F238E27FC236}">
                  <a16:creationId xmlns:a16="http://schemas.microsoft.com/office/drawing/2014/main" id="{61A3F415-D44D-6F43-F829-58F471DD3F37}"/>
                </a:ext>
              </a:extLst>
            </p:cNvPr>
            <p:cNvCxnSpPr/>
            <p:nvPr/>
          </p:nvCxnSpPr>
          <p:spPr>
            <a:xfrm>
              <a:off x="4165600" y="3924913"/>
              <a:ext cx="0" cy="322749"/>
            </a:xfrm>
            <a:prstGeom prst="line">
              <a:avLst/>
            </a:prstGeom>
            <a:ln w="34925">
              <a:solidFill>
                <a:srgbClr val="092844"/>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F00FCDA6-4B5D-938D-B839-CE5FD2C23382}"/>
                </a:ext>
              </a:extLst>
            </p:cNvPr>
            <p:cNvCxnSpPr/>
            <p:nvPr/>
          </p:nvCxnSpPr>
          <p:spPr>
            <a:xfrm>
              <a:off x="6217139" y="3924913"/>
              <a:ext cx="0" cy="322749"/>
            </a:xfrm>
            <a:prstGeom prst="line">
              <a:avLst/>
            </a:prstGeom>
            <a:ln w="34925">
              <a:solidFill>
                <a:srgbClr val="092844"/>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A0986B97-B45F-00BE-DFD3-CA7106640800}"/>
                </a:ext>
              </a:extLst>
            </p:cNvPr>
            <p:cNvCxnSpPr/>
            <p:nvPr/>
          </p:nvCxnSpPr>
          <p:spPr>
            <a:xfrm>
              <a:off x="4165600" y="4079635"/>
              <a:ext cx="2051539" cy="0"/>
            </a:xfrm>
            <a:prstGeom prst="line">
              <a:avLst/>
            </a:prstGeom>
            <a:ln w="34925">
              <a:solidFill>
                <a:srgbClr val="092844"/>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grpSp>
      <p:sp>
        <p:nvSpPr>
          <p:cNvPr id="20" name="TextBox 19">
            <a:extLst>
              <a:ext uri="{FF2B5EF4-FFF2-40B4-BE49-F238E27FC236}">
                <a16:creationId xmlns:a16="http://schemas.microsoft.com/office/drawing/2014/main" id="{01E8B05A-5595-71C2-5357-8B32302BBC61}"/>
              </a:ext>
            </a:extLst>
          </p:cNvPr>
          <p:cNvSpPr txBox="1"/>
          <p:nvPr/>
        </p:nvSpPr>
        <p:spPr>
          <a:xfrm>
            <a:off x="4131267" y="3689169"/>
            <a:ext cx="2081019" cy="338554"/>
          </a:xfrm>
          <a:prstGeom prst="rect">
            <a:avLst/>
          </a:prstGeom>
          <a:noFill/>
        </p:spPr>
        <p:txBody>
          <a:bodyPr wrap="none" rtlCol="0">
            <a:spAutoFit/>
          </a:bodyPr>
          <a:lstStyle/>
          <a:p>
            <a:pPr algn="l"/>
            <a:r>
              <a:rPr lang="en-US" sz="1600" dirty="0"/>
              <a:t>Terminology Relation</a:t>
            </a:r>
            <a:endParaRPr lang="en-DK" sz="1600" dirty="0"/>
          </a:p>
        </p:txBody>
      </p:sp>
      <p:pic>
        <p:nvPicPr>
          <p:cNvPr id="23" name="Graphic 22" descr="Head with gears outline">
            <a:extLst>
              <a:ext uri="{FF2B5EF4-FFF2-40B4-BE49-F238E27FC236}">
                <a16:creationId xmlns:a16="http://schemas.microsoft.com/office/drawing/2014/main" id="{206BA9FF-3E01-C494-A280-469D0A18FA1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075303" y="4327896"/>
            <a:ext cx="457200" cy="457200"/>
          </a:xfrm>
          <a:prstGeom prst="rect">
            <a:avLst/>
          </a:prstGeom>
        </p:spPr>
      </p:pic>
      <p:pic>
        <p:nvPicPr>
          <p:cNvPr id="24" name="Graphic 23" descr="Head with gears outline">
            <a:extLst>
              <a:ext uri="{FF2B5EF4-FFF2-40B4-BE49-F238E27FC236}">
                <a16:creationId xmlns:a16="http://schemas.microsoft.com/office/drawing/2014/main" id="{E103C7D7-BDC5-1296-861A-A92BE6CC33F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495380" y="4327896"/>
            <a:ext cx="457200" cy="457200"/>
          </a:xfrm>
          <a:prstGeom prst="rect">
            <a:avLst/>
          </a:prstGeom>
        </p:spPr>
      </p:pic>
      <p:pic>
        <p:nvPicPr>
          <p:cNvPr id="25" name="Graphic 24" descr="Head with gears outline">
            <a:extLst>
              <a:ext uri="{FF2B5EF4-FFF2-40B4-BE49-F238E27FC236}">
                <a16:creationId xmlns:a16="http://schemas.microsoft.com/office/drawing/2014/main" id="{EA7A5EFF-2458-B42A-EDB5-6398A4C02FD3}"/>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162169" y="3494634"/>
            <a:ext cx="457200" cy="457200"/>
          </a:xfrm>
          <a:prstGeom prst="rect">
            <a:avLst/>
          </a:prstGeom>
        </p:spPr>
      </p:pic>
      <p:pic>
        <p:nvPicPr>
          <p:cNvPr id="26" name="Graphic 25" descr="Head with gears outline">
            <a:extLst>
              <a:ext uri="{FF2B5EF4-FFF2-40B4-BE49-F238E27FC236}">
                <a16:creationId xmlns:a16="http://schemas.microsoft.com/office/drawing/2014/main" id="{FBE4D6CC-1BD8-6C22-E144-D6DB6910554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597359" y="3499937"/>
            <a:ext cx="457200" cy="457200"/>
          </a:xfrm>
          <a:prstGeom prst="rect">
            <a:avLst/>
          </a:prstGeom>
        </p:spPr>
      </p:pic>
      <p:pic>
        <p:nvPicPr>
          <p:cNvPr id="27" name="Graphic 26" descr="Head with gears outline">
            <a:extLst>
              <a:ext uri="{FF2B5EF4-FFF2-40B4-BE49-F238E27FC236}">
                <a16:creationId xmlns:a16="http://schemas.microsoft.com/office/drawing/2014/main" id="{01FF12E4-5E2B-4124-FE37-B5B59B4AB5E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017436" y="3505240"/>
            <a:ext cx="457200" cy="457200"/>
          </a:xfrm>
          <a:prstGeom prst="rect">
            <a:avLst/>
          </a:prstGeom>
        </p:spPr>
      </p:pic>
      <p:cxnSp>
        <p:nvCxnSpPr>
          <p:cNvPr id="5" name="Straight Arrow Connector 4">
            <a:extLst>
              <a:ext uri="{FF2B5EF4-FFF2-40B4-BE49-F238E27FC236}">
                <a16:creationId xmlns:a16="http://schemas.microsoft.com/office/drawing/2014/main" id="{C743452E-892E-BE73-5098-E0F9F5557876}"/>
              </a:ext>
            </a:extLst>
          </p:cNvPr>
          <p:cNvCxnSpPr/>
          <p:nvPr/>
        </p:nvCxnSpPr>
        <p:spPr>
          <a:xfrm>
            <a:off x="4131267" y="4602138"/>
            <a:ext cx="2051539" cy="0"/>
          </a:xfrm>
          <a:prstGeom prst="straightConnector1">
            <a:avLst/>
          </a:prstGeom>
          <a:ln w="38100">
            <a:solidFill>
              <a:srgbClr val="4D4D4D"/>
            </a:solidFill>
            <a:headEnd type="none" w="lg" len="med"/>
            <a:tailEnd type="triangle"/>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C429CCC0-8DD7-1F86-7916-72432FC6F224}"/>
              </a:ext>
            </a:extLst>
          </p:cNvPr>
          <p:cNvSpPr txBox="1"/>
          <p:nvPr/>
        </p:nvSpPr>
        <p:spPr>
          <a:xfrm>
            <a:off x="4692193" y="4615819"/>
            <a:ext cx="801823" cy="338554"/>
          </a:xfrm>
          <a:prstGeom prst="rect">
            <a:avLst/>
          </a:prstGeom>
          <a:noFill/>
        </p:spPr>
        <p:txBody>
          <a:bodyPr wrap="none" rtlCol="0">
            <a:spAutoFit/>
          </a:bodyPr>
          <a:lstStyle/>
          <a:p>
            <a:pPr algn="l"/>
            <a:r>
              <a:rPr lang="en-US" sz="1600" b="1" dirty="0"/>
              <a:t>QUERY</a:t>
            </a:r>
            <a:endParaRPr lang="en-DK" sz="1600" b="1" dirty="0"/>
          </a:p>
        </p:txBody>
      </p:sp>
      <p:sp>
        <p:nvSpPr>
          <p:cNvPr id="4" name="Rectangle 3">
            <a:extLst>
              <a:ext uri="{FF2B5EF4-FFF2-40B4-BE49-F238E27FC236}">
                <a16:creationId xmlns:a16="http://schemas.microsoft.com/office/drawing/2014/main" id="{72093CA0-BB84-E1BC-D31D-736FA9BE4088}"/>
              </a:ext>
            </a:extLst>
          </p:cNvPr>
          <p:cNvSpPr/>
          <p:nvPr/>
        </p:nvSpPr>
        <p:spPr>
          <a:xfrm>
            <a:off x="8012242" y="4655984"/>
            <a:ext cx="1922585" cy="1385277"/>
          </a:xfrm>
          <a:prstGeom prst="rect">
            <a:avLst/>
          </a:prstGeom>
          <a:noFill/>
          <a:ln w="38100">
            <a:solidFill>
              <a:srgbClr val="4D4D4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K" sz="1600"/>
          </a:p>
        </p:txBody>
      </p:sp>
      <p:sp>
        <p:nvSpPr>
          <p:cNvPr id="6" name="TextBox 5">
            <a:extLst>
              <a:ext uri="{FF2B5EF4-FFF2-40B4-BE49-F238E27FC236}">
                <a16:creationId xmlns:a16="http://schemas.microsoft.com/office/drawing/2014/main" id="{BD0AB338-20A9-5C9C-E77B-3061462EDEE2}"/>
              </a:ext>
            </a:extLst>
          </p:cNvPr>
          <p:cNvSpPr txBox="1"/>
          <p:nvPr/>
        </p:nvSpPr>
        <p:spPr>
          <a:xfrm>
            <a:off x="8070341" y="4746912"/>
            <a:ext cx="1768433" cy="1077218"/>
          </a:xfrm>
          <a:prstGeom prst="rect">
            <a:avLst/>
          </a:prstGeom>
          <a:noFill/>
        </p:spPr>
        <p:txBody>
          <a:bodyPr wrap="none" rtlCol="0">
            <a:spAutoFit/>
          </a:bodyPr>
          <a:lstStyle/>
          <a:p>
            <a:pPr algn="l"/>
            <a:r>
              <a:rPr lang="en-US" sz="1600" dirty="0"/>
              <a:t>BC 3</a:t>
            </a:r>
          </a:p>
          <a:p>
            <a:r>
              <a:rPr lang="en-US" sz="1600" dirty="0"/>
              <a:t>Domain ontology </a:t>
            </a:r>
          </a:p>
          <a:p>
            <a:r>
              <a:rPr lang="en-US" sz="1600" dirty="0"/>
              <a:t>module</a:t>
            </a:r>
            <a:endParaRPr lang="en-DK" sz="1600" dirty="0"/>
          </a:p>
          <a:p>
            <a:pPr algn="l"/>
            <a:endParaRPr lang="en-DK" sz="1600" dirty="0"/>
          </a:p>
        </p:txBody>
      </p:sp>
      <p:pic>
        <p:nvPicPr>
          <p:cNvPr id="10" name="Graphic 9" descr="Head with gears outline">
            <a:extLst>
              <a:ext uri="{FF2B5EF4-FFF2-40B4-BE49-F238E27FC236}">
                <a16:creationId xmlns:a16="http://schemas.microsoft.com/office/drawing/2014/main" id="{038E9BB9-DA7D-F237-C6ED-3CB53C969DA3}"/>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162169" y="5519025"/>
            <a:ext cx="457200" cy="457200"/>
          </a:xfrm>
          <a:prstGeom prst="rect">
            <a:avLst/>
          </a:prstGeom>
        </p:spPr>
      </p:pic>
      <p:pic>
        <p:nvPicPr>
          <p:cNvPr id="14" name="Graphic 13" descr="Head with gears outline">
            <a:extLst>
              <a:ext uri="{FF2B5EF4-FFF2-40B4-BE49-F238E27FC236}">
                <a16:creationId xmlns:a16="http://schemas.microsoft.com/office/drawing/2014/main" id="{51FB818C-5044-5F23-816D-88270B69A22F}"/>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597359" y="5524328"/>
            <a:ext cx="457200" cy="457200"/>
          </a:xfrm>
          <a:prstGeom prst="rect">
            <a:avLst/>
          </a:prstGeom>
        </p:spPr>
      </p:pic>
      <p:pic>
        <p:nvPicPr>
          <p:cNvPr id="17" name="Graphic 16" descr="Head with gears outline">
            <a:extLst>
              <a:ext uri="{FF2B5EF4-FFF2-40B4-BE49-F238E27FC236}">
                <a16:creationId xmlns:a16="http://schemas.microsoft.com/office/drawing/2014/main" id="{3349917E-745F-5FA9-A081-64B76C4EAA30}"/>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017436" y="5529631"/>
            <a:ext cx="457200" cy="457200"/>
          </a:xfrm>
          <a:prstGeom prst="rect">
            <a:avLst/>
          </a:prstGeom>
        </p:spPr>
      </p:pic>
      <p:sp>
        <p:nvSpPr>
          <p:cNvPr id="22" name="Rectangle 21">
            <a:extLst>
              <a:ext uri="{FF2B5EF4-FFF2-40B4-BE49-F238E27FC236}">
                <a16:creationId xmlns:a16="http://schemas.microsoft.com/office/drawing/2014/main" id="{CD3F7436-4926-E5DE-83B3-AB82010348C0}"/>
              </a:ext>
            </a:extLst>
          </p:cNvPr>
          <p:cNvSpPr/>
          <p:nvPr/>
        </p:nvSpPr>
        <p:spPr>
          <a:xfrm>
            <a:off x="6801416" y="2024395"/>
            <a:ext cx="3722910" cy="4329403"/>
          </a:xfrm>
          <a:prstGeom prst="rect">
            <a:avLst/>
          </a:prstGeom>
          <a:noFill/>
          <a:ln w="38100">
            <a:solidFill>
              <a:srgbClr val="09284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K" sz="1600"/>
          </a:p>
        </p:txBody>
      </p:sp>
      <p:grpSp>
        <p:nvGrpSpPr>
          <p:cNvPr id="28" name="Group 27">
            <a:extLst>
              <a:ext uri="{FF2B5EF4-FFF2-40B4-BE49-F238E27FC236}">
                <a16:creationId xmlns:a16="http://schemas.microsoft.com/office/drawing/2014/main" id="{D57B409D-2181-4AF6-FE72-520C35A532C2}"/>
              </a:ext>
            </a:extLst>
          </p:cNvPr>
          <p:cNvGrpSpPr/>
          <p:nvPr/>
        </p:nvGrpSpPr>
        <p:grpSpPr>
          <a:xfrm rot="5400000">
            <a:off x="8827061" y="4166522"/>
            <a:ext cx="412894" cy="322749"/>
            <a:chOff x="4165600" y="3924913"/>
            <a:chExt cx="2051539" cy="322749"/>
          </a:xfrm>
        </p:grpSpPr>
        <p:cxnSp>
          <p:nvCxnSpPr>
            <p:cNvPr id="29" name="Straight Connector 28">
              <a:extLst>
                <a:ext uri="{FF2B5EF4-FFF2-40B4-BE49-F238E27FC236}">
                  <a16:creationId xmlns:a16="http://schemas.microsoft.com/office/drawing/2014/main" id="{FBEBEEF8-5796-12B3-1B2E-FF6CBC6273D3}"/>
                </a:ext>
              </a:extLst>
            </p:cNvPr>
            <p:cNvCxnSpPr/>
            <p:nvPr/>
          </p:nvCxnSpPr>
          <p:spPr>
            <a:xfrm>
              <a:off x="4165600" y="3924913"/>
              <a:ext cx="0" cy="322749"/>
            </a:xfrm>
            <a:prstGeom prst="line">
              <a:avLst/>
            </a:prstGeom>
            <a:ln w="34925">
              <a:solidFill>
                <a:srgbClr val="092844"/>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EE0D00D7-660F-3BA8-A65E-37769B870672}"/>
                </a:ext>
              </a:extLst>
            </p:cNvPr>
            <p:cNvCxnSpPr/>
            <p:nvPr/>
          </p:nvCxnSpPr>
          <p:spPr>
            <a:xfrm>
              <a:off x="6217139" y="3924913"/>
              <a:ext cx="0" cy="322749"/>
            </a:xfrm>
            <a:prstGeom prst="line">
              <a:avLst/>
            </a:prstGeom>
            <a:ln w="34925">
              <a:solidFill>
                <a:srgbClr val="092844"/>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9BF725FF-CAB7-A46D-B4EE-3CC44F35C251}"/>
                </a:ext>
              </a:extLst>
            </p:cNvPr>
            <p:cNvCxnSpPr/>
            <p:nvPr/>
          </p:nvCxnSpPr>
          <p:spPr>
            <a:xfrm>
              <a:off x="4165600" y="4079635"/>
              <a:ext cx="2051539" cy="0"/>
            </a:xfrm>
            <a:prstGeom prst="line">
              <a:avLst/>
            </a:prstGeom>
            <a:ln w="34925">
              <a:solidFill>
                <a:srgbClr val="092844"/>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grpSp>
      <p:sp>
        <p:nvSpPr>
          <p:cNvPr id="33" name="TextBox 32">
            <a:extLst>
              <a:ext uri="{FF2B5EF4-FFF2-40B4-BE49-F238E27FC236}">
                <a16:creationId xmlns:a16="http://schemas.microsoft.com/office/drawing/2014/main" id="{0869AF6B-9A62-2E17-9A14-8ED1E1020860}"/>
              </a:ext>
            </a:extLst>
          </p:cNvPr>
          <p:cNvSpPr txBox="1"/>
          <p:nvPr/>
        </p:nvSpPr>
        <p:spPr>
          <a:xfrm>
            <a:off x="7048432" y="2082026"/>
            <a:ext cx="2581156" cy="338554"/>
          </a:xfrm>
          <a:prstGeom prst="rect">
            <a:avLst/>
          </a:prstGeom>
          <a:noFill/>
        </p:spPr>
        <p:txBody>
          <a:bodyPr wrap="none" rtlCol="0">
            <a:spAutoFit/>
          </a:bodyPr>
          <a:lstStyle/>
          <a:p>
            <a:pPr algn="l"/>
            <a:r>
              <a:rPr lang="en-US" sz="1600" dirty="0"/>
              <a:t>Query Answering Ontology</a:t>
            </a:r>
            <a:endParaRPr lang="en-DK" sz="1600" dirty="0"/>
          </a:p>
        </p:txBody>
      </p:sp>
      <p:sp>
        <p:nvSpPr>
          <p:cNvPr id="34" name="Rectangle 33">
            <a:extLst>
              <a:ext uri="{FF2B5EF4-FFF2-40B4-BE49-F238E27FC236}">
                <a16:creationId xmlns:a16="http://schemas.microsoft.com/office/drawing/2014/main" id="{F1572946-1315-EC00-55B3-F77F7663A83E}"/>
              </a:ext>
            </a:extLst>
          </p:cNvPr>
          <p:cNvSpPr/>
          <p:nvPr/>
        </p:nvSpPr>
        <p:spPr>
          <a:xfrm>
            <a:off x="6817610" y="1122707"/>
            <a:ext cx="3722910" cy="518434"/>
          </a:xfrm>
          <a:prstGeom prst="rect">
            <a:avLst/>
          </a:prstGeom>
          <a:noFill/>
          <a:ln w="57150">
            <a:solidFill>
              <a:srgbClr val="09284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Upper Ontology</a:t>
            </a:r>
            <a:endParaRPr lang="en-DK" sz="1600" dirty="0">
              <a:solidFill>
                <a:schemeClr val="tx1"/>
              </a:solidFill>
            </a:endParaRPr>
          </a:p>
        </p:txBody>
      </p:sp>
      <p:grpSp>
        <p:nvGrpSpPr>
          <p:cNvPr id="35" name="Group 34">
            <a:extLst>
              <a:ext uri="{FF2B5EF4-FFF2-40B4-BE49-F238E27FC236}">
                <a16:creationId xmlns:a16="http://schemas.microsoft.com/office/drawing/2014/main" id="{8681D7E1-3323-21DF-3F3A-5E8586A10DA5}"/>
              </a:ext>
            </a:extLst>
          </p:cNvPr>
          <p:cNvGrpSpPr/>
          <p:nvPr/>
        </p:nvGrpSpPr>
        <p:grpSpPr>
          <a:xfrm rot="5400000">
            <a:off x="8567872" y="1670739"/>
            <a:ext cx="222384" cy="322749"/>
            <a:chOff x="4165600" y="3924913"/>
            <a:chExt cx="2051539" cy="322749"/>
          </a:xfrm>
        </p:grpSpPr>
        <p:cxnSp>
          <p:nvCxnSpPr>
            <p:cNvPr id="36" name="Straight Connector 35">
              <a:extLst>
                <a:ext uri="{FF2B5EF4-FFF2-40B4-BE49-F238E27FC236}">
                  <a16:creationId xmlns:a16="http://schemas.microsoft.com/office/drawing/2014/main" id="{542012C3-8842-2961-ABD3-437429495798}"/>
                </a:ext>
              </a:extLst>
            </p:cNvPr>
            <p:cNvCxnSpPr/>
            <p:nvPr/>
          </p:nvCxnSpPr>
          <p:spPr>
            <a:xfrm>
              <a:off x="4165600" y="3924913"/>
              <a:ext cx="0" cy="322749"/>
            </a:xfrm>
            <a:prstGeom prst="line">
              <a:avLst/>
            </a:prstGeom>
            <a:ln w="34925">
              <a:solidFill>
                <a:srgbClr val="092844"/>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70FC152A-99AC-1976-34D4-C5F3C743FFBD}"/>
                </a:ext>
              </a:extLst>
            </p:cNvPr>
            <p:cNvCxnSpPr/>
            <p:nvPr/>
          </p:nvCxnSpPr>
          <p:spPr>
            <a:xfrm>
              <a:off x="6217139" y="3924913"/>
              <a:ext cx="0" cy="322749"/>
            </a:xfrm>
            <a:prstGeom prst="line">
              <a:avLst/>
            </a:prstGeom>
            <a:ln w="34925">
              <a:solidFill>
                <a:srgbClr val="092844"/>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A827C0F4-9397-FB17-B2BA-256C5873B480}"/>
                </a:ext>
              </a:extLst>
            </p:cNvPr>
            <p:cNvCxnSpPr/>
            <p:nvPr/>
          </p:nvCxnSpPr>
          <p:spPr>
            <a:xfrm>
              <a:off x="4165600" y="4079635"/>
              <a:ext cx="2051539" cy="0"/>
            </a:xfrm>
            <a:prstGeom prst="line">
              <a:avLst/>
            </a:prstGeom>
            <a:ln w="34925">
              <a:solidFill>
                <a:srgbClr val="092844"/>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55088368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6BF9BF-A669-929E-9DF1-B24013F72684}"/>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9906FEB4-02AB-4465-40D8-B2EBF9E1E0B8}"/>
              </a:ext>
            </a:extLst>
          </p:cNvPr>
          <p:cNvSpPr txBox="1"/>
          <p:nvPr/>
        </p:nvSpPr>
        <p:spPr>
          <a:xfrm>
            <a:off x="1412142" y="3136612"/>
            <a:ext cx="9367715" cy="584775"/>
          </a:xfrm>
          <a:prstGeom prst="rect">
            <a:avLst/>
          </a:prstGeom>
          <a:noFill/>
        </p:spPr>
        <p:txBody>
          <a:bodyPr wrap="square" rtlCol="0">
            <a:spAutoFit/>
          </a:bodyPr>
          <a:lstStyle/>
          <a:p>
            <a:pPr algn="ctr"/>
            <a:r>
              <a:rPr lang="en-US" sz="3200" b="1" dirty="0"/>
              <a:t>3. LLM conversation Context Ontologies.</a:t>
            </a:r>
            <a:endParaRPr lang="en-DK" sz="3200" b="1" dirty="0"/>
          </a:p>
        </p:txBody>
      </p:sp>
    </p:spTree>
    <p:extLst>
      <p:ext uri="{BB962C8B-B14F-4D97-AF65-F5344CB8AC3E}">
        <p14:creationId xmlns:p14="http://schemas.microsoft.com/office/powerpoint/2010/main" val="330290148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82F191A-6A3E-E0E7-D837-103688BDD790}"/>
              </a:ext>
            </a:extLst>
          </p:cNvPr>
          <p:cNvSpPr/>
          <p:nvPr/>
        </p:nvSpPr>
        <p:spPr>
          <a:xfrm>
            <a:off x="362300" y="2746997"/>
            <a:ext cx="1188593" cy="662492"/>
          </a:xfrm>
          <a:prstGeom prst="rect">
            <a:avLst/>
          </a:prstGeom>
          <a:solidFill>
            <a:schemeClr val="bg1"/>
          </a:solidFill>
          <a:ln>
            <a:solidFill>
              <a:srgbClr val="4D4D4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Query</a:t>
            </a:r>
            <a:endParaRPr lang="en-DK" sz="2000" dirty="0">
              <a:solidFill>
                <a:schemeClr val="tx1"/>
              </a:solidFill>
            </a:endParaRPr>
          </a:p>
        </p:txBody>
      </p:sp>
      <p:sp>
        <p:nvSpPr>
          <p:cNvPr id="4" name="Rectangle 3">
            <a:extLst>
              <a:ext uri="{FF2B5EF4-FFF2-40B4-BE49-F238E27FC236}">
                <a16:creationId xmlns:a16="http://schemas.microsoft.com/office/drawing/2014/main" id="{68006E38-3D8E-E952-1790-9C2477193827}"/>
              </a:ext>
            </a:extLst>
          </p:cNvPr>
          <p:cNvSpPr/>
          <p:nvPr/>
        </p:nvSpPr>
        <p:spPr>
          <a:xfrm>
            <a:off x="362300" y="1085838"/>
            <a:ext cx="1606349" cy="842682"/>
          </a:xfrm>
          <a:prstGeom prst="rect">
            <a:avLst/>
          </a:prstGeom>
          <a:solidFill>
            <a:schemeClr val="bg1"/>
          </a:solidFill>
          <a:ln>
            <a:solidFill>
              <a:srgbClr val="4D4D4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Document Chunks</a:t>
            </a:r>
            <a:endParaRPr lang="en-DK" sz="2000" dirty="0">
              <a:solidFill>
                <a:schemeClr val="tx1"/>
              </a:solidFill>
            </a:endParaRPr>
          </a:p>
        </p:txBody>
      </p:sp>
      <p:sp>
        <p:nvSpPr>
          <p:cNvPr id="5" name="Rectangle 4">
            <a:extLst>
              <a:ext uri="{FF2B5EF4-FFF2-40B4-BE49-F238E27FC236}">
                <a16:creationId xmlns:a16="http://schemas.microsoft.com/office/drawing/2014/main" id="{56313D90-F444-6FDE-C87D-339DAC816EFF}"/>
              </a:ext>
            </a:extLst>
          </p:cNvPr>
          <p:cNvSpPr/>
          <p:nvPr/>
        </p:nvSpPr>
        <p:spPr>
          <a:xfrm>
            <a:off x="3978663" y="816896"/>
            <a:ext cx="1606349" cy="3238051"/>
          </a:xfrm>
          <a:prstGeom prst="rect">
            <a:avLst/>
          </a:prstGeom>
          <a:solidFill>
            <a:schemeClr val="bg1"/>
          </a:solidFill>
          <a:ln>
            <a:solidFill>
              <a:srgbClr val="4D4D4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Embedding</a:t>
            </a:r>
          </a:p>
          <a:p>
            <a:pPr algn="ctr"/>
            <a:r>
              <a:rPr lang="en-US" sz="2000" dirty="0">
                <a:solidFill>
                  <a:schemeClr val="tx1"/>
                </a:solidFill>
              </a:rPr>
              <a:t>Model</a:t>
            </a:r>
            <a:endParaRPr lang="en-DK" sz="2000" dirty="0">
              <a:solidFill>
                <a:schemeClr val="tx1"/>
              </a:solidFill>
            </a:endParaRPr>
          </a:p>
        </p:txBody>
      </p:sp>
      <p:cxnSp>
        <p:nvCxnSpPr>
          <p:cNvPr id="7" name="Straight Arrow Connector 6">
            <a:extLst>
              <a:ext uri="{FF2B5EF4-FFF2-40B4-BE49-F238E27FC236}">
                <a16:creationId xmlns:a16="http://schemas.microsoft.com/office/drawing/2014/main" id="{0363DC79-8D1E-11A7-6631-E1AA54EBA2DE}"/>
              </a:ext>
            </a:extLst>
          </p:cNvPr>
          <p:cNvCxnSpPr>
            <a:stCxn id="4" idx="3"/>
          </p:cNvCxnSpPr>
          <p:nvPr/>
        </p:nvCxnSpPr>
        <p:spPr>
          <a:xfrm>
            <a:off x="1968649" y="1507179"/>
            <a:ext cx="2010014" cy="0"/>
          </a:xfrm>
          <a:prstGeom prst="straightConnector1">
            <a:avLst/>
          </a:prstGeom>
          <a:ln>
            <a:solidFill>
              <a:schemeClr val="accent2"/>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CE2E7975-9861-48B2-1A41-31EFC3A1AFA7}"/>
              </a:ext>
            </a:extLst>
          </p:cNvPr>
          <p:cNvCxnSpPr>
            <a:stCxn id="2" idx="3"/>
          </p:cNvCxnSpPr>
          <p:nvPr/>
        </p:nvCxnSpPr>
        <p:spPr>
          <a:xfrm>
            <a:off x="1550893" y="3078243"/>
            <a:ext cx="2427770" cy="0"/>
          </a:xfrm>
          <a:prstGeom prst="straightConnector1">
            <a:avLst/>
          </a:prstGeom>
          <a:ln>
            <a:solidFill>
              <a:schemeClr val="accent2"/>
            </a:solidFill>
            <a:headEnd type="none" w="lg" len="med"/>
            <a:tailEnd type="triangle"/>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A79A381F-23A9-B088-962F-168CCA49C92A}"/>
              </a:ext>
            </a:extLst>
          </p:cNvPr>
          <p:cNvSpPr/>
          <p:nvPr/>
        </p:nvSpPr>
        <p:spPr>
          <a:xfrm>
            <a:off x="6992597" y="816895"/>
            <a:ext cx="1606349" cy="3238051"/>
          </a:xfrm>
          <a:prstGeom prst="rect">
            <a:avLst/>
          </a:prstGeom>
          <a:solidFill>
            <a:schemeClr val="bg1"/>
          </a:solidFill>
          <a:ln>
            <a:solidFill>
              <a:srgbClr val="4D4D4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Vector Database</a:t>
            </a:r>
            <a:endParaRPr lang="en-DK" sz="2000" dirty="0">
              <a:solidFill>
                <a:schemeClr val="tx1"/>
              </a:solidFill>
            </a:endParaRPr>
          </a:p>
        </p:txBody>
      </p:sp>
      <p:sp>
        <p:nvSpPr>
          <p:cNvPr id="3" name="TextBox 2">
            <a:extLst>
              <a:ext uri="{FF2B5EF4-FFF2-40B4-BE49-F238E27FC236}">
                <a16:creationId xmlns:a16="http://schemas.microsoft.com/office/drawing/2014/main" id="{3A25FE25-4C46-27CB-AB70-787240DAEF4D}"/>
              </a:ext>
            </a:extLst>
          </p:cNvPr>
          <p:cNvSpPr txBox="1"/>
          <p:nvPr/>
        </p:nvSpPr>
        <p:spPr>
          <a:xfrm>
            <a:off x="2426677" y="1177418"/>
            <a:ext cx="824265" cy="338554"/>
          </a:xfrm>
          <a:prstGeom prst="rect">
            <a:avLst/>
          </a:prstGeom>
          <a:noFill/>
        </p:spPr>
        <p:txBody>
          <a:bodyPr wrap="none" rtlCol="0">
            <a:spAutoFit/>
          </a:bodyPr>
          <a:lstStyle/>
          <a:p>
            <a:pPr algn="l"/>
            <a:r>
              <a:rPr lang="en-US" sz="1600" dirty="0"/>
              <a:t>encode</a:t>
            </a:r>
            <a:endParaRPr lang="en-DK" sz="1600" dirty="0"/>
          </a:p>
        </p:txBody>
      </p:sp>
      <p:sp>
        <p:nvSpPr>
          <p:cNvPr id="6" name="TextBox 5">
            <a:extLst>
              <a:ext uri="{FF2B5EF4-FFF2-40B4-BE49-F238E27FC236}">
                <a16:creationId xmlns:a16="http://schemas.microsoft.com/office/drawing/2014/main" id="{422676E3-F437-9FAC-BD05-830A2AB6D27B}"/>
              </a:ext>
            </a:extLst>
          </p:cNvPr>
          <p:cNvSpPr txBox="1"/>
          <p:nvPr/>
        </p:nvSpPr>
        <p:spPr>
          <a:xfrm>
            <a:off x="2426676" y="2739689"/>
            <a:ext cx="824265" cy="338554"/>
          </a:xfrm>
          <a:prstGeom prst="rect">
            <a:avLst/>
          </a:prstGeom>
          <a:noFill/>
        </p:spPr>
        <p:txBody>
          <a:bodyPr wrap="none" rtlCol="0">
            <a:spAutoFit/>
          </a:bodyPr>
          <a:lstStyle/>
          <a:p>
            <a:pPr algn="l"/>
            <a:r>
              <a:rPr lang="en-US" sz="1600" dirty="0"/>
              <a:t>encode</a:t>
            </a:r>
            <a:endParaRPr lang="en-DK" sz="1600" dirty="0"/>
          </a:p>
        </p:txBody>
      </p:sp>
      <p:cxnSp>
        <p:nvCxnSpPr>
          <p:cNvPr id="11" name="Straight Arrow Connector 10">
            <a:extLst>
              <a:ext uri="{FF2B5EF4-FFF2-40B4-BE49-F238E27FC236}">
                <a16:creationId xmlns:a16="http://schemas.microsoft.com/office/drawing/2014/main" id="{418B66BC-6027-19E8-5263-F4532FD33259}"/>
              </a:ext>
            </a:extLst>
          </p:cNvPr>
          <p:cNvCxnSpPr/>
          <p:nvPr/>
        </p:nvCxnSpPr>
        <p:spPr>
          <a:xfrm>
            <a:off x="5585012" y="3142410"/>
            <a:ext cx="1407585" cy="0"/>
          </a:xfrm>
          <a:prstGeom prst="straightConnector1">
            <a:avLst/>
          </a:prstGeom>
          <a:ln>
            <a:solidFill>
              <a:schemeClr val="accent2"/>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0AD7669F-9982-C44E-EA44-37C9424094F1}"/>
              </a:ext>
            </a:extLst>
          </p:cNvPr>
          <p:cNvCxnSpPr/>
          <p:nvPr/>
        </p:nvCxnSpPr>
        <p:spPr>
          <a:xfrm>
            <a:off x="5585012" y="1507179"/>
            <a:ext cx="1407585" cy="0"/>
          </a:xfrm>
          <a:prstGeom prst="straightConnector1">
            <a:avLst/>
          </a:prstGeom>
          <a:ln>
            <a:solidFill>
              <a:schemeClr val="accent2"/>
            </a:solidFill>
            <a:headEnd type="none" w="lg" len="med"/>
            <a:tailEnd type="triangle"/>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C0D87030-417F-95B7-5D34-45441F8E6701}"/>
              </a:ext>
            </a:extLst>
          </p:cNvPr>
          <p:cNvSpPr txBox="1"/>
          <p:nvPr/>
        </p:nvSpPr>
        <p:spPr>
          <a:xfrm>
            <a:off x="5926996" y="1157748"/>
            <a:ext cx="679994" cy="338554"/>
          </a:xfrm>
          <a:prstGeom prst="rect">
            <a:avLst/>
          </a:prstGeom>
          <a:noFill/>
        </p:spPr>
        <p:txBody>
          <a:bodyPr wrap="none" rtlCol="0">
            <a:spAutoFit/>
          </a:bodyPr>
          <a:lstStyle/>
          <a:p>
            <a:pPr algn="l"/>
            <a:r>
              <a:rPr lang="en-US" sz="1600" dirty="0"/>
              <a:t>index</a:t>
            </a:r>
            <a:endParaRPr lang="en-DK" sz="1600" dirty="0"/>
          </a:p>
        </p:txBody>
      </p:sp>
      <p:sp>
        <p:nvSpPr>
          <p:cNvPr id="15" name="TextBox 14">
            <a:extLst>
              <a:ext uri="{FF2B5EF4-FFF2-40B4-BE49-F238E27FC236}">
                <a16:creationId xmlns:a16="http://schemas.microsoft.com/office/drawing/2014/main" id="{1879D395-B26D-8899-DEC9-E3E19E625A31}"/>
              </a:ext>
            </a:extLst>
          </p:cNvPr>
          <p:cNvSpPr txBox="1"/>
          <p:nvPr/>
        </p:nvSpPr>
        <p:spPr>
          <a:xfrm>
            <a:off x="5871859" y="2557635"/>
            <a:ext cx="1032655" cy="584775"/>
          </a:xfrm>
          <a:prstGeom prst="rect">
            <a:avLst/>
          </a:prstGeom>
          <a:noFill/>
        </p:spPr>
        <p:txBody>
          <a:bodyPr wrap="none" rtlCol="0">
            <a:spAutoFit/>
          </a:bodyPr>
          <a:lstStyle/>
          <a:p>
            <a:pPr algn="l"/>
            <a:r>
              <a:rPr lang="en-US" sz="1600" dirty="0"/>
              <a:t>Similarity</a:t>
            </a:r>
          </a:p>
          <a:p>
            <a:pPr algn="l"/>
            <a:r>
              <a:rPr lang="en-US" sz="1600" dirty="0"/>
              <a:t>Search</a:t>
            </a:r>
            <a:endParaRPr lang="en-DK" sz="1600" dirty="0"/>
          </a:p>
        </p:txBody>
      </p:sp>
      <p:sp>
        <p:nvSpPr>
          <p:cNvPr id="17" name="Rectangle 16">
            <a:extLst>
              <a:ext uri="{FF2B5EF4-FFF2-40B4-BE49-F238E27FC236}">
                <a16:creationId xmlns:a16="http://schemas.microsoft.com/office/drawing/2014/main" id="{8EE83C2E-CA43-7D15-7C1B-CA613904E0FB}"/>
              </a:ext>
            </a:extLst>
          </p:cNvPr>
          <p:cNvSpPr/>
          <p:nvPr/>
        </p:nvSpPr>
        <p:spPr>
          <a:xfrm>
            <a:off x="10108004" y="2200218"/>
            <a:ext cx="1606349" cy="3238051"/>
          </a:xfrm>
          <a:prstGeom prst="rect">
            <a:avLst/>
          </a:prstGeom>
          <a:solidFill>
            <a:schemeClr val="bg1"/>
          </a:solidFill>
          <a:ln>
            <a:solidFill>
              <a:srgbClr val="4D4D4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Relevant document chunks</a:t>
            </a:r>
          </a:p>
          <a:p>
            <a:pPr algn="ctr"/>
            <a:r>
              <a:rPr lang="en-US" sz="2000" dirty="0">
                <a:solidFill>
                  <a:schemeClr val="tx1"/>
                </a:solidFill>
              </a:rPr>
              <a:t>+</a:t>
            </a:r>
          </a:p>
          <a:p>
            <a:pPr algn="ctr"/>
            <a:r>
              <a:rPr lang="en-US" sz="2000" dirty="0">
                <a:solidFill>
                  <a:schemeClr val="tx1"/>
                </a:solidFill>
              </a:rPr>
              <a:t>Query</a:t>
            </a:r>
            <a:endParaRPr lang="en-DK" sz="2000" dirty="0">
              <a:solidFill>
                <a:schemeClr val="tx1"/>
              </a:solidFill>
            </a:endParaRPr>
          </a:p>
        </p:txBody>
      </p:sp>
      <p:cxnSp>
        <p:nvCxnSpPr>
          <p:cNvPr id="19" name="Straight Arrow Connector 18">
            <a:extLst>
              <a:ext uri="{FF2B5EF4-FFF2-40B4-BE49-F238E27FC236}">
                <a16:creationId xmlns:a16="http://schemas.microsoft.com/office/drawing/2014/main" id="{34D6AD14-13F1-3CAF-01B7-BDCAD1A3CC3F}"/>
              </a:ext>
            </a:extLst>
          </p:cNvPr>
          <p:cNvCxnSpPr>
            <a:cxnSpLocks/>
            <a:endCxn id="17" idx="1"/>
          </p:cNvCxnSpPr>
          <p:nvPr/>
        </p:nvCxnSpPr>
        <p:spPr>
          <a:xfrm>
            <a:off x="8598946" y="3203956"/>
            <a:ext cx="1509058" cy="615288"/>
          </a:xfrm>
          <a:prstGeom prst="straightConnector1">
            <a:avLst/>
          </a:prstGeom>
          <a:ln>
            <a:solidFill>
              <a:schemeClr val="accent2"/>
            </a:solidFill>
            <a:headEnd type="none" w="lg" len="med"/>
            <a:tailEnd type="triangle"/>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97EDAFA0-E435-0A3E-9980-F4FD64F7BB88}"/>
              </a:ext>
            </a:extLst>
          </p:cNvPr>
          <p:cNvSpPr txBox="1"/>
          <p:nvPr/>
        </p:nvSpPr>
        <p:spPr>
          <a:xfrm>
            <a:off x="10471794" y="1643545"/>
            <a:ext cx="896399" cy="584775"/>
          </a:xfrm>
          <a:prstGeom prst="rect">
            <a:avLst/>
          </a:prstGeom>
          <a:noFill/>
        </p:spPr>
        <p:txBody>
          <a:bodyPr wrap="none" rtlCol="0">
            <a:spAutoFit/>
          </a:bodyPr>
          <a:lstStyle/>
          <a:p>
            <a:pPr algn="l"/>
            <a:r>
              <a:rPr lang="en-US" sz="1600" dirty="0"/>
              <a:t>Query</a:t>
            </a:r>
          </a:p>
          <a:p>
            <a:pPr algn="l"/>
            <a:r>
              <a:rPr lang="en-US" sz="1600" dirty="0"/>
              <a:t>Context</a:t>
            </a:r>
            <a:endParaRPr lang="en-DK" sz="1600" dirty="0"/>
          </a:p>
        </p:txBody>
      </p:sp>
      <p:sp>
        <p:nvSpPr>
          <p:cNvPr id="23" name="Rectangle 22">
            <a:extLst>
              <a:ext uri="{FF2B5EF4-FFF2-40B4-BE49-F238E27FC236}">
                <a16:creationId xmlns:a16="http://schemas.microsoft.com/office/drawing/2014/main" id="{0776A68A-B401-C192-7A5C-D60883C2F68B}"/>
              </a:ext>
            </a:extLst>
          </p:cNvPr>
          <p:cNvSpPr/>
          <p:nvPr/>
        </p:nvSpPr>
        <p:spPr>
          <a:xfrm>
            <a:off x="7795772" y="5522349"/>
            <a:ext cx="1606349" cy="842682"/>
          </a:xfrm>
          <a:prstGeom prst="rect">
            <a:avLst/>
          </a:prstGeom>
          <a:solidFill>
            <a:schemeClr val="bg1"/>
          </a:solidFill>
          <a:ln>
            <a:solidFill>
              <a:srgbClr val="4D4D4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Prompt</a:t>
            </a:r>
            <a:endParaRPr lang="en-DK" sz="2000" dirty="0">
              <a:solidFill>
                <a:schemeClr val="tx1"/>
              </a:solidFill>
            </a:endParaRPr>
          </a:p>
        </p:txBody>
      </p:sp>
      <p:cxnSp>
        <p:nvCxnSpPr>
          <p:cNvPr id="25" name="Straight Arrow Connector 24">
            <a:extLst>
              <a:ext uri="{FF2B5EF4-FFF2-40B4-BE49-F238E27FC236}">
                <a16:creationId xmlns:a16="http://schemas.microsoft.com/office/drawing/2014/main" id="{14B2DEF7-D222-8F27-F342-80AE79AD546C}"/>
              </a:ext>
            </a:extLst>
          </p:cNvPr>
          <p:cNvCxnSpPr>
            <a:cxnSpLocks/>
            <a:stCxn id="17" idx="2"/>
            <a:endCxn id="23" idx="3"/>
          </p:cNvCxnSpPr>
          <p:nvPr/>
        </p:nvCxnSpPr>
        <p:spPr>
          <a:xfrm flipH="1">
            <a:off x="9402121" y="5438269"/>
            <a:ext cx="1509058" cy="505421"/>
          </a:xfrm>
          <a:prstGeom prst="straightConnector1">
            <a:avLst/>
          </a:prstGeom>
          <a:ln>
            <a:solidFill>
              <a:schemeClr val="accent2"/>
            </a:solidFill>
            <a:headEnd type="none" w="lg" len="med"/>
            <a:tailEnd type="triangle"/>
          </a:ln>
        </p:spPr>
        <p:style>
          <a:lnRef idx="1">
            <a:schemeClr val="accent1"/>
          </a:lnRef>
          <a:fillRef idx="0">
            <a:schemeClr val="accent1"/>
          </a:fillRef>
          <a:effectRef idx="0">
            <a:schemeClr val="accent1"/>
          </a:effectRef>
          <a:fontRef idx="minor">
            <a:schemeClr val="tx1"/>
          </a:fontRef>
        </p:style>
      </p:cxnSp>
      <p:sp>
        <p:nvSpPr>
          <p:cNvPr id="26" name="Rectangle 25">
            <a:extLst>
              <a:ext uri="{FF2B5EF4-FFF2-40B4-BE49-F238E27FC236}">
                <a16:creationId xmlns:a16="http://schemas.microsoft.com/office/drawing/2014/main" id="{0FEED554-A23D-3A61-BEFB-2679B7D79357}"/>
              </a:ext>
            </a:extLst>
          </p:cNvPr>
          <p:cNvSpPr/>
          <p:nvPr/>
        </p:nvSpPr>
        <p:spPr>
          <a:xfrm>
            <a:off x="3978662" y="5509709"/>
            <a:ext cx="1606349" cy="842682"/>
          </a:xfrm>
          <a:prstGeom prst="rect">
            <a:avLst/>
          </a:prstGeom>
          <a:solidFill>
            <a:schemeClr val="bg1"/>
          </a:solidFill>
          <a:ln>
            <a:solidFill>
              <a:srgbClr val="4D4D4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LLM</a:t>
            </a:r>
            <a:endParaRPr lang="en-DK" sz="2000" dirty="0">
              <a:solidFill>
                <a:schemeClr val="tx1"/>
              </a:solidFill>
            </a:endParaRPr>
          </a:p>
        </p:txBody>
      </p:sp>
      <p:cxnSp>
        <p:nvCxnSpPr>
          <p:cNvPr id="30" name="Straight Arrow Connector 29">
            <a:extLst>
              <a:ext uri="{FF2B5EF4-FFF2-40B4-BE49-F238E27FC236}">
                <a16:creationId xmlns:a16="http://schemas.microsoft.com/office/drawing/2014/main" id="{105F6C51-7272-1592-53B7-E777D785D5EA}"/>
              </a:ext>
            </a:extLst>
          </p:cNvPr>
          <p:cNvCxnSpPr>
            <a:stCxn id="23" idx="1"/>
            <a:endCxn id="26" idx="3"/>
          </p:cNvCxnSpPr>
          <p:nvPr/>
        </p:nvCxnSpPr>
        <p:spPr>
          <a:xfrm flipH="1" flipV="1">
            <a:off x="5585011" y="5931050"/>
            <a:ext cx="2210761" cy="12640"/>
          </a:xfrm>
          <a:prstGeom prst="straightConnector1">
            <a:avLst/>
          </a:prstGeom>
          <a:ln>
            <a:solidFill>
              <a:schemeClr val="accent2"/>
            </a:solidFill>
            <a:headEnd type="none" w="lg" len="med"/>
            <a:tailEnd type="triangle"/>
          </a:ln>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D9FCD263-4704-6C0E-5695-2AD3E3AE01E8}"/>
              </a:ext>
            </a:extLst>
          </p:cNvPr>
          <p:cNvSpPr txBox="1"/>
          <p:nvPr/>
        </p:nvSpPr>
        <p:spPr>
          <a:xfrm>
            <a:off x="8843004" y="3342323"/>
            <a:ext cx="923651" cy="338554"/>
          </a:xfrm>
          <a:prstGeom prst="rect">
            <a:avLst/>
          </a:prstGeom>
          <a:noFill/>
        </p:spPr>
        <p:txBody>
          <a:bodyPr wrap="none" rtlCol="0">
            <a:spAutoFit/>
          </a:bodyPr>
          <a:lstStyle/>
          <a:p>
            <a:pPr algn="l"/>
            <a:r>
              <a:rPr lang="en-US" sz="1600" dirty="0"/>
              <a:t>retrieval</a:t>
            </a:r>
            <a:endParaRPr lang="en-DK" sz="1600" dirty="0"/>
          </a:p>
        </p:txBody>
      </p:sp>
      <p:cxnSp>
        <p:nvCxnSpPr>
          <p:cNvPr id="37" name="Straight Arrow Connector 36">
            <a:extLst>
              <a:ext uri="{FF2B5EF4-FFF2-40B4-BE49-F238E27FC236}">
                <a16:creationId xmlns:a16="http://schemas.microsoft.com/office/drawing/2014/main" id="{92E5A8B2-1F32-EC60-9665-416336C2ECBA}"/>
              </a:ext>
            </a:extLst>
          </p:cNvPr>
          <p:cNvCxnSpPr>
            <a:cxnSpLocks/>
            <a:stCxn id="26" idx="1"/>
            <a:endCxn id="40" idx="3"/>
          </p:cNvCxnSpPr>
          <p:nvPr/>
        </p:nvCxnSpPr>
        <p:spPr>
          <a:xfrm flipH="1">
            <a:off x="1968649" y="5931050"/>
            <a:ext cx="2010013" cy="12640"/>
          </a:xfrm>
          <a:prstGeom prst="straightConnector1">
            <a:avLst/>
          </a:prstGeom>
          <a:ln>
            <a:solidFill>
              <a:schemeClr val="accent2"/>
            </a:solidFill>
            <a:headEnd type="none" w="lg" len="med"/>
            <a:tailEnd type="triangle"/>
          </a:ln>
        </p:spPr>
        <p:style>
          <a:lnRef idx="1">
            <a:schemeClr val="accent1"/>
          </a:lnRef>
          <a:fillRef idx="0">
            <a:schemeClr val="accent1"/>
          </a:fillRef>
          <a:effectRef idx="0">
            <a:schemeClr val="accent1"/>
          </a:effectRef>
          <a:fontRef idx="minor">
            <a:schemeClr val="tx1"/>
          </a:fontRef>
        </p:style>
      </p:cxnSp>
      <p:sp>
        <p:nvSpPr>
          <p:cNvPr id="40" name="Rectangle 39">
            <a:extLst>
              <a:ext uri="{FF2B5EF4-FFF2-40B4-BE49-F238E27FC236}">
                <a16:creationId xmlns:a16="http://schemas.microsoft.com/office/drawing/2014/main" id="{42584F84-B3A5-8AD2-657C-3190F1B5037A}"/>
              </a:ext>
            </a:extLst>
          </p:cNvPr>
          <p:cNvSpPr/>
          <p:nvPr/>
        </p:nvSpPr>
        <p:spPr>
          <a:xfrm>
            <a:off x="362300" y="5522349"/>
            <a:ext cx="1606349" cy="842682"/>
          </a:xfrm>
          <a:prstGeom prst="rect">
            <a:avLst/>
          </a:prstGeom>
          <a:solidFill>
            <a:schemeClr val="bg1"/>
          </a:solidFill>
          <a:ln>
            <a:solidFill>
              <a:srgbClr val="4D4D4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Answer</a:t>
            </a:r>
            <a:endParaRPr lang="en-DK" sz="2000" dirty="0">
              <a:solidFill>
                <a:schemeClr val="tx1"/>
              </a:solidFill>
            </a:endParaRPr>
          </a:p>
        </p:txBody>
      </p:sp>
      <p:cxnSp>
        <p:nvCxnSpPr>
          <p:cNvPr id="46" name="Connector: Elbow 45">
            <a:extLst>
              <a:ext uri="{FF2B5EF4-FFF2-40B4-BE49-F238E27FC236}">
                <a16:creationId xmlns:a16="http://schemas.microsoft.com/office/drawing/2014/main" id="{5B6DBDA5-FEDB-EEE1-156C-2BC359348CF4}"/>
              </a:ext>
            </a:extLst>
          </p:cNvPr>
          <p:cNvCxnSpPr>
            <a:stCxn id="40" idx="0"/>
          </p:cNvCxnSpPr>
          <p:nvPr/>
        </p:nvCxnSpPr>
        <p:spPr>
          <a:xfrm rot="5400000" flipH="1" flipV="1">
            <a:off x="5029680" y="444026"/>
            <a:ext cx="1214118" cy="8942529"/>
          </a:xfrm>
          <a:prstGeom prst="bentConnector2">
            <a:avLst/>
          </a:prstGeom>
          <a:ln>
            <a:solidFill>
              <a:schemeClr val="accent2"/>
            </a:solidFill>
            <a:prstDash val="dash"/>
            <a:headEnd type="none" w="lg" len="med"/>
            <a:tailEnd type="triangle"/>
          </a:ln>
        </p:spPr>
        <p:style>
          <a:lnRef idx="1">
            <a:schemeClr val="accent1"/>
          </a:lnRef>
          <a:fillRef idx="0">
            <a:schemeClr val="accent1"/>
          </a:fillRef>
          <a:effectRef idx="0">
            <a:schemeClr val="accent1"/>
          </a:effectRef>
          <a:fontRef idx="minor">
            <a:schemeClr val="tx1"/>
          </a:fontRef>
        </p:style>
      </p:cxnSp>
      <p:sp>
        <p:nvSpPr>
          <p:cNvPr id="47" name="TextBox 46">
            <a:extLst>
              <a:ext uri="{FF2B5EF4-FFF2-40B4-BE49-F238E27FC236}">
                <a16:creationId xmlns:a16="http://schemas.microsoft.com/office/drawing/2014/main" id="{6C620BC3-07A9-990B-869E-D67C3C35E16C}"/>
              </a:ext>
            </a:extLst>
          </p:cNvPr>
          <p:cNvSpPr txBox="1"/>
          <p:nvPr/>
        </p:nvSpPr>
        <p:spPr>
          <a:xfrm>
            <a:off x="3719387" y="124690"/>
            <a:ext cx="3563796" cy="338554"/>
          </a:xfrm>
          <a:prstGeom prst="rect">
            <a:avLst/>
          </a:prstGeom>
          <a:noFill/>
        </p:spPr>
        <p:txBody>
          <a:bodyPr wrap="none" rtlCol="0">
            <a:spAutoFit/>
          </a:bodyPr>
          <a:lstStyle/>
          <a:p>
            <a:pPr algn="l"/>
            <a:r>
              <a:rPr lang="en-US" sz="1600" dirty="0"/>
              <a:t>Retrieval Augmented Generator (RAG)</a:t>
            </a:r>
            <a:endParaRPr lang="en-DK" sz="1600" dirty="0"/>
          </a:p>
        </p:txBody>
      </p:sp>
      <p:sp>
        <p:nvSpPr>
          <p:cNvPr id="8" name="Oval 7">
            <a:extLst>
              <a:ext uri="{FF2B5EF4-FFF2-40B4-BE49-F238E27FC236}">
                <a16:creationId xmlns:a16="http://schemas.microsoft.com/office/drawing/2014/main" id="{C7FC672E-8169-0E0F-CACB-E62B1F453CD0}"/>
              </a:ext>
            </a:extLst>
          </p:cNvPr>
          <p:cNvSpPr/>
          <p:nvPr/>
        </p:nvSpPr>
        <p:spPr>
          <a:xfrm>
            <a:off x="9600023" y="1538367"/>
            <a:ext cx="2349907" cy="908683"/>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K" sz="1600"/>
          </a:p>
        </p:txBody>
      </p:sp>
    </p:spTree>
    <p:extLst>
      <p:ext uri="{BB962C8B-B14F-4D97-AF65-F5344CB8AC3E}">
        <p14:creationId xmlns:p14="http://schemas.microsoft.com/office/powerpoint/2010/main" val="5406241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6C9091-DD56-0B0C-A306-C68219640CF0}"/>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5810CE0B-789B-F105-E3F8-8E82C2BCF845}"/>
              </a:ext>
            </a:extLst>
          </p:cNvPr>
          <p:cNvSpPr/>
          <p:nvPr/>
        </p:nvSpPr>
        <p:spPr>
          <a:xfrm>
            <a:off x="362300" y="4037923"/>
            <a:ext cx="1188593" cy="662492"/>
          </a:xfrm>
          <a:prstGeom prst="rect">
            <a:avLst/>
          </a:prstGeom>
          <a:solidFill>
            <a:schemeClr val="bg1"/>
          </a:solidFill>
          <a:ln>
            <a:solidFill>
              <a:srgbClr val="4D4D4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Query</a:t>
            </a:r>
            <a:endParaRPr lang="en-DK" sz="2000" dirty="0">
              <a:solidFill>
                <a:schemeClr val="tx1"/>
              </a:solidFill>
            </a:endParaRPr>
          </a:p>
        </p:txBody>
      </p:sp>
      <p:sp>
        <p:nvSpPr>
          <p:cNvPr id="4" name="Rectangle 3">
            <a:extLst>
              <a:ext uri="{FF2B5EF4-FFF2-40B4-BE49-F238E27FC236}">
                <a16:creationId xmlns:a16="http://schemas.microsoft.com/office/drawing/2014/main" id="{790A224D-7732-EFF6-D99A-2E79EE175359}"/>
              </a:ext>
            </a:extLst>
          </p:cNvPr>
          <p:cNvSpPr/>
          <p:nvPr/>
        </p:nvSpPr>
        <p:spPr>
          <a:xfrm>
            <a:off x="362300" y="3108283"/>
            <a:ext cx="1606349" cy="842682"/>
          </a:xfrm>
          <a:prstGeom prst="rect">
            <a:avLst/>
          </a:prstGeom>
          <a:solidFill>
            <a:schemeClr val="bg1"/>
          </a:solidFill>
          <a:ln>
            <a:solidFill>
              <a:srgbClr val="4D4D4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Document Chunks</a:t>
            </a:r>
            <a:endParaRPr lang="en-DK" sz="2000" dirty="0">
              <a:solidFill>
                <a:schemeClr val="tx1"/>
              </a:solidFill>
            </a:endParaRPr>
          </a:p>
        </p:txBody>
      </p:sp>
      <p:sp>
        <p:nvSpPr>
          <p:cNvPr id="5" name="Rectangle 4">
            <a:extLst>
              <a:ext uri="{FF2B5EF4-FFF2-40B4-BE49-F238E27FC236}">
                <a16:creationId xmlns:a16="http://schemas.microsoft.com/office/drawing/2014/main" id="{905E60DB-BB73-42A2-BE68-0528688933CE}"/>
              </a:ext>
            </a:extLst>
          </p:cNvPr>
          <p:cNvSpPr/>
          <p:nvPr/>
        </p:nvSpPr>
        <p:spPr>
          <a:xfrm>
            <a:off x="3978663" y="3291843"/>
            <a:ext cx="1606349" cy="1322504"/>
          </a:xfrm>
          <a:prstGeom prst="rect">
            <a:avLst/>
          </a:prstGeom>
          <a:solidFill>
            <a:schemeClr val="bg1"/>
          </a:solidFill>
          <a:ln>
            <a:solidFill>
              <a:srgbClr val="4D4D4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Embedding &amp;</a:t>
            </a:r>
          </a:p>
          <a:p>
            <a:pPr algn="ctr"/>
            <a:r>
              <a:rPr lang="en-US" sz="2000" dirty="0">
                <a:solidFill>
                  <a:schemeClr val="tx1"/>
                </a:solidFill>
              </a:rPr>
              <a:t>Ontology Orchestrator</a:t>
            </a:r>
            <a:endParaRPr lang="en-DK" sz="2000" dirty="0">
              <a:solidFill>
                <a:schemeClr val="tx1"/>
              </a:solidFill>
            </a:endParaRPr>
          </a:p>
        </p:txBody>
      </p:sp>
      <p:cxnSp>
        <p:nvCxnSpPr>
          <p:cNvPr id="7" name="Straight Arrow Connector 6">
            <a:extLst>
              <a:ext uri="{FF2B5EF4-FFF2-40B4-BE49-F238E27FC236}">
                <a16:creationId xmlns:a16="http://schemas.microsoft.com/office/drawing/2014/main" id="{43F04DD2-756A-A088-D9FC-72B160EB2E50}"/>
              </a:ext>
            </a:extLst>
          </p:cNvPr>
          <p:cNvCxnSpPr>
            <a:stCxn id="4" idx="3"/>
          </p:cNvCxnSpPr>
          <p:nvPr/>
        </p:nvCxnSpPr>
        <p:spPr>
          <a:xfrm>
            <a:off x="1968649" y="3529624"/>
            <a:ext cx="2010014" cy="0"/>
          </a:xfrm>
          <a:prstGeom prst="straightConnector1">
            <a:avLst/>
          </a:prstGeom>
          <a:ln>
            <a:solidFill>
              <a:schemeClr val="accent2"/>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19F034A1-127C-4BCC-E1C7-FEAF52B4A284}"/>
              </a:ext>
            </a:extLst>
          </p:cNvPr>
          <p:cNvCxnSpPr>
            <a:stCxn id="2" idx="3"/>
          </p:cNvCxnSpPr>
          <p:nvPr/>
        </p:nvCxnSpPr>
        <p:spPr>
          <a:xfrm>
            <a:off x="1550893" y="4369169"/>
            <a:ext cx="2427770" cy="0"/>
          </a:xfrm>
          <a:prstGeom prst="straightConnector1">
            <a:avLst/>
          </a:prstGeom>
          <a:ln>
            <a:solidFill>
              <a:schemeClr val="accent2"/>
            </a:solidFill>
            <a:headEnd type="none" w="lg" len="med"/>
            <a:tailEnd type="triangle"/>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102E85CA-A6AA-A49E-FF17-3BCC5F1DB92D}"/>
              </a:ext>
            </a:extLst>
          </p:cNvPr>
          <p:cNvSpPr/>
          <p:nvPr/>
        </p:nvSpPr>
        <p:spPr>
          <a:xfrm>
            <a:off x="6992597" y="3291843"/>
            <a:ext cx="1606349" cy="1322503"/>
          </a:xfrm>
          <a:prstGeom prst="rect">
            <a:avLst/>
          </a:prstGeom>
          <a:solidFill>
            <a:schemeClr val="bg1"/>
          </a:solidFill>
          <a:ln>
            <a:solidFill>
              <a:srgbClr val="4D4D4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Vector Database</a:t>
            </a:r>
            <a:endParaRPr lang="en-DK" sz="2000" dirty="0">
              <a:solidFill>
                <a:schemeClr val="tx1"/>
              </a:solidFill>
            </a:endParaRPr>
          </a:p>
        </p:txBody>
      </p:sp>
      <p:sp>
        <p:nvSpPr>
          <p:cNvPr id="3" name="TextBox 2">
            <a:extLst>
              <a:ext uri="{FF2B5EF4-FFF2-40B4-BE49-F238E27FC236}">
                <a16:creationId xmlns:a16="http://schemas.microsoft.com/office/drawing/2014/main" id="{822EF22C-2727-15C7-A1A7-1C65E86CCB84}"/>
              </a:ext>
            </a:extLst>
          </p:cNvPr>
          <p:cNvSpPr txBox="1"/>
          <p:nvPr/>
        </p:nvSpPr>
        <p:spPr>
          <a:xfrm>
            <a:off x="2426677" y="3199863"/>
            <a:ext cx="824265" cy="338554"/>
          </a:xfrm>
          <a:prstGeom prst="rect">
            <a:avLst/>
          </a:prstGeom>
          <a:noFill/>
        </p:spPr>
        <p:txBody>
          <a:bodyPr wrap="none" rtlCol="0">
            <a:spAutoFit/>
          </a:bodyPr>
          <a:lstStyle/>
          <a:p>
            <a:pPr algn="l"/>
            <a:r>
              <a:rPr lang="en-US" sz="1600" dirty="0"/>
              <a:t>encode</a:t>
            </a:r>
            <a:endParaRPr lang="en-DK" sz="1600" dirty="0"/>
          </a:p>
        </p:txBody>
      </p:sp>
      <p:sp>
        <p:nvSpPr>
          <p:cNvPr id="6" name="TextBox 5">
            <a:extLst>
              <a:ext uri="{FF2B5EF4-FFF2-40B4-BE49-F238E27FC236}">
                <a16:creationId xmlns:a16="http://schemas.microsoft.com/office/drawing/2014/main" id="{1002866D-6704-E9E8-D0CA-C11452DC9341}"/>
              </a:ext>
            </a:extLst>
          </p:cNvPr>
          <p:cNvSpPr txBox="1"/>
          <p:nvPr/>
        </p:nvSpPr>
        <p:spPr>
          <a:xfrm>
            <a:off x="2426676" y="4030615"/>
            <a:ext cx="824265" cy="338554"/>
          </a:xfrm>
          <a:prstGeom prst="rect">
            <a:avLst/>
          </a:prstGeom>
          <a:noFill/>
        </p:spPr>
        <p:txBody>
          <a:bodyPr wrap="none" rtlCol="0">
            <a:spAutoFit/>
          </a:bodyPr>
          <a:lstStyle/>
          <a:p>
            <a:pPr algn="l"/>
            <a:r>
              <a:rPr lang="en-US" sz="1600" dirty="0"/>
              <a:t>encode</a:t>
            </a:r>
            <a:endParaRPr lang="en-DK" sz="1600" dirty="0"/>
          </a:p>
        </p:txBody>
      </p:sp>
      <p:cxnSp>
        <p:nvCxnSpPr>
          <p:cNvPr id="11" name="Straight Arrow Connector 10">
            <a:extLst>
              <a:ext uri="{FF2B5EF4-FFF2-40B4-BE49-F238E27FC236}">
                <a16:creationId xmlns:a16="http://schemas.microsoft.com/office/drawing/2014/main" id="{F297ECAB-E87D-507B-82BD-9F6C2E00BC47}"/>
              </a:ext>
            </a:extLst>
          </p:cNvPr>
          <p:cNvCxnSpPr/>
          <p:nvPr/>
        </p:nvCxnSpPr>
        <p:spPr>
          <a:xfrm>
            <a:off x="5585012" y="4433336"/>
            <a:ext cx="1407585" cy="0"/>
          </a:xfrm>
          <a:prstGeom prst="straightConnector1">
            <a:avLst/>
          </a:prstGeom>
          <a:ln>
            <a:solidFill>
              <a:schemeClr val="accent2"/>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EF629005-22BB-6308-E3E6-BDD5CE5E5385}"/>
              </a:ext>
            </a:extLst>
          </p:cNvPr>
          <p:cNvCxnSpPr/>
          <p:nvPr/>
        </p:nvCxnSpPr>
        <p:spPr>
          <a:xfrm>
            <a:off x="5585012" y="3529624"/>
            <a:ext cx="1407585" cy="0"/>
          </a:xfrm>
          <a:prstGeom prst="straightConnector1">
            <a:avLst/>
          </a:prstGeom>
          <a:ln>
            <a:solidFill>
              <a:schemeClr val="accent2"/>
            </a:solidFill>
            <a:headEnd type="none" w="lg" len="med"/>
            <a:tailEnd type="triangle"/>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32B261CA-2EE7-B0EE-8579-CCFAE44DEE73}"/>
              </a:ext>
            </a:extLst>
          </p:cNvPr>
          <p:cNvSpPr txBox="1"/>
          <p:nvPr/>
        </p:nvSpPr>
        <p:spPr>
          <a:xfrm>
            <a:off x="5926996" y="3180193"/>
            <a:ext cx="679994" cy="338554"/>
          </a:xfrm>
          <a:prstGeom prst="rect">
            <a:avLst/>
          </a:prstGeom>
          <a:noFill/>
        </p:spPr>
        <p:txBody>
          <a:bodyPr wrap="none" rtlCol="0">
            <a:spAutoFit/>
          </a:bodyPr>
          <a:lstStyle/>
          <a:p>
            <a:pPr algn="l"/>
            <a:r>
              <a:rPr lang="en-US" sz="1600" dirty="0"/>
              <a:t>index</a:t>
            </a:r>
            <a:endParaRPr lang="en-DK" sz="1600" dirty="0"/>
          </a:p>
        </p:txBody>
      </p:sp>
      <p:sp>
        <p:nvSpPr>
          <p:cNvPr id="15" name="TextBox 14">
            <a:extLst>
              <a:ext uri="{FF2B5EF4-FFF2-40B4-BE49-F238E27FC236}">
                <a16:creationId xmlns:a16="http://schemas.microsoft.com/office/drawing/2014/main" id="{FCB06A24-6BBA-FAB4-816F-9355C6879257}"/>
              </a:ext>
            </a:extLst>
          </p:cNvPr>
          <p:cNvSpPr txBox="1"/>
          <p:nvPr/>
        </p:nvSpPr>
        <p:spPr>
          <a:xfrm>
            <a:off x="5871859" y="3848561"/>
            <a:ext cx="1032655" cy="584775"/>
          </a:xfrm>
          <a:prstGeom prst="rect">
            <a:avLst/>
          </a:prstGeom>
          <a:noFill/>
        </p:spPr>
        <p:txBody>
          <a:bodyPr wrap="none" rtlCol="0">
            <a:spAutoFit/>
          </a:bodyPr>
          <a:lstStyle/>
          <a:p>
            <a:pPr algn="l"/>
            <a:r>
              <a:rPr lang="en-US" sz="1600" dirty="0"/>
              <a:t>Similarity</a:t>
            </a:r>
          </a:p>
          <a:p>
            <a:pPr algn="l"/>
            <a:r>
              <a:rPr lang="en-US" sz="1600" dirty="0"/>
              <a:t>Search</a:t>
            </a:r>
            <a:endParaRPr lang="en-DK" sz="1600" dirty="0"/>
          </a:p>
        </p:txBody>
      </p:sp>
      <p:sp>
        <p:nvSpPr>
          <p:cNvPr id="17" name="Rectangle 16">
            <a:extLst>
              <a:ext uri="{FF2B5EF4-FFF2-40B4-BE49-F238E27FC236}">
                <a16:creationId xmlns:a16="http://schemas.microsoft.com/office/drawing/2014/main" id="{3AF85CDA-509F-E0CD-1FA4-6CE773CC7071}"/>
              </a:ext>
            </a:extLst>
          </p:cNvPr>
          <p:cNvSpPr/>
          <p:nvPr/>
        </p:nvSpPr>
        <p:spPr>
          <a:xfrm>
            <a:off x="10108004" y="2200218"/>
            <a:ext cx="1606349" cy="3238051"/>
          </a:xfrm>
          <a:prstGeom prst="rect">
            <a:avLst/>
          </a:prstGeom>
          <a:solidFill>
            <a:schemeClr val="bg1"/>
          </a:solidFill>
          <a:ln>
            <a:solidFill>
              <a:srgbClr val="4D4D4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Relevant</a:t>
            </a:r>
          </a:p>
          <a:p>
            <a:pPr algn="ctr"/>
            <a:r>
              <a:rPr lang="en-US" sz="2000" dirty="0">
                <a:solidFill>
                  <a:schemeClr val="tx1"/>
                </a:solidFill>
              </a:rPr>
              <a:t>Insights</a:t>
            </a:r>
          </a:p>
          <a:p>
            <a:pPr algn="ctr"/>
            <a:r>
              <a:rPr lang="en-US" sz="2000" dirty="0">
                <a:solidFill>
                  <a:schemeClr val="tx1"/>
                </a:solidFill>
              </a:rPr>
              <a:t>+</a:t>
            </a:r>
          </a:p>
          <a:p>
            <a:pPr algn="ctr"/>
            <a:r>
              <a:rPr lang="en-US" sz="2000" dirty="0">
                <a:solidFill>
                  <a:schemeClr val="tx1"/>
                </a:solidFill>
              </a:rPr>
              <a:t> document chunks</a:t>
            </a:r>
          </a:p>
          <a:p>
            <a:pPr algn="ctr"/>
            <a:r>
              <a:rPr lang="en-US" sz="2000" dirty="0">
                <a:solidFill>
                  <a:schemeClr val="tx1"/>
                </a:solidFill>
              </a:rPr>
              <a:t>+</a:t>
            </a:r>
          </a:p>
          <a:p>
            <a:pPr algn="ctr"/>
            <a:r>
              <a:rPr lang="en-US" sz="2000" dirty="0">
                <a:solidFill>
                  <a:schemeClr val="tx1"/>
                </a:solidFill>
              </a:rPr>
              <a:t>Query</a:t>
            </a:r>
            <a:endParaRPr lang="en-DK" sz="2000" dirty="0">
              <a:solidFill>
                <a:schemeClr val="tx1"/>
              </a:solidFill>
            </a:endParaRPr>
          </a:p>
        </p:txBody>
      </p:sp>
      <p:cxnSp>
        <p:nvCxnSpPr>
          <p:cNvPr id="19" name="Straight Arrow Connector 18">
            <a:extLst>
              <a:ext uri="{FF2B5EF4-FFF2-40B4-BE49-F238E27FC236}">
                <a16:creationId xmlns:a16="http://schemas.microsoft.com/office/drawing/2014/main" id="{3CD3FF4E-2641-7689-F61D-DB6D2389CDE4}"/>
              </a:ext>
            </a:extLst>
          </p:cNvPr>
          <p:cNvCxnSpPr>
            <a:cxnSpLocks/>
          </p:cNvCxnSpPr>
          <p:nvPr/>
        </p:nvCxnSpPr>
        <p:spPr>
          <a:xfrm>
            <a:off x="8598946" y="3763356"/>
            <a:ext cx="1509058" cy="615288"/>
          </a:xfrm>
          <a:prstGeom prst="straightConnector1">
            <a:avLst/>
          </a:prstGeom>
          <a:ln>
            <a:solidFill>
              <a:schemeClr val="accent2"/>
            </a:solidFill>
            <a:headEnd type="none" w="lg" len="med"/>
            <a:tailEnd type="triangle"/>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57682BF3-A575-FF36-B3C6-23EB799BFFFA}"/>
              </a:ext>
            </a:extLst>
          </p:cNvPr>
          <p:cNvSpPr txBox="1"/>
          <p:nvPr/>
        </p:nvSpPr>
        <p:spPr>
          <a:xfrm>
            <a:off x="10471794" y="1643545"/>
            <a:ext cx="896399" cy="584775"/>
          </a:xfrm>
          <a:prstGeom prst="rect">
            <a:avLst/>
          </a:prstGeom>
          <a:noFill/>
        </p:spPr>
        <p:txBody>
          <a:bodyPr wrap="none" rtlCol="0">
            <a:spAutoFit/>
          </a:bodyPr>
          <a:lstStyle/>
          <a:p>
            <a:pPr algn="l"/>
            <a:r>
              <a:rPr lang="en-US" sz="1600" dirty="0"/>
              <a:t>Query</a:t>
            </a:r>
          </a:p>
          <a:p>
            <a:pPr algn="l"/>
            <a:r>
              <a:rPr lang="en-US" sz="1600" dirty="0"/>
              <a:t>Context</a:t>
            </a:r>
            <a:endParaRPr lang="en-DK" sz="1600" dirty="0"/>
          </a:p>
        </p:txBody>
      </p:sp>
      <p:sp>
        <p:nvSpPr>
          <p:cNvPr id="23" name="Rectangle 22">
            <a:extLst>
              <a:ext uri="{FF2B5EF4-FFF2-40B4-BE49-F238E27FC236}">
                <a16:creationId xmlns:a16="http://schemas.microsoft.com/office/drawing/2014/main" id="{13403A08-77B0-65CD-01A9-DC40C42A2613}"/>
              </a:ext>
            </a:extLst>
          </p:cNvPr>
          <p:cNvSpPr/>
          <p:nvPr/>
        </p:nvSpPr>
        <p:spPr>
          <a:xfrm>
            <a:off x="7795772" y="5522349"/>
            <a:ext cx="1606349" cy="842682"/>
          </a:xfrm>
          <a:prstGeom prst="rect">
            <a:avLst/>
          </a:prstGeom>
          <a:solidFill>
            <a:schemeClr val="bg1"/>
          </a:solidFill>
          <a:ln>
            <a:solidFill>
              <a:srgbClr val="4D4D4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Prompt</a:t>
            </a:r>
            <a:endParaRPr lang="en-DK" sz="2000" dirty="0">
              <a:solidFill>
                <a:schemeClr val="tx1"/>
              </a:solidFill>
            </a:endParaRPr>
          </a:p>
        </p:txBody>
      </p:sp>
      <p:cxnSp>
        <p:nvCxnSpPr>
          <p:cNvPr id="25" name="Straight Arrow Connector 24">
            <a:extLst>
              <a:ext uri="{FF2B5EF4-FFF2-40B4-BE49-F238E27FC236}">
                <a16:creationId xmlns:a16="http://schemas.microsoft.com/office/drawing/2014/main" id="{956B5A51-C085-5787-B835-EA71E74FBA99}"/>
              </a:ext>
            </a:extLst>
          </p:cNvPr>
          <p:cNvCxnSpPr>
            <a:cxnSpLocks/>
            <a:stCxn id="17" idx="2"/>
            <a:endCxn id="23" idx="3"/>
          </p:cNvCxnSpPr>
          <p:nvPr/>
        </p:nvCxnSpPr>
        <p:spPr>
          <a:xfrm flipH="1">
            <a:off x="9402121" y="5438269"/>
            <a:ext cx="1509058" cy="505421"/>
          </a:xfrm>
          <a:prstGeom prst="straightConnector1">
            <a:avLst/>
          </a:prstGeom>
          <a:ln>
            <a:solidFill>
              <a:schemeClr val="accent2"/>
            </a:solidFill>
            <a:headEnd type="none" w="lg" len="med"/>
            <a:tailEnd type="triangle"/>
          </a:ln>
        </p:spPr>
        <p:style>
          <a:lnRef idx="1">
            <a:schemeClr val="accent1"/>
          </a:lnRef>
          <a:fillRef idx="0">
            <a:schemeClr val="accent1"/>
          </a:fillRef>
          <a:effectRef idx="0">
            <a:schemeClr val="accent1"/>
          </a:effectRef>
          <a:fontRef idx="minor">
            <a:schemeClr val="tx1"/>
          </a:fontRef>
        </p:style>
      </p:cxnSp>
      <p:sp>
        <p:nvSpPr>
          <p:cNvPr id="26" name="Rectangle 25">
            <a:extLst>
              <a:ext uri="{FF2B5EF4-FFF2-40B4-BE49-F238E27FC236}">
                <a16:creationId xmlns:a16="http://schemas.microsoft.com/office/drawing/2014/main" id="{9F69C96D-3C70-0D27-DCC7-F31FDE86B786}"/>
              </a:ext>
            </a:extLst>
          </p:cNvPr>
          <p:cNvSpPr/>
          <p:nvPr/>
        </p:nvSpPr>
        <p:spPr>
          <a:xfrm>
            <a:off x="3978662" y="5509709"/>
            <a:ext cx="1606349" cy="842682"/>
          </a:xfrm>
          <a:prstGeom prst="rect">
            <a:avLst/>
          </a:prstGeom>
          <a:solidFill>
            <a:schemeClr val="bg1"/>
          </a:solidFill>
          <a:ln>
            <a:solidFill>
              <a:srgbClr val="4D4D4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LLM</a:t>
            </a:r>
            <a:endParaRPr lang="en-DK" sz="2000" dirty="0">
              <a:solidFill>
                <a:schemeClr val="tx1"/>
              </a:solidFill>
            </a:endParaRPr>
          </a:p>
        </p:txBody>
      </p:sp>
      <p:cxnSp>
        <p:nvCxnSpPr>
          <p:cNvPr id="30" name="Straight Arrow Connector 29">
            <a:extLst>
              <a:ext uri="{FF2B5EF4-FFF2-40B4-BE49-F238E27FC236}">
                <a16:creationId xmlns:a16="http://schemas.microsoft.com/office/drawing/2014/main" id="{B78BE773-3E73-4342-3D67-76E3DE11CD7D}"/>
              </a:ext>
            </a:extLst>
          </p:cNvPr>
          <p:cNvCxnSpPr>
            <a:stCxn id="23" idx="1"/>
            <a:endCxn id="26" idx="3"/>
          </p:cNvCxnSpPr>
          <p:nvPr/>
        </p:nvCxnSpPr>
        <p:spPr>
          <a:xfrm flipH="1" flipV="1">
            <a:off x="5585011" y="5931050"/>
            <a:ext cx="2210761" cy="12640"/>
          </a:xfrm>
          <a:prstGeom prst="straightConnector1">
            <a:avLst/>
          </a:prstGeom>
          <a:ln>
            <a:solidFill>
              <a:schemeClr val="accent2"/>
            </a:solidFill>
            <a:headEnd type="none" w="lg" len="med"/>
            <a:tailEnd type="triangle"/>
          </a:ln>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E2F9FBBC-CD9D-58E8-1DF6-79E3870CDA70}"/>
              </a:ext>
            </a:extLst>
          </p:cNvPr>
          <p:cNvSpPr txBox="1"/>
          <p:nvPr/>
        </p:nvSpPr>
        <p:spPr>
          <a:xfrm>
            <a:off x="8843004" y="3901723"/>
            <a:ext cx="923651" cy="338554"/>
          </a:xfrm>
          <a:prstGeom prst="rect">
            <a:avLst/>
          </a:prstGeom>
          <a:noFill/>
        </p:spPr>
        <p:txBody>
          <a:bodyPr wrap="none" rtlCol="0">
            <a:spAutoFit/>
          </a:bodyPr>
          <a:lstStyle/>
          <a:p>
            <a:pPr algn="l"/>
            <a:r>
              <a:rPr lang="en-US" sz="1600" dirty="0"/>
              <a:t>retrieval</a:t>
            </a:r>
            <a:endParaRPr lang="en-DK" sz="1600" dirty="0"/>
          </a:p>
        </p:txBody>
      </p:sp>
      <p:cxnSp>
        <p:nvCxnSpPr>
          <p:cNvPr id="37" name="Straight Arrow Connector 36">
            <a:extLst>
              <a:ext uri="{FF2B5EF4-FFF2-40B4-BE49-F238E27FC236}">
                <a16:creationId xmlns:a16="http://schemas.microsoft.com/office/drawing/2014/main" id="{291ECFC9-E1EC-C744-1F26-9E188018ED1D}"/>
              </a:ext>
            </a:extLst>
          </p:cNvPr>
          <p:cNvCxnSpPr>
            <a:cxnSpLocks/>
            <a:stCxn id="26" idx="1"/>
            <a:endCxn id="40" idx="3"/>
          </p:cNvCxnSpPr>
          <p:nvPr/>
        </p:nvCxnSpPr>
        <p:spPr>
          <a:xfrm flipH="1">
            <a:off x="1968649" y="5931050"/>
            <a:ext cx="2010013" cy="12640"/>
          </a:xfrm>
          <a:prstGeom prst="straightConnector1">
            <a:avLst/>
          </a:prstGeom>
          <a:ln>
            <a:solidFill>
              <a:schemeClr val="accent2"/>
            </a:solidFill>
            <a:headEnd type="none" w="lg" len="med"/>
            <a:tailEnd type="triangle"/>
          </a:ln>
        </p:spPr>
        <p:style>
          <a:lnRef idx="1">
            <a:schemeClr val="accent1"/>
          </a:lnRef>
          <a:fillRef idx="0">
            <a:schemeClr val="accent1"/>
          </a:fillRef>
          <a:effectRef idx="0">
            <a:schemeClr val="accent1"/>
          </a:effectRef>
          <a:fontRef idx="minor">
            <a:schemeClr val="tx1"/>
          </a:fontRef>
        </p:style>
      </p:cxnSp>
      <p:sp>
        <p:nvSpPr>
          <p:cNvPr id="40" name="Rectangle 39">
            <a:extLst>
              <a:ext uri="{FF2B5EF4-FFF2-40B4-BE49-F238E27FC236}">
                <a16:creationId xmlns:a16="http://schemas.microsoft.com/office/drawing/2014/main" id="{67A63BC8-9F14-69FB-689F-F6A576856218}"/>
              </a:ext>
            </a:extLst>
          </p:cNvPr>
          <p:cNvSpPr/>
          <p:nvPr/>
        </p:nvSpPr>
        <p:spPr>
          <a:xfrm>
            <a:off x="362300" y="5522349"/>
            <a:ext cx="1606349" cy="842682"/>
          </a:xfrm>
          <a:prstGeom prst="rect">
            <a:avLst/>
          </a:prstGeom>
          <a:solidFill>
            <a:schemeClr val="bg1"/>
          </a:solidFill>
          <a:ln>
            <a:solidFill>
              <a:srgbClr val="4D4D4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Answer</a:t>
            </a:r>
            <a:endParaRPr lang="en-DK" sz="2000" dirty="0">
              <a:solidFill>
                <a:schemeClr val="tx1"/>
              </a:solidFill>
            </a:endParaRPr>
          </a:p>
        </p:txBody>
      </p:sp>
      <p:sp>
        <p:nvSpPr>
          <p:cNvPr id="47" name="TextBox 46">
            <a:extLst>
              <a:ext uri="{FF2B5EF4-FFF2-40B4-BE49-F238E27FC236}">
                <a16:creationId xmlns:a16="http://schemas.microsoft.com/office/drawing/2014/main" id="{6FBCC808-C365-46F1-4515-3DB5A60FA3C7}"/>
              </a:ext>
            </a:extLst>
          </p:cNvPr>
          <p:cNvSpPr txBox="1"/>
          <p:nvPr/>
        </p:nvSpPr>
        <p:spPr>
          <a:xfrm>
            <a:off x="3250942" y="155716"/>
            <a:ext cx="5843266" cy="338554"/>
          </a:xfrm>
          <a:prstGeom prst="rect">
            <a:avLst/>
          </a:prstGeom>
          <a:noFill/>
        </p:spPr>
        <p:txBody>
          <a:bodyPr wrap="none" rtlCol="0">
            <a:spAutoFit/>
          </a:bodyPr>
          <a:lstStyle/>
          <a:p>
            <a:pPr algn="l"/>
            <a:r>
              <a:rPr lang="en-US" sz="1600" u="sng" dirty="0"/>
              <a:t>F</a:t>
            </a:r>
            <a:r>
              <a:rPr lang="en-US" sz="1600" dirty="0"/>
              <a:t>act augmented </a:t>
            </a:r>
            <a:r>
              <a:rPr lang="en-US" sz="1600" u="sng" dirty="0"/>
              <a:t>RAG</a:t>
            </a:r>
            <a:r>
              <a:rPr lang="en-US" sz="1600" dirty="0"/>
              <a:t>? (just a kind of function calling? / “agent”)</a:t>
            </a:r>
            <a:endParaRPr lang="en-DK" sz="1600" dirty="0"/>
          </a:p>
        </p:txBody>
      </p:sp>
      <p:sp>
        <p:nvSpPr>
          <p:cNvPr id="8" name="Rectangle 7">
            <a:extLst>
              <a:ext uri="{FF2B5EF4-FFF2-40B4-BE49-F238E27FC236}">
                <a16:creationId xmlns:a16="http://schemas.microsoft.com/office/drawing/2014/main" id="{317EE347-9D40-A418-B18A-6FA8B758F458}"/>
              </a:ext>
            </a:extLst>
          </p:cNvPr>
          <p:cNvSpPr/>
          <p:nvPr/>
        </p:nvSpPr>
        <p:spPr>
          <a:xfrm>
            <a:off x="6992597" y="737785"/>
            <a:ext cx="1606349" cy="1875112"/>
          </a:xfrm>
          <a:prstGeom prst="rect">
            <a:avLst/>
          </a:prstGeom>
          <a:solidFill>
            <a:schemeClr val="bg1"/>
          </a:solidFill>
          <a:ln>
            <a:solidFill>
              <a:srgbClr val="4D4D4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Triple Store</a:t>
            </a:r>
          </a:p>
          <a:p>
            <a:pPr algn="ctr"/>
            <a:r>
              <a:rPr lang="en-US" sz="2000" dirty="0">
                <a:solidFill>
                  <a:schemeClr val="tx1"/>
                </a:solidFill>
              </a:rPr>
              <a:t>+</a:t>
            </a:r>
          </a:p>
          <a:p>
            <a:pPr algn="ctr"/>
            <a:r>
              <a:rPr lang="en-US" sz="2000" dirty="0">
                <a:solidFill>
                  <a:schemeClr val="tx1"/>
                </a:solidFill>
              </a:rPr>
              <a:t>Reasoner</a:t>
            </a:r>
            <a:endParaRPr lang="en-DK" sz="2000" dirty="0">
              <a:solidFill>
                <a:schemeClr val="tx1"/>
              </a:solidFill>
            </a:endParaRPr>
          </a:p>
        </p:txBody>
      </p:sp>
      <p:cxnSp>
        <p:nvCxnSpPr>
          <p:cNvPr id="16" name="Straight Arrow Connector 15">
            <a:extLst>
              <a:ext uri="{FF2B5EF4-FFF2-40B4-BE49-F238E27FC236}">
                <a16:creationId xmlns:a16="http://schemas.microsoft.com/office/drawing/2014/main" id="{E0928C33-44DF-3F87-FF0A-6CE978F2949D}"/>
              </a:ext>
            </a:extLst>
          </p:cNvPr>
          <p:cNvCxnSpPr>
            <a:cxnSpLocks/>
            <a:stCxn id="8" idx="3"/>
          </p:cNvCxnSpPr>
          <p:nvPr/>
        </p:nvCxnSpPr>
        <p:spPr>
          <a:xfrm>
            <a:off x="8598946" y="1675341"/>
            <a:ext cx="1557704" cy="1960747"/>
          </a:xfrm>
          <a:prstGeom prst="straightConnector1">
            <a:avLst/>
          </a:prstGeom>
          <a:ln>
            <a:solidFill>
              <a:schemeClr val="accent2"/>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29" name="Connector: Elbow 28">
            <a:extLst>
              <a:ext uri="{FF2B5EF4-FFF2-40B4-BE49-F238E27FC236}">
                <a16:creationId xmlns:a16="http://schemas.microsoft.com/office/drawing/2014/main" id="{B9AAC5B7-0AD1-6272-EADA-05B3CD57BB95}"/>
              </a:ext>
            </a:extLst>
          </p:cNvPr>
          <p:cNvCxnSpPr>
            <a:cxnSpLocks/>
          </p:cNvCxnSpPr>
          <p:nvPr/>
        </p:nvCxnSpPr>
        <p:spPr>
          <a:xfrm flipV="1">
            <a:off x="5373242" y="2060288"/>
            <a:ext cx="1619355" cy="1231555"/>
          </a:xfrm>
          <a:prstGeom prst="bentConnector3">
            <a:avLst>
              <a:gd name="adj1" fmla="val -1817"/>
            </a:avLst>
          </a:prstGeom>
          <a:ln>
            <a:solidFill>
              <a:schemeClr val="accent2"/>
            </a:solidFill>
            <a:headEnd type="none" w="lg" len="med"/>
            <a:tailEnd type="triangle"/>
          </a:ln>
        </p:spPr>
        <p:style>
          <a:lnRef idx="1">
            <a:schemeClr val="accent1"/>
          </a:lnRef>
          <a:fillRef idx="0">
            <a:schemeClr val="accent1"/>
          </a:fillRef>
          <a:effectRef idx="0">
            <a:schemeClr val="accent1"/>
          </a:effectRef>
          <a:fontRef idx="minor">
            <a:schemeClr val="tx1"/>
          </a:fontRef>
        </p:style>
      </p:cxnSp>
      <p:sp>
        <p:nvSpPr>
          <p:cNvPr id="34" name="Rectangle 33">
            <a:extLst>
              <a:ext uri="{FF2B5EF4-FFF2-40B4-BE49-F238E27FC236}">
                <a16:creationId xmlns:a16="http://schemas.microsoft.com/office/drawing/2014/main" id="{81A490CC-4A50-244D-7D73-B455F41FACBD}"/>
              </a:ext>
            </a:extLst>
          </p:cNvPr>
          <p:cNvSpPr/>
          <p:nvPr/>
        </p:nvSpPr>
        <p:spPr>
          <a:xfrm>
            <a:off x="3521952" y="856917"/>
            <a:ext cx="1606349" cy="823521"/>
          </a:xfrm>
          <a:prstGeom prst="rect">
            <a:avLst/>
          </a:prstGeom>
          <a:solidFill>
            <a:schemeClr val="bg1"/>
          </a:solidFill>
          <a:ln>
            <a:solidFill>
              <a:srgbClr val="4D4D4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Domain Ontologies</a:t>
            </a:r>
            <a:endParaRPr lang="en-DK" sz="2000" dirty="0">
              <a:solidFill>
                <a:schemeClr val="tx1"/>
              </a:solidFill>
            </a:endParaRPr>
          </a:p>
        </p:txBody>
      </p:sp>
      <p:sp>
        <p:nvSpPr>
          <p:cNvPr id="36" name="TextBox 35">
            <a:extLst>
              <a:ext uri="{FF2B5EF4-FFF2-40B4-BE49-F238E27FC236}">
                <a16:creationId xmlns:a16="http://schemas.microsoft.com/office/drawing/2014/main" id="{4D0E286E-7F4A-0749-1F60-63C09A42EB52}"/>
              </a:ext>
            </a:extLst>
          </p:cNvPr>
          <p:cNvSpPr txBox="1"/>
          <p:nvPr/>
        </p:nvSpPr>
        <p:spPr>
          <a:xfrm>
            <a:off x="5581174" y="1916334"/>
            <a:ext cx="873957" cy="338554"/>
          </a:xfrm>
          <a:prstGeom prst="rect">
            <a:avLst/>
          </a:prstGeom>
          <a:noFill/>
        </p:spPr>
        <p:txBody>
          <a:bodyPr wrap="none" rtlCol="0">
            <a:spAutoFit/>
          </a:bodyPr>
          <a:lstStyle/>
          <a:p>
            <a:pPr algn="l"/>
            <a:r>
              <a:rPr lang="en-US" sz="1600" dirty="0"/>
              <a:t>SPARQL</a:t>
            </a:r>
            <a:endParaRPr lang="en-DK" sz="1600" dirty="0"/>
          </a:p>
        </p:txBody>
      </p:sp>
      <p:cxnSp>
        <p:nvCxnSpPr>
          <p:cNvPr id="43" name="Straight Arrow Connector 42">
            <a:extLst>
              <a:ext uri="{FF2B5EF4-FFF2-40B4-BE49-F238E27FC236}">
                <a16:creationId xmlns:a16="http://schemas.microsoft.com/office/drawing/2014/main" id="{659ADB43-9D91-F122-DBF9-04D8DB707FF2}"/>
              </a:ext>
            </a:extLst>
          </p:cNvPr>
          <p:cNvCxnSpPr>
            <a:cxnSpLocks/>
            <a:endCxn id="34" idx="2"/>
          </p:cNvCxnSpPr>
          <p:nvPr/>
        </p:nvCxnSpPr>
        <p:spPr>
          <a:xfrm flipV="1">
            <a:off x="4325127" y="1680438"/>
            <a:ext cx="0" cy="1611405"/>
          </a:xfrm>
          <a:prstGeom prst="straightConnector1">
            <a:avLst/>
          </a:prstGeom>
          <a:ln>
            <a:solidFill>
              <a:schemeClr val="accent2"/>
            </a:solidFill>
            <a:headEnd type="none" w="lg" len="med"/>
            <a:tailEnd type="triangle"/>
          </a:ln>
        </p:spPr>
        <p:style>
          <a:lnRef idx="1">
            <a:schemeClr val="accent1"/>
          </a:lnRef>
          <a:fillRef idx="0">
            <a:schemeClr val="accent1"/>
          </a:fillRef>
          <a:effectRef idx="0">
            <a:schemeClr val="accent1"/>
          </a:effectRef>
          <a:fontRef idx="minor">
            <a:schemeClr val="tx1"/>
          </a:fontRef>
        </p:style>
      </p:cxnSp>
      <p:sp>
        <p:nvSpPr>
          <p:cNvPr id="44" name="TextBox 43">
            <a:extLst>
              <a:ext uri="{FF2B5EF4-FFF2-40B4-BE49-F238E27FC236}">
                <a16:creationId xmlns:a16="http://schemas.microsoft.com/office/drawing/2014/main" id="{D0C8B8E0-7076-E9BB-8EE8-C5294BA660F4}"/>
              </a:ext>
            </a:extLst>
          </p:cNvPr>
          <p:cNvSpPr txBox="1"/>
          <p:nvPr/>
        </p:nvSpPr>
        <p:spPr>
          <a:xfrm>
            <a:off x="3808620" y="2376445"/>
            <a:ext cx="1244251" cy="584775"/>
          </a:xfrm>
          <a:prstGeom prst="rect">
            <a:avLst/>
          </a:prstGeom>
          <a:noFill/>
        </p:spPr>
        <p:txBody>
          <a:bodyPr wrap="none" rtlCol="0">
            <a:spAutoFit/>
          </a:bodyPr>
          <a:lstStyle/>
          <a:p>
            <a:pPr algn="l"/>
            <a:r>
              <a:rPr lang="en-US" sz="1600" dirty="0"/>
              <a:t>Bounded </a:t>
            </a:r>
          </a:p>
          <a:p>
            <a:pPr algn="l"/>
            <a:r>
              <a:rPr lang="en-US" sz="1600" dirty="0"/>
              <a:t>Context List</a:t>
            </a:r>
            <a:endParaRPr lang="en-DK" sz="1600" dirty="0"/>
          </a:p>
        </p:txBody>
      </p:sp>
      <p:sp>
        <p:nvSpPr>
          <p:cNvPr id="55" name="Rectangle 54">
            <a:extLst>
              <a:ext uri="{FF2B5EF4-FFF2-40B4-BE49-F238E27FC236}">
                <a16:creationId xmlns:a16="http://schemas.microsoft.com/office/drawing/2014/main" id="{EFB95F3A-4517-4D6D-B556-1133A682B7B4}"/>
              </a:ext>
            </a:extLst>
          </p:cNvPr>
          <p:cNvSpPr/>
          <p:nvPr/>
        </p:nvSpPr>
        <p:spPr>
          <a:xfrm>
            <a:off x="357899" y="864538"/>
            <a:ext cx="1606349" cy="842682"/>
          </a:xfrm>
          <a:prstGeom prst="rect">
            <a:avLst/>
          </a:prstGeom>
          <a:solidFill>
            <a:schemeClr val="bg1"/>
          </a:solidFill>
          <a:ln>
            <a:solidFill>
              <a:srgbClr val="4D4D4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Structured Data</a:t>
            </a:r>
            <a:endParaRPr lang="en-DK" sz="2000" dirty="0">
              <a:solidFill>
                <a:schemeClr val="tx1"/>
              </a:solidFill>
            </a:endParaRPr>
          </a:p>
        </p:txBody>
      </p:sp>
      <p:cxnSp>
        <p:nvCxnSpPr>
          <p:cNvPr id="57" name="Straight Arrow Connector 56">
            <a:extLst>
              <a:ext uri="{FF2B5EF4-FFF2-40B4-BE49-F238E27FC236}">
                <a16:creationId xmlns:a16="http://schemas.microsoft.com/office/drawing/2014/main" id="{B88BCF7C-DACD-7F90-5107-B159EAF88AA3}"/>
              </a:ext>
            </a:extLst>
          </p:cNvPr>
          <p:cNvCxnSpPr>
            <a:stCxn id="55" idx="3"/>
            <a:endCxn id="34" idx="1"/>
          </p:cNvCxnSpPr>
          <p:nvPr/>
        </p:nvCxnSpPr>
        <p:spPr>
          <a:xfrm flipV="1">
            <a:off x="1964248" y="1268678"/>
            <a:ext cx="1557704" cy="17201"/>
          </a:xfrm>
          <a:prstGeom prst="straightConnector1">
            <a:avLst/>
          </a:prstGeom>
          <a:ln>
            <a:solidFill>
              <a:schemeClr val="accent2"/>
            </a:solidFill>
            <a:headEnd type="none" w="lg" len="med"/>
            <a:tailEnd type="triangle"/>
          </a:ln>
        </p:spPr>
        <p:style>
          <a:lnRef idx="1">
            <a:schemeClr val="accent1"/>
          </a:lnRef>
          <a:fillRef idx="0">
            <a:schemeClr val="accent1"/>
          </a:fillRef>
          <a:effectRef idx="0">
            <a:schemeClr val="accent1"/>
          </a:effectRef>
          <a:fontRef idx="minor">
            <a:schemeClr val="tx1"/>
          </a:fontRef>
        </p:style>
      </p:cxnSp>
      <p:sp>
        <p:nvSpPr>
          <p:cNvPr id="59" name="TextBox 58">
            <a:extLst>
              <a:ext uri="{FF2B5EF4-FFF2-40B4-BE49-F238E27FC236}">
                <a16:creationId xmlns:a16="http://schemas.microsoft.com/office/drawing/2014/main" id="{28E1F933-1FFC-3AF8-C94D-F81CAC457F01}"/>
              </a:ext>
            </a:extLst>
          </p:cNvPr>
          <p:cNvSpPr txBox="1"/>
          <p:nvPr/>
        </p:nvSpPr>
        <p:spPr>
          <a:xfrm>
            <a:off x="-2377440" y="1268677"/>
            <a:ext cx="184731" cy="338554"/>
          </a:xfrm>
          <a:prstGeom prst="rect">
            <a:avLst/>
          </a:prstGeom>
          <a:noFill/>
        </p:spPr>
        <p:txBody>
          <a:bodyPr wrap="none" rtlCol="0">
            <a:spAutoFit/>
          </a:bodyPr>
          <a:lstStyle/>
          <a:p>
            <a:pPr algn="l"/>
            <a:endParaRPr lang="en-DK" sz="1600" dirty="0"/>
          </a:p>
        </p:txBody>
      </p:sp>
      <p:sp>
        <p:nvSpPr>
          <p:cNvPr id="60" name="TextBox 59">
            <a:extLst>
              <a:ext uri="{FF2B5EF4-FFF2-40B4-BE49-F238E27FC236}">
                <a16:creationId xmlns:a16="http://schemas.microsoft.com/office/drawing/2014/main" id="{5AD3ADF9-7F1A-34C4-620F-D070091EE25A}"/>
              </a:ext>
            </a:extLst>
          </p:cNvPr>
          <p:cNvSpPr txBox="1"/>
          <p:nvPr/>
        </p:nvSpPr>
        <p:spPr>
          <a:xfrm>
            <a:off x="2130904" y="995260"/>
            <a:ext cx="1301959" cy="584775"/>
          </a:xfrm>
          <a:prstGeom prst="rect">
            <a:avLst/>
          </a:prstGeom>
          <a:noFill/>
        </p:spPr>
        <p:txBody>
          <a:bodyPr wrap="none" rtlCol="0">
            <a:spAutoFit/>
          </a:bodyPr>
          <a:lstStyle/>
          <a:p>
            <a:pPr algn="l"/>
            <a:r>
              <a:rPr lang="en-US" sz="1600" dirty="0"/>
              <a:t>KG </a:t>
            </a:r>
          </a:p>
          <a:p>
            <a:pPr algn="l"/>
            <a:r>
              <a:rPr lang="en-US" sz="1600" dirty="0"/>
              <a:t>construction</a:t>
            </a:r>
            <a:endParaRPr lang="en-DK" sz="1600" dirty="0"/>
          </a:p>
        </p:txBody>
      </p:sp>
      <p:cxnSp>
        <p:nvCxnSpPr>
          <p:cNvPr id="62" name="Straight Arrow Connector 61">
            <a:extLst>
              <a:ext uri="{FF2B5EF4-FFF2-40B4-BE49-F238E27FC236}">
                <a16:creationId xmlns:a16="http://schemas.microsoft.com/office/drawing/2014/main" id="{23B35B00-4AEB-4788-FF38-C17A8C87A5A7}"/>
              </a:ext>
            </a:extLst>
          </p:cNvPr>
          <p:cNvCxnSpPr>
            <a:stCxn id="34" idx="3"/>
          </p:cNvCxnSpPr>
          <p:nvPr/>
        </p:nvCxnSpPr>
        <p:spPr>
          <a:xfrm>
            <a:off x="5128301" y="1268678"/>
            <a:ext cx="1864296" cy="0"/>
          </a:xfrm>
          <a:prstGeom prst="straightConnector1">
            <a:avLst/>
          </a:prstGeom>
          <a:ln>
            <a:solidFill>
              <a:schemeClr val="accent2"/>
            </a:solidFill>
            <a:headEnd type="none" w="lg" len="med"/>
            <a:tailEnd type="triangle"/>
          </a:ln>
        </p:spPr>
        <p:style>
          <a:lnRef idx="1">
            <a:schemeClr val="accent1"/>
          </a:lnRef>
          <a:fillRef idx="0">
            <a:schemeClr val="accent1"/>
          </a:fillRef>
          <a:effectRef idx="0">
            <a:schemeClr val="accent1"/>
          </a:effectRef>
          <a:fontRef idx="minor">
            <a:schemeClr val="tx1"/>
          </a:fontRef>
        </p:style>
      </p:cxnSp>
      <p:sp>
        <p:nvSpPr>
          <p:cNvPr id="63" name="TextBox 62">
            <a:extLst>
              <a:ext uri="{FF2B5EF4-FFF2-40B4-BE49-F238E27FC236}">
                <a16:creationId xmlns:a16="http://schemas.microsoft.com/office/drawing/2014/main" id="{74711BD8-191F-D912-F00A-3DBBEE886CA1}"/>
              </a:ext>
            </a:extLst>
          </p:cNvPr>
          <p:cNvSpPr txBox="1"/>
          <p:nvPr/>
        </p:nvSpPr>
        <p:spPr>
          <a:xfrm>
            <a:off x="5419889" y="932039"/>
            <a:ext cx="1281120" cy="584775"/>
          </a:xfrm>
          <a:prstGeom prst="rect">
            <a:avLst/>
          </a:prstGeom>
          <a:noFill/>
        </p:spPr>
        <p:txBody>
          <a:bodyPr wrap="none" rtlCol="0">
            <a:spAutoFit/>
          </a:bodyPr>
          <a:lstStyle/>
          <a:p>
            <a:pPr algn="ctr"/>
            <a:r>
              <a:rPr lang="en-US" sz="1600" dirty="0"/>
              <a:t>(Assembled)</a:t>
            </a:r>
          </a:p>
          <a:p>
            <a:pPr algn="ctr"/>
            <a:r>
              <a:rPr lang="en-US" sz="1600" dirty="0"/>
              <a:t>Query KG</a:t>
            </a:r>
            <a:endParaRPr lang="en-DK" sz="1600" dirty="0"/>
          </a:p>
        </p:txBody>
      </p:sp>
      <p:sp>
        <p:nvSpPr>
          <p:cNvPr id="64" name="TextBox 63">
            <a:extLst>
              <a:ext uri="{FF2B5EF4-FFF2-40B4-BE49-F238E27FC236}">
                <a16:creationId xmlns:a16="http://schemas.microsoft.com/office/drawing/2014/main" id="{91EA0FAA-A5E6-15CD-DF8A-7B1BA4689687}"/>
              </a:ext>
            </a:extLst>
          </p:cNvPr>
          <p:cNvSpPr txBox="1"/>
          <p:nvPr/>
        </p:nvSpPr>
        <p:spPr>
          <a:xfrm>
            <a:off x="8806118" y="2228320"/>
            <a:ext cx="888385" cy="584775"/>
          </a:xfrm>
          <a:prstGeom prst="rect">
            <a:avLst/>
          </a:prstGeom>
          <a:noFill/>
        </p:spPr>
        <p:txBody>
          <a:bodyPr wrap="none" rtlCol="0">
            <a:spAutoFit/>
          </a:bodyPr>
          <a:lstStyle/>
          <a:p>
            <a:pPr algn="l"/>
            <a:r>
              <a:rPr lang="en-US" sz="1600" dirty="0"/>
              <a:t>Facts</a:t>
            </a:r>
          </a:p>
          <a:p>
            <a:pPr algn="l"/>
            <a:r>
              <a:rPr lang="en-US" sz="1600" dirty="0"/>
              <a:t>Insights</a:t>
            </a:r>
            <a:endParaRPr lang="en-DK" sz="1600" dirty="0"/>
          </a:p>
        </p:txBody>
      </p:sp>
      <p:grpSp>
        <p:nvGrpSpPr>
          <p:cNvPr id="70" name="Group 69">
            <a:extLst>
              <a:ext uri="{FF2B5EF4-FFF2-40B4-BE49-F238E27FC236}">
                <a16:creationId xmlns:a16="http://schemas.microsoft.com/office/drawing/2014/main" id="{E5C537A0-A3CB-1A0B-60B1-E7516DB11B81}"/>
              </a:ext>
            </a:extLst>
          </p:cNvPr>
          <p:cNvGrpSpPr/>
          <p:nvPr/>
        </p:nvGrpSpPr>
        <p:grpSpPr>
          <a:xfrm>
            <a:off x="3577089" y="1757430"/>
            <a:ext cx="3237331" cy="3017546"/>
            <a:chOff x="3577089" y="1757430"/>
            <a:chExt cx="3237331" cy="3017546"/>
          </a:xfrm>
        </p:grpSpPr>
        <p:sp>
          <p:nvSpPr>
            <p:cNvPr id="65" name="Oval 64">
              <a:extLst>
                <a:ext uri="{FF2B5EF4-FFF2-40B4-BE49-F238E27FC236}">
                  <a16:creationId xmlns:a16="http://schemas.microsoft.com/office/drawing/2014/main" id="{4378790F-E14C-6487-BA0D-13618636E368}"/>
                </a:ext>
              </a:extLst>
            </p:cNvPr>
            <p:cNvSpPr/>
            <p:nvPr/>
          </p:nvSpPr>
          <p:spPr>
            <a:xfrm>
              <a:off x="3577089" y="3866293"/>
              <a:ext cx="2349907" cy="908683"/>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K" sz="1600"/>
            </a:p>
          </p:txBody>
        </p:sp>
        <p:sp>
          <p:nvSpPr>
            <p:cNvPr id="66" name="Oval 65">
              <a:extLst>
                <a:ext uri="{FF2B5EF4-FFF2-40B4-BE49-F238E27FC236}">
                  <a16:creationId xmlns:a16="http://schemas.microsoft.com/office/drawing/2014/main" id="{C8980AC0-EE3C-4D2C-8947-CA30651508FD}"/>
                </a:ext>
              </a:extLst>
            </p:cNvPr>
            <p:cNvSpPr/>
            <p:nvPr/>
          </p:nvSpPr>
          <p:spPr>
            <a:xfrm>
              <a:off x="5221884" y="1757430"/>
              <a:ext cx="1592536" cy="656361"/>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K" sz="1600" dirty="0"/>
            </a:p>
          </p:txBody>
        </p:sp>
        <p:cxnSp>
          <p:nvCxnSpPr>
            <p:cNvPr id="68" name="Straight Connector 67">
              <a:extLst>
                <a:ext uri="{FF2B5EF4-FFF2-40B4-BE49-F238E27FC236}">
                  <a16:creationId xmlns:a16="http://schemas.microsoft.com/office/drawing/2014/main" id="{28030280-2867-A7B5-4CC9-2E11928FB961}"/>
                </a:ext>
              </a:extLst>
            </p:cNvPr>
            <p:cNvCxnSpPr>
              <a:stCxn id="65" idx="0"/>
              <a:endCxn id="66" idx="4"/>
            </p:cNvCxnSpPr>
            <p:nvPr/>
          </p:nvCxnSpPr>
          <p:spPr>
            <a:xfrm flipV="1">
              <a:off x="4752043" y="2413791"/>
              <a:ext cx="1266109" cy="1452502"/>
            </a:xfrm>
            <a:prstGeom prst="line">
              <a:avLst/>
            </a:prstGeom>
            <a:ln w="38100">
              <a:solidFill>
                <a:srgbClr val="FF0000"/>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9" name="TextBox 68">
              <a:extLst>
                <a:ext uri="{FF2B5EF4-FFF2-40B4-BE49-F238E27FC236}">
                  <a16:creationId xmlns:a16="http://schemas.microsoft.com/office/drawing/2014/main" id="{08E68F7D-D1F9-295B-E363-E24998E9D940}"/>
                </a:ext>
              </a:extLst>
            </p:cNvPr>
            <p:cNvSpPr txBox="1"/>
            <p:nvPr/>
          </p:nvSpPr>
          <p:spPr>
            <a:xfrm>
              <a:off x="4764182" y="2941602"/>
              <a:ext cx="1362874" cy="338554"/>
            </a:xfrm>
            <a:prstGeom prst="rect">
              <a:avLst/>
            </a:prstGeom>
            <a:solidFill>
              <a:srgbClr val="FFFFFF"/>
            </a:solidFill>
          </p:spPr>
          <p:txBody>
            <a:bodyPr wrap="none" rtlCol="0">
              <a:spAutoFit/>
            </a:bodyPr>
            <a:lstStyle/>
            <a:p>
              <a:pPr algn="l"/>
              <a:r>
                <a:rPr lang="en-US" sz="1600" b="1" dirty="0">
                  <a:solidFill>
                    <a:srgbClr val="FF0000"/>
                  </a:solidFill>
                </a:rPr>
                <a:t>?? Possible ??</a:t>
              </a:r>
              <a:endParaRPr lang="en-DK" sz="1600" b="1" dirty="0">
                <a:solidFill>
                  <a:srgbClr val="FF0000"/>
                </a:solidFill>
              </a:endParaRPr>
            </a:p>
          </p:txBody>
        </p:sp>
      </p:grpSp>
    </p:spTree>
    <p:extLst>
      <p:ext uri="{BB962C8B-B14F-4D97-AF65-F5344CB8AC3E}">
        <p14:creationId xmlns:p14="http://schemas.microsoft.com/office/powerpoint/2010/main" val="10843954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9DD79A-593F-4167-08F6-B2C4B1DB96A2}"/>
              </a:ext>
            </a:extLst>
          </p:cNvPr>
          <p:cNvSpPr>
            <a:spLocks noGrp="1"/>
          </p:cNvSpPr>
          <p:nvPr>
            <p:ph type="title"/>
          </p:nvPr>
        </p:nvSpPr>
        <p:spPr>
          <a:xfrm>
            <a:off x="448945" y="157815"/>
            <a:ext cx="9713913" cy="692773"/>
          </a:xfrm>
        </p:spPr>
        <p:txBody>
          <a:bodyPr/>
          <a:lstStyle/>
          <a:p>
            <a:r>
              <a:rPr lang="en-US" dirty="0"/>
              <a:t>Conclusions</a:t>
            </a:r>
            <a:endParaRPr lang="en-DK" dirty="0"/>
          </a:p>
        </p:txBody>
      </p:sp>
      <p:sp>
        <p:nvSpPr>
          <p:cNvPr id="3" name="TextBox 2">
            <a:extLst>
              <a:ext uri="{FF2B5EF4-FFF2-40B4-BE49-F238E27FC236}">
                <a16:creationId xmlns:a16="http://schemas.microsoft.com/office/drawing/2014/main" id="{783C28F2-80E2-E329-EB1F-4A75143B9EE5}"/>
              </a:ext>
            </a:extLst>
          </p:cNvPr>
          <p:cNvSpPr txBox="1"/>
          <p:nvPr/>
        </p:nvSpPr>
        <p:spPr>
          <a:xfrm>
            <a:off x="1183939" y="698542"/>
            <a:ext cx="9488245" cy="5509200"/>
          </a:xfrm>
          <a:prstGeom prst="rect">
            <a:avLst/>
          </a:prstGeom>
          <a:noFill/>
        </p:spPr>
        <p:txBody>
          <a:bodyPr wrap="square" rtlCol="0">
            <a:spAutoFit/>
          </a:bodyPr>
          <a:lstStyle/>
          <a:p>
            <a:pPr algn="l"/>
            <a:r>
              <a:rPr lang="en-US" sz="1600" dirty="0"/>
              <a:t>Think about how ontologies can scale to real world data and organizations. Ontology Lifecycle and governance is part of “definition of done”!</a:t>
            </a:r>
          </a:p>
          <a:p>
            <a:pPr algn="l"/>
            <a:endParaRPr lang="en-US" sz="1600" dirty="0"/>
          </a:p>
          <a:p>
            <a:pPr algn="l"/>
            <a:r>
              <a:rPr lang="en-US" sz="1600" dirty="0"/>
              <a:t>You are not alone, Modelling patterns can be shared with dereferenceable OTTR templates.</a:t>
            </a:r>
          </a:p>
          <a:p>
            <a:pPr algn="l"/>
            <a:endParaRPr lang="en-US" sz="1600" dirty="0"/>
          </a:p>
          <a:p>
            <a:r>
              <a:rPr lang="en-US" sz="1600" dirty="0"/>
              <a:t>Semantic Web Logical Reasoning can bring new types of data quality insights! These are often low hanging fruits if you build on a good upper ontology.</a:t>
            </a:r>
          </a:p>
          <a:p>
            <a:pPr algn="l"/>
            <a:endParaRPr lang="en-US" sz="1600" dirty="0"/>
          </a:p>
          <a:p>
            <a:pPr algn="l"/>
            <a:r>
              <a:rPr lang="en-US" sz="1600" dirty="0"/>
              <a:t>Domain Driven Design has theories on how Bounded Contexts relate to each other.</a:t>
            </a:r>
          </a:p>
          <a:p>
            <a:pPr algn="l"/>
            <a:endParaRPr lang="en-US" sz="1600" dirty="0"/>
          </a:p>
          <a:p>
            <a:pPr algn="l"/>
            <a:r>
              <a:rPr lang="en-US" sz="1600" dirty="0"/>
              <a:t>I find these useful in analyzing information flows in industry, a “Bounded Context map“ can focus terminology alignment efforts.</a:t>
            </a:r>
          </a:p>
          <a:p>
            <a:pPr algn="l"/>
            <a:endParaRPr lang="en-US" sz="1600" dirty="0"/>
          </a:p>
          <a:p>
            <a:pPr algn="l"/>
            <a:r>
              <a:rPr lang="en-US" sz="1600" dirty="0"/>
              <a:t>Upper ontologies can be thought of as “Published Languages” in the DDD theory, that makes the definitions of data language mappings objective and more robust.</a:t>
            </a:r>
          </a:p>
          <a:p>
            <a:pPr algn="l"/>
            <a:endParaRPr lang="en-US" sz="1600" dirty="0"/>
          </a:p>
          <a:p>
            <a:pPr algn="l"/>
            <a:r>
              <a:rPr lang="en-US" sz="1600" dirty="0"/>
              <a:t>A way to talk to enterprise data architects and scrum masters is to identify how the Bounded Context “ubiquitous languages“ and (now objective and robust) mappings in the Bounded Context Map” supports</a:t>
            </a:r>
          </a:p>
          <a:p>
            <a:pPr algn="l"/>
            <a:r>
              <a:rPr lang="en-US" sz="1600" dirty="0"/>
              <a:t>Modern scalable Data warehousing like “Data Vault 2.0”  with dealing with the “semantic blind spot”.</a:t>
            </a:r>
          </a:p>
          <a:p>
            <a:pPr algn="l"/>
            <a:endParaRPr lang="en-US" sz="1600" dirty="0"/>
          </a:p>
          <a:p>
            <a:pPr algn="l"/>
            <a:r>
              <a:rPr lang="en-US" sz="1600" dirty="0"/>
              <a:t>You can add (now semantically aligned) knowledge graphs, or even go full “Ontology Based Data Access”, (see also “</a:t>
            </a:r>
            <a:r>
              <a:rPr lang="en-US" sz="1600" dirty="0" err="1"/>
              <a:t>Ontop</a:t>
            </a:r>
            <a:r>
              <a:rPr lang="en-US" sz="1600" dirty="0"/>
              <a:t>”) and generate business specific information and knowledge APIs.</a:t>
            </a:r>
          </a:p>
        </p:txBody>
      </p:sp>
      <p:grpSp>
        <p:nvGrpSpPr>
          <p:cNvPr id="8" name="Group 7">
            <a:extLst>
              <a:ext uri="{FF2B5EF4-FFF2-40B4-BE49-F238E27FC236}">
                <a16:creationId xmlns:a16="http://schemas.microsoft.com/office/drawing/2014/main" id="{BCE66745-93DC-FDE8-4F4E-9B38882AD79F}"/>
              </a:ext>
            </a:extLst>
          </p:cNvPr>
          <p:cNvGrpSpPr/>
          <p:nvPr/>
        </p:nvGrpSpPr>
        <p:grpSpPr>
          <a:xfrm>
            <a:off x="156453" y="5681574"/>
            <a:ext cx="10384846" cy="955767"/>
            <a:chOff x="156453" y="5709920"/>
            <a:chExt cx="10384846" cy="955767"/>
          </a:xfrm>
        </p:grpSpPr>
        <p:pic>
          <p:nvPicPr>
            <p:cNvPr id="5" name="Picture 4">
              <a:extLst>
                <a:ext uri="{FF2B5EF4-FFF2-40B4-BE49-F238E27FC236}">
                  <a16:creationId xmlns:a16="http://schemas.microsoft.com/office/drawing/2014/main" id="{B9E20D21-B58A-011C-8E7A-7EB2A6CC07C1}"/>
                </a:ext>
              </a:extLst>
            </p:cNvPr>
            <p:cNvPicPr>
              <a:picLocks noChangeAspect="1"/>
            </p:cNvPicPr>
            <p:nvPr/>
          </p:nvPicPr>
          <p:blipFill>
            <a:blip r:embed="rId3"/>
            <a:stretch>
              <a:fillRect/>
            </a:stretch>
          </p:blipFill>
          <p:spPr>
            <a:xfrm>
              <a:off x="156453" y="5709920"/>
              <a:ext cx="946634" cy="901204"/>
            </a:xfrm>
            <a:prstGeom prst="rect">
              <a:avLst/>
            </a:prstGeom>
            <a:effectLst>
              <a:outerShdw blurRad="50800" dist="38100" dir="16200000" rotWithShape="0">
                <a:prstClr val="black">
                  <a:alpha val="40000"/>
                </a:prstClr>
              </a:outerShdw>
            </a:effectLst>
          </p:spPr>
        </p:pic>
        <p:sp>
          <p:nvSpPr>
            <p:cNvPr id="7" name="TextBox 6">
              <a:extLst>
                <a:ext uri="{FF2B5EF4-FFF2-40B4-BE49-F238E27FC236}">
                  <a16:creationId xmlns:a16="http://schemas.microsoft.com/office/drawing/2014/main" id="{ACEFA266-D8AC-DB91-33C3-FE46DE416892}"/>
                </a:ext>
              </a:extLst>
            </p:cNvPr>
            <p:cNvSpPr txBox="1"/>
            <p:nvPr/>
          </p:nvSpPr>
          <p:spPr>
            <a:xfrm>
              <a:off x="1183939" y="6327133"/>
              <a:ext cx="9357360" cy="338554"/>
            </a:xfrm>
            <a:prstGeom prst="rect">
              <a:avLst/>
            </a:prstGeom>
            <a:noFill/>
          </p:spPr>
          <p:txBody>
            <a:bodyPr wrap="square">
              <a:spAutoFit/>
            </a:bodyPr>
            <a:lstStyle/>
            <a:p>
              <a:pPr algn="l"/>
              <a:r>
                <a:rPr lang="en-US" sz="1600" dirty="0"/>
                <a:t>Let’s unleash the FRAG! (could someone figure out the SPARQL orchestration, please)</a:t>
              </a:r>
            </a:p>
          </p:txBody>
        </p:sp>
      </p:grpSp>
    </p:spTree>
    <p:extLst>
      <p:ext uri="{BB962C8B-B14F-4D97-AF65-F5344CB8AC3E}">
        <p14:creationId xmlns:p14="http://schemas.microsoft.com/office/powerpoint/2010/main" val="30250252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12" end="12"/>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
                                            <p:txEl>
                                              <p:pRg st="13" end="13"/>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3">
                                            <p:txEl>
                                              <p:pRg st="15" end="15"/>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343F3B-0AED-B916-8BC9-BCC81379ED8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E561E65-BB91-79EC-4145-82A3E2F51F5F}"/>
              </a:ext>
            </a:extLst>
          </p:cNvPr>
          <p:cNvSpPr>
            <a:spLocks noGrp="1"/>
          </p:cNvSpPr>
          <p:nvPr>
            <p:ph type="title"/>
          </p:nvPr>
        </p:nvSpPr>
        <p:spPr/>
        <p:txBody>
          <a:bodyPr/>
          <a:lstStyle/>
          <a:p>
            <a:r>
              <a:rPr lang="en-US" dirty="0"/>
              <a:t>Motivating Question</a:t>
            </a:r>
            <a:endParaRPr lang="en-DK" dirty="0"/>
          </a:p>
        </p:txBody>
      </p:sp>
      <p:pic>
        <p:nvPicPr>
          <p:cNvPr id="6" name="Picture 5">
            <a:extLst>
              <a:ext uri="{FF2B5EF4-FFF2-40B4-BE49-F238E27FC236}">
                <a16:creationId xmlns:a16="http://schemas.microsoft.com/office/drawing/2014/main" id="{E4105FE2-E657-8A74-0534-C6B4FEC7C77D}"/>
              </a:ext>
            </a:extLst>
          </p:cNvPr>
          <p:cNvPicPr>
            <a:picLocks noChangeAspect="1"/>
          </p:cNvPicPr>
          <p:nvPr/>
        </p:nvPicPr>
        <p:blipFill>
          <a:blip r:embed="rId2"/>
          <a:stretch>
            <a:fillRect/>
          </a:stretch>
        </p:blipFill>
        <p:spPr>
          <a:xfrm>
            <a:off x="6096000" y="1071948"/>
            <a:ext cx="5293719" cy="5281850"/>
          </a:xfrm>
          <a:prstGeom prst="rect">
            <a:avLst/>
          </a:prstGeom>
        </p:spPr>
      </p:pic>
      <p:sp>
        <p:nvSpPr>
          <p:cNvPr id="7" name="TextBox 6">
            <a:extLst>
              <a:ext uri="{FF2B5EF4-FFF2-40B4-BE49-F238E27FC236}">
                <a16:creationId xmlns:a16="http://schemas.microsoft.com/office/drawing/2014/main" id="{A1DB3841-7321-8994-B586-55293F40429A}"/>
              </a:ext>
            </a:extLst>
          </p:cNvPr>
          <p:cNvSpPr txBox="1"/>
          <p:nvPr/>
        </p:nvSpPr>
        <p:spPr>
          <a:xfrm>
            <a:off x="530225" y="2661469"/>
            <a:ext cx="5554726" cy="2062103"/>
          </a:xfrm>
          <a:prstGeom prst="rect">
            <a:avLst/>
          </a:prstGeom>
          <a:noFill/>
        </p:spPr>
        <p:txBody>
          <a:bodyPr wrap="none" rtlCol="0">
            <a:spAutoFit/>
          </a:bodyPr>
          <a:lstStyle/>
          <a:p>
            <a:pPr algn="l"/>
            <a:r>
              <a:rPr lang="en-US" sz="1600" dirty="0"/>
              <a:t>Will the flow estimation algorithm work on the moon?</a:t>
            </a:r>
          </a:p>
          <a:p>
            <a:pPr algn="l"/>
            <a:endParaRPr lang="en-US" sz="1600" dirty="0"/>
          </a:p>
          <a:p>
            <a:pPr algn="l"/>
            <a:endParaRPr lang="en-US" sz="1600" dirty="0"/>
          </a:p>
          <a:p>
            <a:pPr algn="l"/>
            <a:r>
              <a:rPr lang="en-US" sz="1600" dirty="0"/>
              <a:t>Enterprise  FRAG – chatbot:</a:t>
            </a:r>
          </a:p>
          <a:p>
            <a:pPr algn="l"/>
            <a:endParaRPr lang="en-US" sz="1600" dirty="0"/>
          </a:p>
          <a:p>
            <a:pPr algn="l"/>
            <a:r>
              <a:rPr lang="en-US" sz="1600" dirty="0"/>
              <a:t>No – because the “head” data used in the standard firmware</a:t>
            </a:r>
          </a:p>
          <a:p>
            <a:pPr algn="l"/>
            <a:r>
              <a:rPr lang="en-US" sz="1600" dirty="0"/>
              <a:t>has a unit of measure that only works in the context of </a:t>
            </a:r>
          </a:p>
          <a:p>
            <a:pPr algn="l"/>
            <a:r>
              <a:rPr lang="en-US" sz="1600" dirty="0"/>
              <a:t>the Earth gravitational field. </a:t>
            </a:r>
          </a:p>
        </p:txBody>
      </p:sp>
    </p:spTree>
    <p:extLst>
      <p:ext uri="{BB962C8B-B14F-4D97-AF65-F5344CB8AC3E}">
        <p14:creationId xmlns:p14="http://schemas.microsoft.com/office/powerpoint/2010/main" val="365694852"/>
      </p:ext>
    </p:extLst>
  </p:cSld>
  <p:clrMapOvr>
    <a:masterClrMapping/>
  </p:clrMapOvr>
</p:sld>
</file>

<file path=ppt/theme/theme1.xml><?xml version="1.0" encoding="utf-8"?>
<a:theme xmlns:a="http://schemas.openxmlformats.org/drawingml/2006/main" name="Grundfos 2022">
  <a:themeElements>
    <a:clrScheme name="GF Colours Word 01">
      <a:dk1>
        <a:srgbClr val="000000"/>
      </a:dk1>
      <a:lt1>
        <a:srgbClr val="FFFFFF"/>
      </a:lt1>
      <a:dk2>
        <a:srgbClr val="E9F1F7"/>
      </a:dk2>
      <a:lt2>
        <a:srgbClr val="7497B2"/>
      </a:lt2>
      <a:accent1>
        <a:srgbClr val="11497B"/>
      </a:accent1>
      <a:accent2>
        <a:srgbClr val="126AF3"/>
      </a:accent2>
      <a:accent3>
        <a:srgbClr val="47A6FF"/>
      </a:accent3>
      <a:accent4>
        <a:srgbClr val="092844"/>
      </a:accent4>
      <a:accent5>
        <a:srgbClr val="E3C181"/>
      </a:accent5>
      <a:accent6>
        <a:srgbClr val="F0DDBA"/>
      </a:accent6>
      <a:hlink>
        <a:srgbClr val="126AF3"/>
      </a:hlink>
      <a:folHlink>
        <a:srgbClr val="126AF3"/>
      </a:folHlink>
    </a:clrScheme>
    <a:fontScheme name="Grundfos 2022">
      <a:majorFont>
        <a:latin typeface="Grundfos TheSans Extd Black"/>
        <a:ea typeface=""/>
        <a:cs typeface=""/>
      </a:majorFont>
      <a:minorFont>
        <a:latin typeface="Grundfos TheSans Semi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126AF3"/>
        </a:solidFill>
        <a:ln>
          <a:noFill/>
        </a:ln>
      </a:spPr>
      <a:bodyPr rtlCol="0" anchor="ctr"/>
      <a:lstStyle>
        <a:defPPr algn="ctr">
          <a:defRPr sz="1600" smtClean="0"/>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accent2"/>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lgn="l">
          <a:defRPr sz="1600" smtClean="0"/>
        </a:defPPr>
      </a:lstStyle>
    </a:txDef>
  </a:objectDefaults>
  <a:extraClrSchemeLst/>
  <a:custClrLst>
    <a:custClr name="Blue 1">
      <a:srgbClr val="E9F1F7"/>
    </a:custClr>
    <a:custClr name="Green 1">
      <a:srgbClr val="E7F1E7"/>
    </a:custClr>
    <a:custClr name="Yellow 1">
      <a:srgbClr val="F7EDDB"/>
    </a:custClr>
    <a:custClr name="Red 1">
      <a:srgbClr val="F4E1D4"/>
    </a:custClr>
    <a:custClr name="Dark Blue">
      <a:srgbClr val="092844"/>
    </a:custClr>
    <a:custClr name="Grundfos Blue">
      <a:srgbClr val="11497B"/>
    </a:custClr>
    <a:custClr name="Attention Blue">
      <a:srgbClr val="126AF3"/>
    </a:custClr>
    <a:custClr name="Attention Blue Light">
      <a:srgbClr val="47A6FF"/>
    </a:custClr>
    <a:custClr name="White">
      <a:srgbClr val="FFFFFF"/>
    </a:custClr>
    <a:custClr name="Black">
      <a:srgbClr val="000000"/>
    </a:custClr>
    <a:custClr name="Blue 2">
      <a:srgbClr val="BFD3E3"/>
    </a:custClr>
    <a:custClr name="Green 2">
      <a:srgbClr val="C8DBC8"/>
    </a:custClr>
    <a:custClr name="Yellow 2">
      <a:srgbClr val="F5DAA9"/>
    </a:custClr>
    <a:custClr name="Red 2">
      <a:srgbClr val="EDB99F"/>
    </a:custClr>
    <a:custClr name="BLANK">
      <a:srgbClr val="FFFFFF"/>
    </a:custClr>
    <a:custClr name="Grundfos Blue 80">
      <a:srgbClr val="416D95"/>
    </a:custClr>
    <a:custClr name="Attention Blue 80">
      <a:srgbClr val="4188F5"/>
    </a:custClr>
    <a:custClr name="Attention Blue Light 80">
      <a:srgbClr val="6CB8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Grundfos Blue 60">
      <a:srgbClr val="7092B0"/>
    </a:custClr>
    <a:custClr name="Attention Blue 60">
      <a:srgbClr val="71A6F8"/>
    </a:custClr>
    <a:custClr name="Attention Blue Light 60">
      <a:srgbClr val="91CAFF"/>
    </a:custClr>
    <a:custClr name="BLANK">
      <a:srgbClr val="FFFFFF"/>
    </a:custClr>
    <a:custClr name="Function Red">
      <a:srgbClr val="E33353"/>
    </a:custClr>
    <a:custClr name="Blue 3">
      <a:srgbClr val="7497B2"/>
    </a:custClr>
    <a:custClr name="Green 3">
      <a:srgbClr val="5D7469"/>
    </a:custClr>
    <a:custClr name="Yellow 3">
      <a:srgbClr val="E3C181"/>
    </a:custClr>
    <a:custClr name="Red 3">
      <a:srgbClr val="B75151"/>
    </a:custClr>
    <a:custClr name="BLANK">
      <a:srgbClr val="FFFFFF"/>
    </a:custClr>
    <a:custClr name="Grundfos Blue 40">
      <a:srgbClr val="A0B6CA"/>
    </a:custClr>
    <a:custClr name="Attention Blue 40">
      <a:srgbClr val="A0C3FA"/>
    </a:custClr>
    <a:custClr name="Attention Blue Light 40">
      <a:srgbClr val="B5DBFF"/>
    </a:custClr>
    <a:custClr name="BLANK">
      <a:srgbClr val="FFFFFF"/>
    </a:custClr>
    <a:custClr name="Function Green">
      <a:srgbClr val="4AA22C"/>
    </a:custClr>
    <a:custClr name="Blue 4">
      <a:srgbClr val="092844"/>
    </a:custClr>
    <a:custClr name="Green 4">
      <a:srgbClr val="37453E"/>
    </a:custClr>
    <a:custClr name="Yellow 4">
      <a:srgbClr val="A36B50"/>
    </a:custClr>
    <a:custClr name="Red 4">
      <a:srgbClr val="611E2E"/>
    </a:custClr>
    <a:custClr name="BLANK">
      <a:srgbClr val="FFFFFF"/>
    </a:custClr>
    <a:custClr name="Grundfos Blue 20">
      <a:srgbClr val="CFDBE5"/>
    </a:custClr>
    <a:custClr name="Attention Blue 20">
      <a:srgbClr val="D0E1FD"/>
    </a:custClr>
    <a:custClr name="Attention Blue Light 20">
      <a:srgbClr val="DAEDFF"/>
    </a:custClr>
    <a:custClr name="BLANK">
      <a:srgbClr val="FFFFFF"/>
    </a:custClr>
    <a:custClr name="Function Yellow">
      <a:srgbClr val="F6AA33"/>
    </a:custClr>
  </a:custClrLst>
  <a:extLst>
    <a:ext uri="{05A4C25C-085E-4340-85A3-A5531E510DB2}">
      <thm15:themeFamily xmlns:thm15="http://schemas.microsoft.com/office/thememl/2012/main" name="Grundfos_PowerPoint_Template.potx" id="{A0E7F970-6815-45E5-A528-FD1753C99D4F}" vid="{57B14E53-76D9-4C4B-BDDE-0867965C63C4}"/>
    </a:ext>
  </a:extLst>
</a:theme>
</file>

<file path=ppt/theme/theme2.xml><?xml version="1.0" encoding="utf-8"?>
<a:theme xmlns:a="http://schemas.openxmlformats.org/drawingml/2006/main" name="Default OST Layout">
  <a:themeElements>
    <a:clrScheme name="Custom 4">
      <a:dk1>
        <a:srgbClr val="011F45"/>
      </a:dk1>
      <a:lt1>
        <a:srgbClr val="0FD8F3"/>
      </a:lt1>
      <a:dk2>
        <a:srgbClr val="011E45"/>
      </a:dk2>
      <a:lt2>
        <a:srgbClr val="F5F6F5"/>
      </a:lt2>
      <a:accent1>
        <a:srgbClr val="FEDE00"/>
      </a:accent1>
      <a:accent2>
        <a:srgbClr val="87EDFB"/>
      </a:accent2>
      <a:accent3>
        <a:srgbClr val="002046"/>
      </a:accent3>
      <a:accent4>
        <a:srgbClr val="10DAF6"/>
      </a:accent4>
      <a:accent5>
        <a:srgbClr val="3B3C3B"/>
      </a:accent5>
      <a:accent6>
        <a:srgbClr val="1F201F"/>
      </a:accent6>
      <a:hlink>
        <a:srgbClr val="FEDE00"/>
      </a:hlink>
      <a:folHlink>
        <a:srgbClr val="87EDFB"/>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ln w="19050" cmpd="sng">
          <a:prstDash val="solid"/>
        </a:ln>
      </a:spPr>
      <a:bodyPr/>
      <a:lstStyle/>
      <a:style>
        <a:lnRef idx="1">
          <a:schemeClr val="accent4"/>
        </a:lnRef>
        <a:fillRef idx="0">
          <a:schemeClr val="accent4"/>
        </a:fillRef>
        <a:effectRef idx="0">
          <a:schemeClr val="accent4"/>
        </a:effectRef>
        <a:fontRef idx="minor">
          <a:schemeClr val="tx1"/>
        </a:fontRef>
      </a:style>
    </a:lnDef>
  </a:objectDefaults>
  <a:extraClrSchemeLst/>
  <a:extLst>
    <a:ext uri="{05A4C25C-085E-4340-85A3-A5531E510DB2}">
      <thm15:themeFamily xmlns:thm15="http://schemas.microsoft.com/office/thememl/2012/main" name="OST Presentation Template" id="{A69432DD-28A9-483B-AF95-822ED368C828}" vid="{5594452C-0A35-47AD-8394-F0D7B0A64CAC}"/>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4">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46285E53-73AF-41DB-8D41-BA0AD6A16702}">
  <we:reference id="wa104380902" version="1.0.0.0" store="en-US" storeType="OMEX"/>
  <we:alternateReferences>
    <we:reference id="wa104380902" version="1.0.0.0" store=""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emplate>blank</Template>
  <TotalTime>0</TotalTime>
  <Words>2879</Words>
  <Application>Microsoft Office PowerPoint</Application>
  <PresentationFormat>Widescreen</PresentationFormat>
  <Paragraphs>518</Paragraphs>
  <Slides>49</Slides>
  <Notes>44</Notes>
  <HiddenSlides>0</HiddenSlides>
  <MMClips>0</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49</vt:i4>
      </vt:variant>
    </vt:vector>
  </HeadingPairs>
  <TitlesOfParts>
    <vt:vector size="59" baseType="lpstr">
      <vt:lpstr>Arial</vt:lpstr>
      <vt:lpstr>Cambria Math</vt:lpstr>
      <vt:lpstr>Grundfos TheSans Extd Black</vt:lpstr>
      <vt:lpstr>Aptos</vt:lpstr>
      <vt:lpstr>Grundfos TheSans</vt:lpstr>
      <vt:lpstr>Grundfos TheSans SemiLight</vt:lpstr>
      <vt:lpstr>Calibri</vt:lpstr>
      <vt:lpstr>Grundfos TheSans ExtraBold</vt:lpstr>
      <vt:lpstr>Grundfos 2022</vt:lpstr>
      <vt:lpstr>Default OST Layout</vt:lpstr>
      <vt:lpstr>Ontology in Industry. </vt:lpstr>
      <vt:lpstr>Outline</vt:lpstr>
      <vt:lpstr>Water Systems</vt:lpstr>
      <vt:lpstr>PowerPoint Presentation</vt:lpstr>
      <vt:lpstr>Grundfos some numbers</vt:lpstr>
      <vt:lpstr>PowerPoint Presentation</vt:lpstr>
      <vt:lpstr>PowerPoint Presentation</vt:lpstr>
      <vt:lpstr>PowerPoint Presentation</vt:lpstr>
      <vt:lpstr>How ontologies are being used in Grundfos today </vt:lpstr>
      <vt:lpstr>PowerPoint Presentation</vt:lpstr>
      <vt:lpstr>PowerPoint Presentation</vt:lpstr>
      <vt:lpstr>PowerPoint Presentation</vt:lpstr>
      <vt:lpstr>PowerPoint Presentation</vt:lpstr>
      <vt:lpstr>PowerPoint Presentation</vt:lpstr>
      <vt:lpstr>PCA modellind patterns</vt:lpstr>
      <vt:lpstr>PowerPoint Presentation</vt:lpstr>
      <vt:lpstr>Tpl.ottr.xyz</vt:lpstr>
      <vt:lpstr>PowerPoint Presentation</vt:lpstr>
      <vt:lpstr>PowerPoint Presentation</vt:lpstr>
      <vt:lpstr>The ontology uom reasoning system unveils semantic Data Quality errors.</vt:lpstr>
      <vt:lpstr>PowerPoint Presentation</vt:lpstr>
      <vt:lpstr>Working with DATA DOMAINS</vt:lpstr>
      <vt:lpstr>Software Development Domain Language problems: Eric Evans citing Foote and Yoder</vt:lpstr>
      <vt:lpstr>PowerPoint Presentation</vt:lpstr>
      <vt:lpstr>Product and Component</vt:lpstr>
      <vt:lpstr>Detour: Data Mapping success story!</vt:lpstr>
      <vt:lpstr>Shared Kernel</vt:lpstr>
      <vt:lpstr>Conductor – Musician domain language relation. Shared Kernel</vt:lpstr>
      <vt:lpstr>Domain Driven Design Analysis</vt:lpstr>
      <vt:lpstr>DDD Patterns of relationships between bounded contexts (Eric Evans)</vt:lpstr>
      <vt:lpstr>Example Contexts in Manufacturing</vt:lpstr>
      <vt:lpstr>Domain 1: E-commerce</vt:lpstr>
      <vt:lpstr>Domain 2: Engineering</vt:lpstr>
      <vt:lpstr>Domain 3: Product Lifecycle Management</vt:lpstr>
      <vt:lpstr>Data Vault 2.0</vt:lpstr>
      <vt:lpstr>PowerPoint Presentation</vt:lpstr>
      <vt:lpstr>PowerPoint Presentation</vt:lpstr>
      <vt:lpstr>PowerPoint Presentation</vt:lpstr>
      <vt:lpstr>PowerPoint Presentation</vt:lpstr>
      <vt:lpstr>PowerPoint Presentation</vt:lpstr>
      <vt:lpstr>Domain Driven Design</vt:lpstr>
      <vt:lpstr>IMF has formulated attributes of Aspect views on Systems.</vt:lpstr>
      <vt:lpstr>Understand Query Context </vt:lpstr>
      <vt:lpstr>Understand Query Context </vt:lpstr>
      <vt:lpstr>PowerPoint Presentation</vt:lpstr>
      <vt:lpstr>PowerPoint Presentation</vt:lpstr>
      <vt:lpstr>PowerPoint Presentation</vt:lpstr>
      <vt:lpstr>Conclusions</vt:lpstr>
      <vt:lpstr>Motivating Question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keywords/>
  <cp:lastModifiedBy/>
  <cp:revision>1</cp:revision>
  <dcterms:created xsi:type="dcterms:W3CDTF">2025-09-12T16:37:26Z</dcterms:created>
  <dcterms:modified xsi:type="dcterms:W3CDTF">2025-09-12T16:40:39Z</dcterms:modified>
</cp:coreProperties>
</file>